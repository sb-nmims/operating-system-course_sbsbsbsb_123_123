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7-25T09:43:46.1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4238 1476 693 0,'-13'-7'620'0,"3"0"-114"0,-3-2-22 0,2 1-32 0,0-1 11 15,-1-1-36-15,3-1-25 0,-1-1-100 0,1 1-3 16,2-1-114-16,0 1 32 0,3 0-107 16,1-1 34-16,1 2-23 0,3-2-23 0,3 2-19 0,2-2-24 15,3 1-9-15,5 3-12 0,0-1 0 0,9 4-14 16,3 1-11-16,2 5 2 0,8 3-11 0,7 8-57 16,0 4 68-16,7 7-72 0,-2 8 90 0,-2 6-74 15,-4 7 80-15,-4 9-74 0,-6 5 76 0,-4 0-82 0,-6 6 57 16,-7-1-94-16,-4 0 71 0,-5-9-68 15,-6 1 26-15,-3-3 6 0,-5 0 64 0,-2-5-56 16,-6-3 78-16,-1-1-69 0,-6-4 103 0,-4-3-44 0,-1-4 101 16,-5-1-39-16,-1-6 31 0,-3-2 17 15,-2-4 6-15,-2-7-17 0,-2-2-13 0,-3-5-25 16,4-5 18-16,-6-5-58 0,-3-4 23 0,-7-9-49 16,0-4-7-16,2-5 0 0,4-6-8 0,3-4 34 0,4-3-49 15,4-5 38-15,7-1-49 0,6-3 41 0,8-2-48 16,8 6 43-16,8-3-50 0,6 1 46 0,5 0-47 15,9 3 44-15,7-6-38 0,6 3 42 0,5 5-49 16,5 3 30-16,4 4-73 0,7 4 0 0,1 5-118 16,2 4 2-16,-2 7-175 0,1 3-12 0,1 6-88 15,1 1-57-15,0 6-104 0,0 3-585 0,-4 4-822 16</inkml:trace>
  <inkml:trace contextRef="#ctx0" brushRef="#br0" timeOffset="782.9409">5178 1794 986 0,'-6'-35'1002'15,"-5"-7"-287"-15,-4-1-49 0,-7-10-107 0,-1-1 26 16,-2 1-65-16,-3 2 63 0,-1 0-31 0,1 4-125 16,5 9 22-16,3 5-135 0,-1 2 37 0,5 7-136 15,2 2 34-15,5 4-231 0,-1 6-18 0,3 1 0 0,1 4 0 16,6 7 0-16,0 0 0 0,0 0 0 0,-5 15 0 15,9 8 0-15,2 9 0 0,4 14 0 0,6 17 0 16,3 8 0-16,2 6 0 0,6 22 0 0,4 2 0 16,1 3 0-16,1-2 0 0,-1 1 0 0,1-9 0 15,-6-15 0-15,-3-2 0 0,0-5 0 0,-4-3 0 16,-1-4 0-16,-3-5 0 0,-6-11 0 0,-2-5 0 16,-2-2 0-16,-1-8 0 0,-3-7 0 0,-1-2 0 15,-1-4 0-15,-1-3 0 0,0-3 0 0,-3-1 0 0,1-4 0 16,3-10 0-16,-9 12 0 0,9-12 0 15,-12-6 0-15,4-3 0 0,0-9 0 0,0-7 0 16,-1-11 0-16,-1-8 0 0,2-4 0 0,-3-12 0 16,0-5 0-16,1 1 0 0,0-3-12 0,0 3-55 0,1 0 12 15,3 1 11-15,3 10 9 0,1 3 14 0,0 3-11 16,2 8 20-16,4 3-12 0,-1 2 10 0,2 4-12 16,2 3 14-16,1 5-8 0,5 5 7 0,2 0-8 15,3 6 23-15,3 3-22 0,1 3 15 0,0 4-47 16,5 2-3-16,-1 4-75 0,1 0 16 0,2 3-69 15,-3 3 38-15,-1 3-59 0,-5-1 77 0,-4 2-47 16,-2-1 74-16,-4 2-65 0,-6 0 91 0,-3-2-57 0,-5 3 88 16,-5 1-57-16,-8 1 18 0,-4 0 19 15,-8 1 13-15,-4-1 8 0,-3-3 18 0,-2-1 3 0,0 2 9 16,1-4 6-16,1 0 12 0,5-3 13 0,4-1-24 16,4-2 57-16,6-1-12 0,1-1-6 0,3 1-14 15,3-3 1-15,10-3 1 0,-8 5-4 16,8-5-32-16,0 0 35 0,21 5-5 0,-2-7 0 0,7-1-5 15,8 1-2-15,5-4-8 0,8 0-2 0,4-1-2 16,1 1 4-16,2-3-4 0,2 0-10 0,-1 0-27 16,0-1-12-16,-2-1-15 0,-1 0 62 0,-3-3-78 15,-4 0 94-15,-2-1-81 0,-3-1 87 0,-5-1-57 16,-4 0 68-16,-7 1-61 0,-5 0 90 0,-3 1-32 16,-5 1 107-16,-1-3-27 0,-3 4 93 0,-5-2-54 15,-1 2 23-15,-3 0-29 0,-6 2 34 0,0-1-51 0,-2 1 27 16,-3 4-38-16,-1 0 19 0,-4 3-19 0,3 3 1 15,-3 2-2-15,2 2-16 0,0 3-2 0,2 3-25 16,-2 3-10-16,5 2-7 0,1 1 0 0,3 1-11 16,4 1-13-16,2 2-36 0,3 0 33 0,5 1-32 15,4 4 37-15,3 1-35 0,5-4 25 0,6 3-113 16,4 0-35-16,2-4-138 0,3 0-70 0,1-4-108 16,2-2-114-16,0 0-121 0,-5-4-33 0,2-3-161 15,-3-1-374-15,-4-1-860 0</inkml:trace>
  <inkml:trace contextRef="#ctx0" brushRef="#br0" timeOffset="1933.6837">6463 2069 458 0,'0'-12'911'0,"-1"0"-169"15,1 12 18-15,0-24-102 0,0 24 56 0,-2-20-91 16,2 20-144-16,-1-21 99 0,1 21-50 0,-1-17-107 16,1 17-65-16,1-14-85 0,-1 14-44 0,5-10-59 0,-5 10-11 15,11-4-29-15,-11 4-116 0,21 4-12 0,-7 1 0 16,4 4 0-16,3 1 0 0,0 5 0 15,3 1 0-15,0 3 0 0,4 1 0 0,-1 2 0 16,-3 1 0-16,-2-2 0 0,-1-1 0 0,-2 0 0 0,-1-1 0 16,-3-2 0-16,-3-3 0 0,0 0 0 0,-2-3 0 15,-3-1 0-15,-2-1 0 0,-5-9 0 0,6 12 0 16,-6-12 0-16,0 0 0 0,0 0 0 0,0 0 0 16,-12-5 0-16,5-3 0 0,0-3 0 0,-1-3 0 15,2-4 0-15,-2-1 0 0,2-2 0 0,2-1 0 0,2 0 0 16,1 2 0-16,3 1 0 0,2-1 0 15,4 1-43-15,1 0-56 0,4 3-22 0,3 1 6 16,6 2-60-16,2 1-2 0,1 4-72 0,0 2 16 0,7 1-104 16,-5 3 31-16,1 2-104 0,-4 1 45 15,3 3-17-15,-1 1-2 0,0 0-4 0,4 5 92 0,-5-3 30 16,-1 0 73-16,-1 0 17 0,-3-1 68 0,-3 0-8 16,-2-1 93-16,-1-1 28 0,-4 0 170 0,-1 0 29 15,-9-4 115-15,16 2-61 0,-16-2 69 0,0 0-84 16,11-5 67-16,-11 5 34 0,0 0-41 0,-3-9 23 15,3 9-60-15,-13-12-90 0,2 7 125 0,-2-1-2 16,-2 2-18-16,1 0-23 0,-2 1-27 0,3 1-26 0,-1 2-74 16,1 2-131-16,1 1 0 0,-1 3 0 15,2 1 0-15,2 3 0 0,0 0 0 0,4 3 0 0,2 1 0 16,3 0 0-16,3 1 0 0,2 2 0 0,5 2 0 16,1 0 0-16,6 0 0 0,0 1 0 15,2-1 0-15,1-1 0 0,1-2 0 0,0 0 0 0,-4-4 0 16,2 0 0-16,-3-2 0 0,1-1 0 0,-3-2 0 15,1-1 0-15,-4-2 0 0,1-2 0 0,-12-2 0 16,21 0 0-16,-11-3 0 0,-2-2 0 0,-1-3 0 16,0-3 0-16,0-3 0 0,-4-2 0 0,0-4 0 15,-3-1 0-15,-1-6 0 0,-2-4 0 0,-1 2 0 16,-4 0 0-16,1 0 0 0,-1 3 0 0,1 5 0 16,-2 0 0-16,2 4 0 0,1 1 0 0,1 3 0 0,1 2 0 15,-2 2 0-15,6 9 0 0,-6-11 0 0,6 11 0 16,0 0 0-16,0 0 0 0,-5 9 0 15,5-9 0-15,3 21 0 0,1-8 0 0,1 1 0 0,2 4 0 16,2 1 0-16,2 0 0 0,3 3 0 0,1-1 0 16,3 0 0-16,1-2 0 0,2 0 0 0,1-2 0 15,1-2 0-15,-1-2 0 0,-1-2 0 0,0-2 0 16,-1-2 0-16,0-3 0 0,-2-2 0 0,-1-1 0 16,-2-2 0-16,0-4 0 0,-1-1 0 0,-2-3 0 15,-2-4 0-15,1-4 0 0,-4-3 0 0,-1-9 0 0,-1-2 0 16,-3-5 0-16,-1-10 0 0,-1-5 0 15,-2-3 0-15,-2-1 0 0,0-1 0 0,-3-9 0 0,-3 2 0 16,2 12 0-16,-1 2 0 0,-1 4 0 0,0 5 0 16,1 8 0-16,2 4 0 0,0 5 0 0,1 4 0 15,-1 7 0-15,1 6 0 0,6 6 0 0,-15 2 0 16,6 8 0-16,-1 6 0 0,1 11 0 0,0 10 0 16,2 6 0-16,3 6 0 0,2 4 0 0,4 5 0 15,3 9 0-15,5-1 0 0,3-1 0 0,4-2 0 16,2-2 0-16,2-3 0 0,0-4 0 0,1-3 0 15,0-2 0-15,-2-10 0 0,0-1 0 0,0-2 0 0,-2-5 0 16,-2-6 0-16,-2-4 0 0,-2-4 0 16,-2-1 0-16,-2-4 0 0,-2-3 0 0,-6-9 0 15,12 8 0-15,-12-8 0 0,0 0 0 0,7-6 0 0,-7 6 0 16,0-14 0-16,-1 2 0 0,-1-3 0 0,-2-1 0 16,1 1 0-16,-4-7 0 0,3 5 0 0,1 1 0 15,-1-2 0-15,2 0 0 0,1 4 0 0,-1 0 0 16,2 1 0-16,1 0 0 0,1 1 0 0,2-2 0 15,1 3 0-15,6 1 0 0,-1 1 0 0,1 0 0 16,5 3 0-16,-2 2 0 0,2 1 0 0,0 1 0 16,0 3 0-16,2 0 0 0,-1 3 0 0,1 0 0 15,-1 3 0-15,1 1 0 0,1 1 0 0,-2 2 0 16,-1 1 0-16,0 1 0 0,-1-2 0 0,0 3 0 16,-2-1 0-16,0 1 0 0,-1 2 0 0,-3-4 0 15,1 0 0-15,-1 0 0 0,-2-1 0 0,1 0-61 0,-3-2-912 16,0 0-66-16,-5-9-890 0,4 8-1659 15</inkml:trace>
  <inkml:trace contextRef="#ctx0" brushRef="#br0" timeOffset="2118.1228">8216 1857 1325 0,'-6'-31'1171'0,"0"6"-232"15,2 1-132-15,1-1 83 0,1 3-105 0,2 1-95 16,0 2-43-16,0 0-116 0,2 3-125 0,0 0-406 15,1 2 0-15,4 2 0 0,0 4 0 0,1 1 0 16,1 3 0-16,-9 4 0 0,23 0 0 0,-9 5 0 16,-1 3 0-16,0 5 0 0,-1 4-19 0,-1 2-808 15,-1 7-156-15,1 0-1019 0,-5 4-1757 0</inkml:trace>
  <inkml:trace contextRef="#ctx0" brushRef="#br0" timeOffset="2974.7499">8531 2026 1653 0,'0'0'1054'0,"0"0"-147"0,-3-10 3 0,3 10-63 16,0 0-74-16,0 0-102 0,0 0-59 0,0 0-149 15,0 0-162-15,0 0-301 0,0 0 0 0,0 0 0 0,0 0 0 16,16 5 0-16,-9 2 0 0,0 1 0 16,2 1 0-16,2 1 0 0,-1 1 0 0,0 0 0 15,1 1 0-15,0 1 0 0,0 2 0 16,-1-2 0-16,-1-1 0 0,0 1 0 0,-1-2 0 0,1 0 0 0,-2-1 0 15,-1-2 0-15,-1-1 0 0,-5-7 0 0,12 14 0 16,-12-14 0-16,9 8 0 0,-9-8 0 0,10 3 0 16,-10-3 0-16,15-6-42 0,-7 1-65 0,2-4-16 15,2-2 52-15,1-4 6 0,1-2 7 0,2-3 16 16,-1-3 7-16,0 4 8 0,0-2 13 0,-4 3 3 16,1 1 25-16,-1 2 35 0,-2 1 8 0,0 2 46 15,0 1-6-15,-2 0-3 0,0 4-24 0,-7 7-4 0,11-12-21 16,-11 12-45-16,12-4 0 0,-12 4 0 15,14 3 0-15,-14-3 0 0,18 8 0 0,-7-2 0 0,1 3 0 16,2-1 0-16,3 0 0 0,0 4 0 0,4-2 0 16,-1 0 0-16,6 1 0 0,1-1 0 0,0 0 0 15,1-1 0-15,1-1 0 0,-4-1 0 0,2-1 0 16,-2 0 0-16,2-2 0 0,-1-1 0 0,0 0 0 16,0-1 0-16,-3-2 0 0,-2-1 0 0,1-2 0 15,-2 0 0-15,0-4 0 0,-1-1 0 0,-3-1 0 0,0-4 0 16,-4-1 0-16,-1 3 0 0,-4-3 0 15,-2 0 0-15,-4 3 0 0,-2 0 0 0,-3-1 0 0,-3 1 0 16,-4 2 0-16,-1 2 0 0,-4 1 0 0,1 3 0 16,-2 3 0-16,-1 4 0 0,-3 1 0 0,0 3 0 15,1 3 0-15,1 0 0 0,2 2 0 0,1 1 0 16,3 1 0-16,1 0 0 0,5-2 0 0,2 1 0 16,3-1 0-16,4-3 0 0,0 2 0 0,2-2 0 15,2 2 0-15,4-1 0 0,0-4 0 0,1 0 0 16,2-1 0-16,1-1 0 0,0-3 0 0,1-1 0 15,1-2 0-15,0 0 0 0,3-3 0 0,-3-2 0 0,4-2 0 16,-1-1 0-16,-1-3 0 0,1-2 0 16,0-2 0-16,1-2 0 0,0 0 0 0,-4 4 0 0,0 0 0 15,-1 1 0-15,-1 1 0 0,-2 2 0 0,-1 3 0 16,0 1 0-16,0 2 0 0,-11 4 0 0,21 4 0 16,-8 4 0-16,3 7 0 0,1 6 0 0,4 8 0 15,1 6 0-15,1 13 0 0,-2 8 0 0,-2 4 0 16,-2 6 0-16,-4 5 0 0,-5 5 0 0,-1 3 0 15,-3 6 0-15,-4 1 0 0,0 1 0 0,-2 1 0 16,-2-3 0-16,-1-2 0 0,-2-4 0 0,-3-5 0 16,-2-6 0-16,-3-7 0 0,-4-7 0 0,-3-5 0 15,-1-12 0-15,-1-6 0 0,-4-7 0 0,-3-6 0 0,2-6 0 16,-3-6 0-16,3-6 0 0,-7-7 0 16,-7-10 0-16,-6-9 0 0,-3-16 0 0,1-4 0 0,2-10 0 15,-8-16 0-15,7-4 0 0,15 8 0 0,7-3 0 16,13-2 0-16,10 0 0 0,11 3 0 15,8 2-63-15,11 5-395 0,10 2-66 0,10 6-72 0,6 5-94 16,11 6 14-16,9 5-59 0,20-3-679 16,4 7-1020-16</inkml:trace>
  <inkml:trace contextRef="#ctx0" brushRef="#br0" timeOffset="3551.8162">11985 1545 178 0,'30'-50'773'0,"-1"-1"-195"0,0-4-42 16,-4 2-85-16,0 0 29 0,-5 2-13 0,0-1 6 16,-5 8-19-16,-1 2-55 0,-5-1-64 0,-2 2 60 0,-2 8-84 15,-3 6 63-15,-2 1-66 0,-5 3-30 0,0 2-65 16,-6 2-43-16,-5 4-30 0,-8 3-2 0,-9 5-14 15,-7 7-35-15,-14 7 9 0,-17 11-25 0,-5 1 2 16,-5 6-29-16,-15 11 2 0,17-4-26 0,6 4 9 16,6 2-36-16,5 3 16 0,9 1 1 0,8 4-12 15,7 0-5-15,11 2-20 0,9-4 48 0,9 1 7 16,9 1-15-16,7 4 5 0,9 6-10 0,8 1 11 16,9-2-5-16,5 0-18 0,4-3 8 0,5 1-34 15,1-3 29-15,3-3-38 0,-1 1 42 0,0-4-32 16,-1-5 4-16,2 0 58 0,-11-5-52 0,-5-7 40 15,-4-3-42-15,-5-2 43 0,-5-6-36 0,-4-3 82 16,-4-1-58-16,-3-1-12 0,-4-4 0 0,-6-7 0 16,0 13 0-16,-10-7 0 0,-5 0 0 0,-12-5 0 15,-10 5 0-15,-15-1 0 0,-6-3 0 0,-19 2 0 16,-6-2 0-16,-4-1 0 0,-3 0 0 0,0 1 0 0,2-1 0 16,6-1 0-16,15 0 0 0,8 0-24 15,7 0-310-15,14-1-129 0,10-1-113 0,9-1-80 0,9-2-51 16,10 5-36-16,3-10-98 0,9 1-371 0,13-2-822 15</inkml:trace>
  <inkml:trace contextRef="#ctx0" brushRef="#br0" timeOffset="5335.0872">11850 1971 115 0,'25'-5'950'0,"-5"0"-151"0,-2 1-114 0,-2-1 44 16,-2 2-95-16,-3-1 4 0,-1 1-120 0,-10 3-35 15,17-4-90-15,-17 4-44 0,0 0-24 0,16 3-38 16,-16-3-54-16,6 8-42 0,-6-8-38 0,7 15-32 15,-4-5-58-15,1 4 29 0,2-2-68 0,2 3 40 16,1 2-54-16,2 0 28 0,2 1-55 0,3 1-21 0,2 0-73 16,0-1-22-16,2-2-33 0,0-2-38 0,-2-1-15 15,2-3 21-15,1-1 25 0,-3-2 8 0,0-3-3 16,-1 1 63-16,-1-4-11 0,-3-1 58 0,2-3-17 16,0-1 53-16,-2-3-27 0,0-2 82 0,2-4 12 15,-3-2 16-15,-1-3 32 0,0 0 41 0,-1-1 46 16,-3 0-14-16,2 0-69 0,-2 5 104 0,-1-1 6 15,-1 1 7-15,-1 1-35 0,0 5-48 0,2 0-29 16,-6 8-14-16,8-9-10 0,-8 9 17 0,16 5 16 16,-4 4-12-16,3 3-99 0,5 9 0 0,1 7 0 0,3 5 0 15,3 12 0-15,0 4 0 0,0 5 0 16,-4 5 0-16,2 1 0 0,-2 3 0 0,0 1 0 16,-2 1 0-16,0-1 0 0,0-1 0 0,-4-2 0 0,0-1 0 15,-8-12 0-15,0-1 0 0,-5-5 0 0,-1-6 0 16,-6-3 0-16,-1-4 0 0,-6-2 0 0,-3-4 0 15,0-6 0-15,-7-4 0 0,-3-4 0 0,-2-4 0 16,-4-3 0-16,-7-5 0 0,-6-6 0 0,-4-4 0 16,4-5 0-16,2-3 0 0,4-3 0 0,1-4 0 15,10-4 0-15,4-2 0 0,5-3 0 0,5-2-160 16,7 1-24-16,8-6 3 0,3-1 5 0,11-11 16 16,5 3 19-16,6 1 12 0,4 2 16 0,3 0-25 15,4 2 60-15,1 2 20 0,6 0-1 0,-2 0 16 16,4 0 5-16,-3 3 5 0,-2 1 54 0,-4 2-38 15,1 2 42-15,-9 6-29 0,-3 2 65 0,-3 2 7 16,-3 2 58-16,-5 5-36 0,-3 2 43 0,-2 1-25 0,-5 5 4 16,-1 0-35-16,-5 1-7 0,-2 12-24 0,-2-15 11 15,2 15-36-15,-13-9 21 0,13 9-31 0,-21 0 18 16,10 3-29-16,-3 3-4 0,1 1 4 0,-1 2-2 16,5 3-3-16,1 1-6 0,1 4-2 0,4 2-33 15,6 0-20-15,1 5-39 0,9 3-48 0,6 6-88 16,6 1-13-16,8 3-54 0,7 1-42 0,1-4-39 15,4 1 1-15,-3-3 25 0,4-1 64 0,-10-6 59 16,1-2 40-16,-5-2 42 0,-3-2 76 0,-6-6 75 16,-6 0 93-16,0-2 111 0,-5-3 100 0,-3-1 37 15,-3-2-23-15,-6-5-29 0,0 0-22 0,0 0-29 16,-12 11-6-16,-1-11-39 0,-6 0-40 0,-8-1-21 0,0-1-32 16,-1 0-21-16,-7-2-14 0,2 0-12 15,4 0-18-15,5 2-7 0,1-1-2 0,4 0-41 0,4 0-68 16,1 1-67-16,14 2-37 0,-11-7-40 15,11 7-28-15,5-11-25 0,6 3-41 0,5-1-43 0,4-1-36 16,4-3 12-16,3-4 36 0,5-2 20 0,-1-1 33 16,3-3 77-16,-3-1 46 0,2-3 16 0,-5-4 92 15,1-1 64-15,-2-3 81 0,0-10 60 0,-4 6 119 16,-2-11 84-16,-2-5 28 0,-3 2-47 0,-5 3 60 16,-4-1-87-16,-3-1 21 0,-2 1 65 0,-2 0-71 15,-2 1 71-15,-2 2-14 0,-3 2-3 0,-1 3 13 16,-2 3-40-16,3 7-28 0,1 4-52 0,-1 6-24 15,1 2-189-15,0 4-36 0,0 5 0 0,2 4 0 16,4 8 0-16,-11-3 0 0,11 3 0 0,-12 18 0 16,7-2 0-16,-1 8 0 0,1 9 0 0,-1 10 0 0,2 5 0 15,1 4 0-15,3 4 0 0,3 10 0 0,1 3 0 16,5 1 0-16,1-1 0 0,5-2 0 0,2 0 0 16,3-4 0-16,1-3 0 0,1-6 0 0,0-1 0 15,-5-13 0-15,0-3-273 0,0-6-213 0,-5-5 19 16,-3-7 59-16,1-1 116 0,-4-6-50 0,-1-3 102 15,-5-9-11-15,4 10 106 0,-4-10-27 0,0 0 86 16,-9-5-31-16,3-2 39 0,-4-3 41 0,-3-4 39 16,2-1 48-16,-5-2 29 0,1-3 29 0,-1-1 45 15,2 0 32-15,1 6 68 0,2-2 1 0,4 4-16 0,-2 0-21 16,2 2-28-16,3 0-37 0,1 2-27 16,3 9-15-16,2-19-21 0,3 11-17 0,4 1-9 0,5 0-19 15,1 0-5-15,8 1-11 0,4 1-3 16,2 1-8-16,4-2-5 0,1 1 0 0,2 2-8 0,0-2-7 15,2 1-31-15,-1-1-15 0,-2 0-24 0,-1-2 9 16,1-1 11-16,-3 0 2 0,-1 0 23 0,-4-2 32 16,-4 2-31-16,-3-3 42 0,-4 0-27 0,0-2 55 15,-5 2-3-15,-2-1-10 0,-5-1 119 0,1 2 67 16,-4-2-1-16,-5 1-13 0,0 1-20 0,-2-2-10 16,-3 1-172-16,0 3 0 0,-3 0 0 0,1 3 0 0,-1 1 0 15,12 5 0-15,-21-1 0 0,11 3 0 0,-1 3 0 16,2 4 0-16,0 2 0 0,0 2 0 0,5 2 0 15,0 1 0-15,3 1 0 0,-1 2 0 0,5 1 0 16,0-3 0-16,2 7 0 0,2-2 0 0,2 0 0 16,0-2 0-16,2 1 0 0,1-2 0 0,0-1 0 15,2-2 0-15,0-1 0 0,2-4 0 0,-1 1 0 16,-4-3-12-16,5-3-91 0,-2-1-7 0,0-2 55 16,-1-2-27-16,0-3 69 0,1-2-21 0,1-3 23 15,-2-2-22-15,4-2 77 0,-4-3 9 0,0-1 57 16,1 0 10-16,-3 0 6 0,1 1-126 0,-3 1 0 0,-1 1 0 15,-1 0 0-15,0 1 0 0,-1 3 0 16,-1 0 0-16,-1 0 0 0,-4 8 0 0,7-12 0 16,-7 12 0-16,9-8 0 0,-9 8 0 0,0 0 0 0,11-2 0 15,-11 2 0-15,9 6 0 0,-9-6 0 0,12 8 0 16,-5-1 0-16,-1 0 0 0,1 2 0 0,0-1 0 16,0 3 0-16,1-1 0 0,-1-1 0 0,2 3 0 15,-4-4 0-15,3 1 0 0,-3-1 0 0,2 0 0 16,0 0 0-16,0-1 0 0,-7-7 0 0,13 10 0 15,-13-10 0-15,15 11 0 0,-15-11 0 0,18 4 0 16,-18-4 0-16,18 0 0 0,-18 0 0 0,21-4 0 16,-21 4 0-16,19-5 0 0,-9 2 0 0,-1-1 0 0,-9 4 0 15,17-7 0-15,-17 7 0 0,16-8 0 0,-16 8 0 16,12-7 0-16,-12 7 0 0,11-5 0 0,-11 5 0 16,9-5 0-16,-9 5 0 0,0 0 0 0,13-5 0 15,-13 5 0-15,0 0 0 0,14 0 0 0,-14 0 0 16,0 0 0-16,16 3 0 0,-16-3 0 0,12 3 0 15,-12-3 0-15,10 4 0 0,-10-4 0 0,9 3 0 16,-9-3 0-16,0 0 0 0,14 3 0 0,-14-3 0 0,0 0 0 16,13 0 0-16,-13 0 0 0,12-4 0 15,-12 4 0-15,13-6 0 0,-13 6 0 0,16-9 0 0,-8 5 0 16,-8 4 0-16,16-8 0 0,-16 8 0 16,16-8 0-16,-16 8 0 0,13-6 0 0,-13 6 0 0,12-4 0 15,-12 4 0-15,13-3 0 0,-13 3 0 0,18 2 0 16,-18-2 0-16,20 2 0 0,-6 1 0 0,1 0 0 15,1 0 0-15,1 0 0 0,0-1 0 0,4 3-169 16,-1-4-653-16,2 2-142 0,-1-1-1000 0,2-3-1707 16</inkml:trace>
  <inkml:trace contextRef="#ctx0" brushRef="#br0" timeOffset="6135.1779">16762 1571 625 0,'13'-47'774'0,"-2"0"-60"16,-2 3-49-16,-1 1-54 0,-4 2-37 0,-2 6-38 15,-2 6-68-15,0 2 1 0,-2 2-17 0,-1 2-65 16,2 4-61-16,-1 4-93 0,-1 4-10 15,3 11-6-15,-10-8-3 0,10 8 49 0,-14 12-6 0,2 5-74 16,-1 8-183-16,-3 10 0 0,2 8 0 0,-3 13 0 16,0 5 0-16,3 3 0 0,2 4 0 0,1-2 0 15,2 3 0-15,2-4 0 0,2 1 0 0,2-11 0 16,2-1 0-16,-1-3 0 0,2-2 0 0,-1-4 0 16,1-7 0-16,-1-3 0 0,0-7 0 0,1-3 0 15,-1-4 0-15,0-3 0 0,-2-3 0 0,3-15 0 16,-3 16 0-16,3-16 0 0,0 0 0 0,-11-3 0 15,7-8 0-15,-1-5 0 0,1-7 0 0,-1-9 0 16,3-12-117-16,1-7-21 0,3-4-24 0,7-18 44 16,2 1-24-16,2-6 67 0,5 2-28 0,0-4 53 15,1 1-20-15,0 1 45 0,2 0-33 0,-4 3 45 0,0 3-29 16,-3 5 57-16,0 8 24 0,-5 12 23 0,0 6-20 16,-1 10 25-16,1 2-47 0,-3 8 26 0,1 6-44 15,2 5 46-15,1 5 7 0,-10 5 26 0,22 9 23 16,-7 1 6-16,1 11 4 0,3 8-65 0,0 8 56 15,0 4-20-15,3 11-24 0,0 4-53 0,0 5-8 16,1 3 0-16,2 3 0 0,0 1 0 0,2 0 0 16,3 2 0-16,0-2 0 0,-1-2 0 0,2-3-59 15,-3-2-229-15,-1-6-109 0,-3-4-115 0,-5-10-130 16,-6-5-81-16,-5-6-60 0,-2-7-735 0,-8-5-1150 16</inkml:trace>
  <inkml:trace contextRef="#ctx0" brushRef="#br0" timeOffset="6327.9721">16692 1900 874 0,'-12'-6'812'0,"0"-1"-110"0,3 1-121 0,1 1 43 16,8 5-129-16,-13-10-32 0,13 10-157 0,-6-10-9 16,6 10-108-16,3-10 12 0,5 6-98 15,4 0 32-15,7-1-84 0,7 3 19 0,4-1-158 0,8 2-35 16,4-1-186-16,10 3-50 0,0 0-108 15,3 4-69-15,-1-3-72 0,2 1-457 0,-5-1-682 0</inkml:trace>
  <inkml:trace contextRef="#ctx0" brushRef="#br0" timeOffset="6636.5404">17427 1825 242 0,'6'-6'797'0,"-6"6"-96"0,5-17-11 16,-5 17-90-16,0-17 10 0,0 17-47 0,-2-21 24 16,2 21-55-16,-2-20-42 0,2 20-90 0,0-23-75 15,0 23-40-15,4-16-38 0,-4 16-49 0,10-13-37 16,-10 13-35-16,17-7-21 0,-17 7-19 0,29 2-22 15,-10 2-4-15,2 4-8 0,4 6-18 0,1 0-13 16,3 5 1-16,0 5-2 0,-2 1-9 0,1 1-5 16,-4 1-25-16,1 1-44 0,-2 0-32 0,-2 1-16 15,-4-5-14-15,-2 1 9 0,-2-1 9 0,-4-5-20 0,0 0 52 16,-3-4-18-16,-2 0 52 0,-2-2-16 0,-2-13 42 16,0 18-22-16,0-18 55 0,-5 12-9 0,5-12 69 15,-10 4-9-15,10-4 33 0,-13-2-20 0,5-3 28 16,1-2-55-16,-2-4 23 0,2-2-4 0,2-1-21 15,-1-6-17-15,4 1-1 0,2-1 4 0,2-3-26 16,3-1-7-16,-2 3-4 0,6-1-6 0,4-2-15 16,1 3-64-16,3 1-22 0,-2 5-110 0,3 1 8 15,2 2-113-15,2 3-5 0,1 0-137 0,3 5-23 16,-1 1-83-16,2 2-42 0,-1 1-81 0,3 1-478 16,1 2-780-16</inkml:trace>
  <inkml:trace contextRef="#ctx0" brushRef="#br0" timeOffset="7403.0328">18576 1828 413 0,'5'-8'761'0,"-5"8"-34"0,3-18-75 16,-3 18 21-16,-3-19-86 0,-1 7 28 0,-1 0-101 15,-2 1-15-15,-1 1-75 0,0-1-5 0,1 4-53 16,0 0-65-16,7 7-56 0,-15-8-47 0,15 8-27 16,-19 2-18-16,9 2-16 0,0 5-17 0,-2 4-23 0,1 5-19 15,2 1-38-15,2 3-39 0,4 3-1 16,0 2 0-16,3-1 0 0,5 5 0 0,2 0 0 15,6 2 0-15,4 0 0 0,3-1 0 0,3-4-58 0,4 1-83 16,1-6 11-16,1-1-50 0,1-4 19 0,-2-4-2 16,-1-3 2-16,-3-4-3 0,-1-4 48 0,-2-1 20 15,-1-4-7-15,-1-1 48 0,1-5 7 0,-1-3 8 16,-1-7 11-16,-2-3 0 0,-3-5 53 0,1-9-53 16,-4-7 50-16,-1-4-51 0,-3-5 49 0,0-3-50 15,-3-3 48-15,0-11-43 0,-1-1 65 0,-2-2-20 16,-1 3 43-16,-2-2-36 0,0 3 82 0,-3 12-32 15,1 1 66-15,-1 4-7 0,0 3 37 0,1 5-24 0,0 9-11 16,0 8-13-16,2 1-42 0,1 6-19 16,0 5-14-16,2 13-5 0,-2-12-3 0,2 12 35 0,0 0-17 15,-1 18 39-15,2-1-89 0,1 9-9 0,0 5 0 16,1 5 0-16,1 11 0 0,1 2 0 0,0 5 0 16,1 10 0-16,-1 1 0 0,2 1 0 0,0-1 0 15,0-1 0-15,1-2 0 0,-1-9 0 0,2-5 0 16,-1 0 0-16,0-5 0 0,1-1 0 0,-2-9 0 15,-2-3 0-15,0-7 0 0,-2-2 0 0,1-5 0 16,1-1 0-16,0-7 0 0,0-1 0 0,-5-7 0 16,11 6-5-16,-11-6-71 0,17-7 20 0,-8-1-5 0,5-5-13 15,0-3 7-15,2-3 15 0,1-1 8 0,-1-1 28 16,1 1-21-16,-4 4 35 0,1-1-27 16,-3 4 27-16,0 1-8 0,-3 2 9 0,0 3-28 0,-2 0 27 15,-6 7-21-15,11-8 29 0,-11 8-26 16,0 0 35-16,15 1-29 0,-15-1 8 0,10 8-3 0,-3-1 3 15,-1 1-1-15,2 1 5 0,0 2-1 0,3 0-3 16,0 2 3-16,1-2-2 0,3 1 3 0,-1 0-8 16,2-2-27-16,-3 1-42 0,2-4-6 0,0 0 2 15,0-1 12-15,0-1 13 0,-2-3 14 0,-1 1 9 16,-12-3 7-16,25-3 11 0,-13 1 1 0,1-5 42 0,-2-3-35 16,0 0 52-16,1-5 8 0,-3 0 30 15,0-2 1-15,0-2 44 0,-4 3-8 0,-1 0 43 0,0-1 18 16,-1 0-23-16,-3 3 0 0,1 0-115 0,-1 1-41 15,0 1 0-15,0 12 0 0,-2-20 0 0,2 20 0 16,-3-13 0-16,3 13 0 0,0 0 0 0,0 0 0 16,-10 3 0-16,10-3 0 0,-2 13 0 0,2-13 0 15,1 23 0-15,3-9 0 0,1 1 0 0,3 3 0 0,2 2 0 16,1-2 0-16,0-1-151 0,3 0-380 0,0-3-147 16,1 3-141-16,-1-4-170 0,-1-2-601 15,0-4-1242-15</inkml:trace>
  <inkml:trace contextRef="#ctx0" brushRef="#br0" timeOffset="7587.9937">19331 1182 1648 0,'0'0'944'0,"0"0"-62"0,-8-6-115 15,8 6-109-15,0 0-150 0,0 0-78 0,0 0-117 16,0 0-47-16,0 0-89 0,9 6-7 15,-9-6-60-15,14 16 3 0,-3-3-144 0,3 2-85 0,3 4-223 16,0 3-121-16,2 0-194 0,1 6-105 16,-3-3-709-16,2-2-1090 0</inkml:trace>
  <inkml:trace contextRef="#ctx0" brushRef="#br0" timeOffset="7836.947">19929 1323 1399 0,'-5'-22'1079'0,"-1"0"-142"0,0 1 18 0,-1 2-112 16,4 3-89-16,-1 1-195 0,0 3-55 0,1 4-103 0,3 8-88 15,-4-11-21-15,4 11-137 0,0 0-155 0,1 11 0 16,2 3 0-16,1 5 0 0,0 5 0 0,2 8 0 16,2 8 0-16,-2 6 0 0,1 2 0 0,0 4 0 15,2 9 0-15,-1 1 0 0,1 0 0 0,1-2 0 16,0-10 0-16,-1 0 0 0,1-3 0 0,-2-3 0 0,1-2-144 15,-2-3-429-15,-1-7-66 0,-1-4-71 16,0-5-8-16,-3-4-5 0,1-2-101 0,-2-5-393 16,-1-12-825-16</inkml:trace>
  <inkml:trace contextRef="#ctx0" brushRef="#br0" timeOffset="8186.2864">20015 1966 713 0,'-5'-11'798'0,"1"2"-50"16,4 9-113-16,-8-14 48 0,8 14-104 0,-6-13-9 15,6 13-105-15,-4-12-39 0,4 12-117 16,0 0-33-16,0-13-91 0,0 13-9 0,11-7-67 0,0 3 10 16,1 2-56-16,6-1 19 0,0 2-52 0,4-2 17 15,3 0-83-15,1 2 3 0,1-2-84 0,-1-1 29 16,2 1-57-16,-1-2 47 0,2-4-43 0,0 1 76 16,-1-3-46-16,-2 0 82 0,-1-1-51 0,-4-3 72 15,-3 2-49-15,-4 1 117 0,0-1-51 0,-4 0 99 16,-1 2-45-16,-1-2 52 0,-5 4-51 0,0-2 42 15,-3 11-29-15,0-16 36 0,0 16-16 0,-8-14 34 16,8 14-10-16,-16-7 11 0,16 7-5 0,-21 1-14 16,9 1 13-16,-2 3-10 0,0 3-27 0,2 1-2 15,-2 3-10-15,2 2-3 0,0 2-16 0,3 1-17 0,2 0-15 16,3-1 4-16,2 2-4 0,2 0-26 16,3 2 0-16,3 0 0 0,3 0-61 0,6 2-87 15,2-1-92-15,4-3-115 0,4-1-137 0,7 1-101 16,3-1-147-16,2-2-38 0,4 0-30 0,0-5-448 0,2-1-863 15</inkml:trace>
  <inkml:trace contextRef="#ctx0" brushRef="#br0" timeOffset="9053.2508">21160 1736 417 0,'-1'-12'926'0,"-1"1"-154"15,-4 0-139-15,1 4 45 0,-2 1-112 0,-2 0 19 16,-2 4-63-16,-3 1-34 0,0 3-82 0,-3 2-34 15,-2 5-72-15,-1 1-50 0,-1 6 8 0,2 2-50 16,0 2-27-16,4 3-41 0,1 0-12 16,5-2-34-16,3 2-24 0,4-1-7 0,2 3-42 0,5-2 22 15,3-1-33-15,4 3 12 0,6-2-50 0,1-3-10 16,3-2-66-16,3 0 4 0,3-5-61 0,2-1-19 16,1-2-62-16,0-4-31 0,-2-3-37 0,-1-3-33 15,1-1 9-15,1-6-120 0,0-3 5 0,-2-4-49 16,4-6-33-16,-3-4-9 0,-2-7 3 0,-3-5 41 15,-1-3 47-15,0-10 138 0,-5-4 147 0,-5 5 102 0,-3-2 118 16,-4-4 76-16,-3 0 34 0,0-1 108 16,-6-1-6-16,0 0 63 0,-3 1 9 0,-2 2 94 15,-2 4 13-15,-2 1 22 0,1 7-43 0,-3 1 35 16,5 10-45-16,0 3-11 0,-1 1-89 0,3 8-51 0,1 4-78 16,0 2 26-16,1 6 48 0,5 6-56 0,-10-5 54 15,10 5-90-15,-5 12-27 0,3 1-142 0,2 6 0 16,2 8 0-16,3 8 0 0,4 8 0 0,2 5 0 15,5 11 0-15,3 3 0 0,3 4 0 0,3 4 0 16,2-2 0-16,0 1 0 0,3 1 0 0,-2-9 0 16,-1-3 0-16,-3-5 0 0,-4-11 0 0,-5-2 0 15,-1-6-179-15,-3-6-404 0,-3-6-62 0,-1-2-11 16,-2-3 15-16,-1-4 57 0,-4-13 30 0,1 17 21 16,-1-17 52-16,-4 9 126 0,4-9 39 0,0 0 96 15,-13-3 15-15,13 3 52 0,-11-13 71 0,4 3 35 16,-2-2 53-16,1-1 66 0,1-3 27 0,0 1 49 15,0-4 71-15,1 3 25 0,2 0-20 0,0 0 32 16,1 1 57-16,2 0-38 0,0 2-51 0,3-1-25 16,0 3-76-16,2-4 53 0,2 3-70 0,1 1 63 0,3 2-100 15,1-1 65-15,2 3-96 0,0-1 67 0,2 2-93 16,1 0 69-16,0 1-81 0,2-1 82 16,0 2-52-16,-2 1 96 0,1-1-52 0,0 1 69 0,-1 0-69 15,-2 1 53-15,0-1-70 0,-3 2 53 0,-11 1-50 16,22-2 59-16,-22 2-27 0,18 2 41 0,-18-2-52 15,17 7 41-15,-10-1-28 0,-1 0 23 0,1 1-25 16,-3 2 7-16,1 2-40 0,1 2 15 0,-3-3-40 16,2 3-5-16,-1 1-4 0,2 0-7 0,-1-1 0 0,1 3-6 15,0-2 0-15,1 0-4 0,2-1-29 16,0 0-15-16,0-1-12 0,1-1-21 0,1 0 0 0,0-2-11 16,1-1-2-16,0-1-19 0,2-1 20 0,-1-2 16 15,-1 0 14-15,2-4 53 0,-1 0-42 0,1-3 43 16,0-2-34-16,1-4 49 0,0 1-49 0,0-7 55 15,-2 0-50-15,-1-2 50 0,0-1 4 0,-2 0 72 16,-3 1-4-16,0 0 49 0,-2 3 28 0,-1-1 27 16,-1 4 25-16,-1 0-14 0,0 1-33 0,2 1-38 15,-4 9-55-15,3-13-85 0,-3 13 0 0,0 0 0 16,3-10 0-16,-3 10 0 0,0 0 0 0,4 10 0 0,-4-10 0 16,7 18 0-16,-2-7 0 0,1 2 0 0,2 1 0 15,3 2-58-15,0 1-273 0,4 0-177 0,1 2-54 16,2 0-138-16,1-1-87 0,1 2-872 0,2-4-1326 15</inkml:trace>
  <inkml:trace contextRef="#ctx0" brushRef="#br0" timeOffset="9953.4429">22794 1930 935 0,'-4'-14'966'0,"2"3"-227"0,2 11-25 16,1-20-89-16,-1 20 41 0,4-16-70 0,1 8-162 15,-5 8 52-15,13-10-84 0,-13 10-72 0,18-2-38 16,-6 4-35-16,1 4-77 0,4 0-6 0,0 2-60 16,3 5-3-16,2 4-44 0,-1-1 11 0,1 0-53 15,-1 3-25-15,-2-2 0 0,-1 0 0 16,-3-1 0-16,0 1 0 0,-3-3 0 0,-1 3 0 0,-2-3 0 16,-2-1 0-16,-1-1 0 0,-2-1 0 0,-2-1 0 15,-2-10 0-15,0 17-3 0,0-17-29 0,-7 14-63 0,7-14 33 16,-13 8-30-16,13-8 38 0,-16 3-25 15,16-3 52-15,-15 0-20 0,15 0 38 0,-15-3-36 0,15 3 35 16,-11-7-32-16,11 7 26 0,-7-11-2 0,7 11 1 16,-1-15-8-16,3 4-8 0,2 0-6 0,4-3 16 15,4-3-58-15,2 0 17 0,5-2-43 0,0-1 52 16,3 1-37-16,1 0 60 0,0 1-38 0,0 1 55 16,0 2-36-16,1-2 45 0,-2 3-35 0,1 0 47 15,-3 3-39-15,-1 0 43 0,1 0-39 0,0 1 47 16,-2 0-42-16,1 1 50 0,-1-1-29 0,0 0 44 15,-1 2-37-15,-3 0 46 0,1 1-20 0,-2-2 40 16,-1 1-36-16,0 1 38 0,-1 0-28 0,-2 1 52 0,0 0-15 16,-1-1 23-16,-8 7-24 0,12-10-11 0,-12 10-13 15,10-8-12-15,-10 8-16 0,0 0-11 0,0 0 11 16,0 0-18-16,0 0 13 0,0 0-17 0,0 0 12 16,-11 11-5-16,6-4 8 0,0 3-13 0,1 0 14 15,1 3-9-15,0 4-3 0,3-3-11 0,1 2 8 16,2 1 0-16,4 3-2 0,-1 0-1 0,2-3-1 15,3 2-3-15,0-1 0 0,3-1 16 0,0 0-11 16,3-2-31-16,0-1 36 0,2-1-29 0,0-3 48 0,1 1-34 16,2-4 26-16,0-1 0 0,0-2 20 0,-1-1 3 15,2-3 8-15,-2 0-7 0,4-3 15 16,1-4-60-16,3-1 0 0,1-3 0 0,-2-3 0 0,5-3 0 16,-1-4 0-16,0 1 0 0,-2-4 0 0,-2 0 0 15,-1-1 0-15,-2 0 0 0,0 1 0 0,-7 2 0 16,-1-1 0-16,-2 3 0 0,-3 1 0 0,-2 2 0 15,0 2 0-15,-3 1 0 0,1 3 0 0,-3-1 0 16,-2 1 0-16,-3 11 0 0,1-19 0 0,-1 19 0 16,-4-13 0-16,4 13 0 0,-10-12 0 0,10 12 0 15,-12-7 0-15,12 7 0 0,-14-2 0 0,14 2 0 0,-14 1 0 16,14-1 0-16,-13 2 0 0,13-2 0 0,-11 6 0 16,11-6 0-16,-7 11 0 0,7-11 0 0,-1 13 0 15,1-13 0-15,9 18 0 0,1-8 0 0,4 3 0 16,4 2 0-16,3 0 0 0,4 2 0 0,6 2 0 15,3 0 0-15,-2 1 0 0,5 1 0 0,-2-1 0 16,3 0 0-16,-2 2 0 0,1-1 0 0,-2 0 0 16,1 1 0-16,-3-1 0 0,-3 0 0 0,-1 0 0 15,-7-2 0-15,-1 0 0 0,-1 0 0 0,-5 0 0 16,-2-1 0-16,-3 0 0 0,-4 1 0 0,-2-3 0 16,-1 2 0-16,-6-1 0 0,-2 0 0 0,-5 2 0 15,-7 0 0-15,-4-2 0 0,-10-1 0 0,-5 1 0 0,-7-5 0 16,-8-2 0-16,-4-1-18 0,-8-5-548 0,-13-1-217 15,-7-5-199-15,-3-2-861 0,-1-4-1555 16</inkml:trace>
  <inkml:trace contextRef="#ctx0" brushRef="#br0" timeOffset="11341.359">4071 3133 437 0,'-40'-1'498'0,"3"1"-104"16,5-1-114-16,1 1-35 0,2 0-63 0,1 1-8 16,2-1-43-16,4 1-1 0,3 1-54 0,1 1 39 15,4 0-30-15,2 2 9 0,3 1 16 0,3 0 16 16,6-6 15-16,0 15 44 0,5-6-14 0,5 4 5 0,7 1 15 16,7 1-11-16,9 5-63 0,6-1 56 15,6 0-70-15,15 1 55 0,7 1-81 0,10-2 59 16,8-2-79-16,9-2 61 0,26-1-69 0,10-4-22 15,10-4 95-15,12-3 9 0,12-3 10 0,10-3 9 16,13-3-12-16,12 0-20 0,7-2-16 0,49-3-12 16,-42 2-11-16,46 0-9 0,-47 2-11 0,2 1-10 15,0 2-4-15,-4 0-7 0,-6-1-6 0,-7 3-7 0,-8 1-2 16,-11-2-5-16,-13 1-6 0,-14 1 2 0,-16 0-1 16,-33-2-3-16,-11 1 1 0,-15 0-3 0,-17-1 1 15,-8 1-4-15,-12-1 0 0,-6 0-1 0,-6 0-5 16,-4-1 0-16,-7 0-23 0,0 1-55 0,-6-2-47 15,-10 5-61-15,13-8-93 0,-13 8-50 16,5-7-65-16,-5 7-104 0,0 0-50 0,-3-13-138 0,3 13-407 16,-6-9-710-16</inkml:trace>
  <inkml:trace contextRef="#ctx0" brushRef="#br0" timeOffset="12037.4401">12146 3027 113 0,'-28'5'250'0,"-1"1"-22"0,-6-2 1 0,4 2 7 16,-2-2 5-16,1 1-8 0,-1 1-11 15,4-3-1-15,-3 2-26 0,4 0 38 0,0-2 2 0,2 2-1 0,-1-1 15 16,2 2 6-16,0-2-1 0,2 0-1 15,2 1 12-15,1-2-8 0,3 0-9 0,1 0 2 16,2 0-12-16,3-1-18 0,-1 0-19 0,12-2-13 0,-17 3-23 16,17-3-4-16,0 0-3 0,0 0-2 15,0 0 5-15,8 6 14 0,11-6-39 0,16-4 32 16,16 0-32-16,23-1 31 0,15-1-48 0,12 0 43 16,35-3-69-16,12 5 12 0,11-2-40 0,11 2 19 0,10 4-50 15,2 0 3-15,5 1 26 0,3 1-54 0,-3 2 25 16,-8-1-26-16,-10-1-15 0,-14 3 38 0,-12-2-16 15,-10-1-7-15,-34-1-8 0,-7-1 0 0,-8 0 0 16,-10-3 0-16,-13 1 0 0,-5-2 0 0,-6 1 0 16,-2-3-1-16,-6-1-37 0,-8 1-14 0,0-1 13 15,-7-2-45-15,-3 0-23 0,-3 0-36 0,-5-1-4 16,-1 1-74-16,-5-1-66 0,-1-1-80 0,-3 1-81 16,-3 0-103-16,-3 10-52 0,-1-19-77 0,-1 9-726 15,-4 1-1010-15</inkml:trace>
  <inkml:trace contextRef="#ctx0" brushRef="#br0" timeOffset="12787.8683">18017 3563 313 0,'-34'4'391'0,"0"2"-92"0,-1-2-49 0,-2 1-23 0,0-1-17 15,0-1-31-15,-1 0-27 0,-1 0-15 0,-1 0-15 16,-1-3 2-16,1 1-9 0,-1-1-9 16,-1-1-9-16,0 1-2 0,0-2 8 0,1 1-20 0,-7-2-12 15,7 1-7-15,-1 0-9 0,-6-2-2 0,2-1 2 16,-2 0 6-16,2 0 14 0,-1 0-3 0,-1-2-2 16,2 2 1-16,0-1 1 0,3 2-9 15,5-1 11-15,1 0-8 0,-1 0 0 0,4 1 28 0,1-1-7 16,6 3 8-16,4-1 46 0,2 1-52 0,2 0-12 15,3 0-13-15,2 1-11 0,2-1-4 0,12 2 4 16,-18-1 24-16,18 1 40 0,0 0 22 0,0 0 3 16,0 0-9-16,28 0-8 0,3-1 16 0,20 0 17 15,12-2 23-15,28 1-10 0,16-1-1 0,41-2-15 16,18-1-10-16,17 2-35 0,18 0 29 0,64 1-50 16,10 2 34-16,13 1-14 0,11 3 32 0,10 2-55 15,9 2 15-15,9 3-39 0,4 2 22 0,6 2-37 16,11 3 16-16,3 2-47 0,7 1 16 0,-2 1-6 15,-2 1 21-15,-3 0-13 0,-9 3-52 0,-6 2 58 0,-13-2-1 16,-13 1-65-16,-16 0 72 0,-17-2-12 16,-23-3-14-16,-59-5 1 0,-10-2 2 0,-15-1-10 15,-13-5 5-15,-13 0-5 0,-35-4-9 0,-11-2-4 0,-10-3-45 16,-10-3-71-16,-20-1-43 0,-5-2-98 0,-9-4-68 16,-3 0-69-16,-13 1-75 0,-7-1-116 15,-3 2-93-15,-9 1-137 0,-5-1-565 0,-4 9-979 0</inkml:trace>
  <inkml:trace contextRef="#ctx0" brushRef="#br0" timeOffset="15255.3433">3530 5584 754 0,'-6'-17'801'15,"1"4"-103"-15,-1-2-100 0,0 1-47 0,-1 2 56 16,0 0-95-16,1 3-11 0,1 1-101 0,0-1-53 16,5 9-104-16,-8-11-25 0,8 11-76 0,0 0 1 15,0 0-16-15,-12 11 52 0,10 0-49 0,0 8 23 16,2 6-54-16,-2 2 27 0,2 8-27 0,0 4 24 0,-1 8-51 16,0 0-2-16,2 3-57 0,0 0 58 0,-1 0-18 15,2 1-11-15,-1 0-7 0,2-3-3 0,-1-1-13 16,1-2-3-16,2-3 6 0,-3-7-5 0,1-1-1 15,-1-2-7-15,0-7-4 0,0-1 0 0,-1-6 0 16,1-1 11-16,-1-1 8 0,-1-4-7 16,0-12 10-16,0 19-20 0,0-19 7 0,0 0-6 15,-5 7-2-15,5-7 4 0,-9-9-11 0,3-3-1 0,0-4-3 16,-1-5 10-16,0-8-16 0,0-3-62 0,-1-9 77 16,0-5-74-16,3-4 57 0,-1-1 2 0,2-5-20 15,0-11 53-15,3-1-56 0,0-1 31 0,3-1-45 16,3 1 7-16,2 5 5 0,0-3 10 0,6 7 5 15,0 1 42-15,-1 14-37 0,2 1 30 0,0 6-37 16,3 4 39-16,-4 8-47 0,3 5 39 0,0 6-25 16,1 5 36-16,1 4-29 0,1 6 55 0,4 6-36 15,3 7 4-15,3 7 7 0,0 10 15 0,6 9-7 16,-4 7 38-16,-1 4-41 0,-4 4 44 0,1 4-65 16,0 1 0-16,-1-1 1 0,-2 3 0 0,0-2-58 0,-3-2 74 15,0 0-62-15,-4-4 75 0,-2-9-8 16,-3-2-73-16,0-3 75 0,-3-8-4 0,-2-3 1 15,-1-6 7-15,1-2 14 0,-4-3-46 0,1-5 0 0,0-2 0 16,-4-10 0-16,3 9 0 0,-3-9 0 0,0 0 0 16,6-11 0-16,-5-2 0 0,3-4 0 15,2-7 0-15,2-8 0 0,1-9 0 0,2-5 0 0,-1-2 0 16,4-10 0-16,0 0 0 0,1 1 0 0,-2 12 0 16,0 1 0-16,0 5 0 0,-4 9 0 0,-1 3 0 15,-1 5 0-15,0 3 0 0,-2 3 0 0,-1 6-12 16,-4 10 3-16,8-10-2 0,-8 10 12 0,9 6-8 15,-3 5 10-15,-1 3-1 0,2 9 0 0,-1 4 12 16,1 7-11-16,1 5-1 0,0 3 0 0,-2 3-67 16,0 1 85-16,3 2-78 0,-2 0 14 0,0 2-100 15,0-3-98-15,1 2-114 0,-1-2-80 0,1-2-106 16,-2-2-109-16,1-2-76 0,0-7-837 0,0-5-1207 16</inkml:trace>
  <inkml:trace contextRef="#ctx0" brushRef="#br0" timeOffset="15706.4063">5072 5650 808 0,'7'-22'911'0,"-1"0"-159"16,-1 1-92-16,-1 3 37 0,-2 1-8 0,1 1-79 15,-3 0-46-15,0 3-80 0,-3 1-151 0,1 1-4 16,-1 2-129-16,-3 2 25 0,6 7-110 0,-15-7 46 15,15 7-33-15,-26 4-24 0,9 4-25 0,0 1-17 16,-1 3-19-16,-2 5-5 0,2 1 10 0,1 2-24 16,3 0-6-16,4-1-5 0,1 2-4 0,3 1-1 15,4 2-5-15,2-4-1 0,1 4 2 0,5 0-12 16,2 2-57-16,4 0 69 0,2-1-58 0,5 4 79 16,4-2-73-16,0-1 77 0,6 1-68 0,0 0 69 15,3-2-69-15,1-2 69 0,0 1-67 0,2 0 72 16,-2-1-74-16,0-1 66 0,-1 0-66 0,-2-2 71 15,-1 1-72-15,-6-4 58 0,1 1-2 0,-4-1 2 16,-5-3-11-16,1-1 1 0,-5-2-2 0,-1 0 4 16,-3-2-2-16,-3 2 16 0,-4-11-14 0,0 15 1 15,0-15 7-15,-9 16 6 0,-1-9 9 0,-1 0-12 16,-5 0 13-16,-1-1-34 0,-6-1 0 0,-3 1 0 16,-4-5-35-16,-5 2 50 0,-4-5-73 0,-2 0 37 0,-9-1-60 15,0-3-54-15,3-2-71 0,0-1-49 0,4-3-35 16,5 0-20-16,10 1-31 0,3-3-40 0,9 2-66 15,7-1-105-15,6 2 21 0,5 1-85 0,7-3-630 16,7 1-854-16</inkml:trace>
  <inkml:trace contextRef="#ctx0" brushRef="#br0" timeOffset="16531.4152">5925 5780 335 0,'-10'-16'851'0,"-2"-1"-176"0,-1-2-70 0,-2-2-7 15,1 0 43-15,-2 1 1 0,1-1-50 0,2 3-40 16,0 0 17-16,2 1-54 0,1 5-137 0,2 0 0 15,0 3-148-15,1 0 27 0,7 9-128 0,-9-11 45 16,9 11-104-16,0 0-70 0,0 0 0 0,-1 14 0 16,5-1 0-16,2 2 0 0,1 7 0 0,3 3 0 15,0 3 0-15,0 4 0 0,2 5 0 0,-3 1 0 16,0 2 0-16,-2 0 0 0,0 3 0 0,-1-1 0 16,-2 0 0-16,-2-5 0 0,0 0 0 0,0 1 0 15,-3-3 0-15,2 1 0 0,0-3 0 0,0-4 0 16,-1-2 0-16,0-2 0 0,-1-6 0 0,1 1 0 0,0-4 0 15,-1-2 0-15,1-2 0 0,0-12 0 0,0 19 0 16,0-19 0-16,0 0 0 0,-4 11 0 0,4-11 0 16,-7-6 0-16,3-3 0 0,-1-3 0 0,-1-4 0 15,0-6 0-15,-1-7 0 0,-1-3 0 0,0-9 0 16,0-3 0-16,2-4 0 0,0-4 0 0,1 1 0 16,0-4 0-16,3 0 0 0,0-2 0 0,1 0 0 15,3 1 0-15,-1 2 0 0,4 3 0 0,0 2 0 16,1 3 0-16,1 7 0 0,-1 5 0 0,1 5 0 15,-1 5 0-15,2 2 0 0,0 3 0 0,3 3 0 16,0 4 0-16,1 3 0 0,5 5 0 0,3 4 0 16,2 4 0-16,8 6 0 0,5 8 0 0,2 6 0 15,6 6 0-15,1 7 0 0,0 3 0 0,-2 3 0 16,1 3 0-16,-1 3 0 0,0 1 0 0,0 2 0 0,-3-2 0 16,-3-1 0-16,-1-2 0 0,-5-2 0 15,-6-6 0-15,-3-2 0 0,-5-1 0 0,-2-3 0 16,-5-6 0-16,-4-2 0 0,-3-2 0 0,-3-2 0 0,-4 2 0 15,-5-4 0-15,-5 2 0 0,-4-2 0 16,-5-1 0-16,-8 0 0 0,-3-3 0 0,-4-2 0 16,-2-4 0-16,-3-1 0 0,-3-2 0 0,1-2 0 0,4-4 0 15,2 0 0-15,1-2 0 0,3-3 0 0,3-1 0 16,8 0 0-16,2-1-382 0,4-3-183 0,6 1-96 16,3-1-67-16,6-2-80 0,5 2-790 0,6-3-1250 15</inkml:trace>
  <inkml:trace contextRef="#ctx0" brushRef="#br0" timeOffset="16997.8263">6932 6041 1339 0,'-3'-15'903'0,"-2"-2"-215"0,-1-4-90 0,-3 0 93 16,1-6-45-16,-1-3-64 0,-1-1-95 0,1-6-71 15,1-1-43-15,3 4-41 0,1-1-134 0,3 0 65 0,3 2-121 16,1 0 52-16,4 2-104 0,2 1 43 0,7-2-96 16,-2 7 42-16,3 1-79 0,0 4 0 15,4 1 0-15,2 1 0 0,0 6 0 0,-3 3 0 0,2 2 0 16,-2 4 0-16,0 5 0 0,3 2 0 0,-1 6 0 16,0 5 0-16,1 4 0 0,0 8 0 0,-1 5 0 15,-3 2 0-15,-2 3 0 0,-1 2 0 16,-1 3 0-16,-2 0 0 0,-1-1 0 0,-2 2 0 0,-1-2 0 15,-3 0 0-15,0-5 0 0,-4-3 0 0,-1-5 0 16,-2 0 0-16,-2-3 0 0,-3 0 0 16,0-1 0-16,-3-4 0 0,-1-1 0 0,-3-1 0 0,-1-3 0 15,-2-2 0-15,-1-3 0 0,-2-4 0 0,1-1 0 16,0-2 0-16,-3-3 0 0,-1-3 0 0,-2-2 0 16,-4-4 0-16,1-2 0 0,1-6 0 0,2 0 0 15,0-6 0-15,4-5 0 0,2-2 0 0,6 1 0 16,4-2 0-16,3-4 0 0,4 1 0 0,7-8 0 15,3 0 0-15,5 1 0 0,5 1 0 0,3 2 0 0,8-4-94 16,3 3-237-16,-1 7-85 0,3 4-59 0,2 1-59 16,2 5-86-16,3 1-26 0,1 2-121 15,0 3-602-15,3 1-969 0</inkml:trace>
  <inkml:trace contextRef="#ctx0" brushRef="#br0" timeOffset="17342.3675">8218 5349 654 0,'16'-7'889'15,"-2"-1"-98"-15,-3 0-87 0,0-1-2 0,-3 1-32 16,-2 2-54-16,-6 6-106 0,7-17-11 0,-7 17-146 16,-2-13-14-16,2 13-114 0,-9-9 22 0,9 9-100 15,-21-5 47-15,6 6-106 0,-4 0 56 0,-4 5-99 16,0 1 65-16,-5 4-93 0,-1 1 72 0,2 2-91 16,-2 7 69-16,3 1-88 0,3 3 81 0,6-1-78 15,3 1 70-15,5 4-32 0,5-1-20 0,4 0 0 16,4 4 0-16,5-1 0 0,8 4 0 0,4 1 0 15,3-3 0-15,4-2 0 0,4 0 0 0,8 2 0 16,-5-5-2-16,2-3-45 0,0 0 8 0,1-2 15 0,2-1 3 16,-1 0 0-16,0-3 6 0,-2 1 9 15,1-1 9-15,-4-2 19 0,-2-1 26 0,-5-1 13 16,-2-1-20-16,0 0-41 0,-3 0 0 0,-4-1 0 0,-2 0 0 16,0 0 0-16,-6-3 0 0,-1 2 0 0,-3 0 0 15,-4-2 0-15,-3 0 0 0,-6 2 0 0,-8 1 0 16,-9 0 0-16,-13 1 0 0,-10-2 0 15,-18 2 0-15,-9-4 0 0,-8 1 0 0,-5-3 0 0,-1 2 0 16,2-3 0-16,1 0 0 0,6 2-633 16,7-1-374-16,14-2-1055 0,7-1-1826 0</inkml:trace>
  <inkml:trace contextRef="#ctx0" brushRef="#br0" timeOffset="17968.3724">2345 7349 844 0,'0'0'650'15,"-15"1"-100"-15,15-1-47 0,0 0-51 0,-19 0-7 0,19 0 4 16,0 0-55-16,-13-1 13 0,13 1-92 15,0 0 1-15,0 0-86 0,-15 0 4 0,15 0-73 16,0 0 15-16,0 0-48 0,0 0 20 0,0 0-29 0,0 0 50 16,0 0-11-16,0 0 65 0,10-3-10 15,8 0 31-15,10-2-39 0,19-2 90 0,23-5-132 16,17-3-163-16,33-4 0 0,22-3 0 0,23 0 0 16,25-1 0-16,66-3 0 0,21 3 0 0,16 3 0 0,15 3 0 15,12 4 0-15,3 5 0 0,4 4 0 0,-4 3 0 16,0 4 0-16,-4-1 0 0,-8 1 0 0,-11 0 0 15,-13-1 0-15,-17-4 0 0,-63 0 0 0,-11-2 0 16,-13-6-412-16,-17-2-428 0,-20-2-88 0,-13-2-967 16,-36 0-1620-16</inkml:trace>
  <inkml:trace contextRef="#ctx0" brushRef="#br0" timeOffset="19473.7288">10069 5725 41 0,'-11'4'732'0,"-2"-2"-168"15,2 1-19-15,-2-1-17 0,2 1-33 0,0-1-34 16,-2-1-39-16,2 2-25 0,11-3-29 0,-22 3-30 16,22-3-27-16,-16 4-23 0,16-4-35 0,-15 2-29 15,15-2-17-15,-11 2 13 0,11-2 12 0,0 0-8 16,0 0-27-16,0 0-11 0,0 0-15 0,22-1-83 16,-4-1 54-16,9-2-75 0,8 0 66 0,9-2-99 15,5 1 75-15,4-1-104 0,4 0 77 0,13-1-96 16,0 1 73-16,1-2-82 0,0 2 74 0,-1 0-96 15,-11 1-4-15,-1 0-128 0,-4 2-55 0,-3-1-120 0,-5-1-72 16,-9 2-84-16,-8 0-135 0,-2 1 12 16,-5 0-131-16,-6-1-609 0,-2 2-971 0</inkml:trace>
  <inkml:trace contextRef="#ctx0" brushRef="#br0" timeOffset="19691.034">10233 5845 845 0,'-26'8'830'0,"5"-4"-112"0,4 0-76 16,1 0-30-16,2-2 8 0,2 1-117 0,1-1-46 15,11-2-76-15,-17 3-75 0,17-3-62 0,0 0-49 16,0 0-38-16,0 0-70 0,0 0 15 0,17 1-52 16,3-2 25-16,7 1-18 0,4-2-12 0,8 1-12 15,10 0-19-15,2-2-57 0,1 1-103 0,2-3-89 16,0 1-78-16,-2-2-93 0,-1-2-107 0,-2-1-67 15,-3-3-107-15,0-1-594 0,-6-4-887 0</inkml:trace>
  <inkml:trace contextRef="#ctx0" brushRef="#br0" timeOffset="20008.1231">10787 5267 126 0,'-26'-26'807'0,"1"2"-125"0,-1 2-51 0,3 3-60 15,1 2 14-15,3 0-70 0,1 4-10 0,3 1-69 16,2 4-86-16,2 0-74 0,3 1-23 15,8 7-82-15,-10-5-15 0,10 5 17 0,0 0-12 0,10 6-8 16,3 1-10-16,8 2 2 0,8 5-2 0,10 3-54 16,5 1 25-16,13 7-50 0,4 1 32 0,5-1-60 15,5 6 38-15,1-2-11 0,2 2-10 16,4 1-13-16,-2-1-4 0,0 1-13 0,-3-1-6 0,-2 1-1 16,-3-1-1-16,-5-2-4 0,-5-1-1 0,-6-2 0 15,-12-3-8-15,-5-3 1 0,-5 1 17 0,-8-3 82 16,-3-1-16-16,-8-1 131 0,-3-2-205 0,-6 1-12 15,-5 1 0-15,-9 1 0 0,-9 2 0 0,-14 2 0 16,-14 4 0-16,-10-2 0 0,-9-2 0 0,-8 1 0 16,-3-1 0-16,-3-1 0 0,-1 2 0 0,1 0 0 15,2 0 0-15,6 0 0 0,4 1 0 0,6 2 0 16,5-3-257-16,9 1-494 0,10-4-139 0,6-1-1092 16,9-5-1728-16</inkml:trace>
  <inkml:trace contextRef="#ctx0" brushRef="#br0" timeOffset="26902.3388">16933 6736 783 0,'5'-9'711'0,"-2"-1"-116"0,-3 10-67 0,5-17-37 16,-5 17-49-16,2-18-61 0,-2 18 9 0,0-15-46 16,0 15-4-16,-1-11-93 0,1 11-27 0,0 0-77 15,-1-13-1-15,1 13-23 0,0 0 67 0,-7 11-6 16,1 1 43-16,-1 6-58 0,-5 7 3 0,-1 8 39 15,-3 5-76-15,0 4 56 0,-4 12-50 0,-2 1 50 16,1 2-91-16,-1 0 62 0,1-1-108 0,2 0-9 0,-1-2-4 16,2 1-8-16,5-10 2 0,0 1-6 0,0-1-5 15,2-3-5-15,-1-3 3 0,3 0 1 0,1-8-14 16,1-3-5-16,0-5 0 0,1-1 0 16,1-5 0-16,1-1 0 0,1-1 0 0,-1-7 0 0,4-8 0 15,-3 14 0-15,3-14 0 0,0 0 0 0,0 0 0 16,3-14 0-16,0 0 0 0,3-7 0 15,2-4 0-15,4-11 0 0,0-3 0 0,4-7 0 0,4-11 0 16,1-4 0-16,3-3 0 0,-1-2 0 0,3-2-93 16,-2 0 10-16,3 0 9 0,-3 0 58 0,1 0-41 15,0 3 57-15,0 3-49 0,0 4 56 0,-1 2-6 16,-2 6 6-16,-3 12-7 0,0 1 1 0,-4 6 2 16,-2 7-7-16,-3 6 1 0,-1 5-7 0,1 4-2 15,-2 4 5-15,-8 5 7 0,16 3 7 0,-6 7 5 16,0 7 8-16,0 8-52 0,0 5 61 0,-3 10-60 15,0 5 16-15,-2 5 58 0,-2 5-61 0,-2 11 72 16,-1-6-74-16,1 9 66 0,0-1-72 0,3 0 57 16,1-5-71-16,0-9 10 0,1 0-102 0,1-3-69 0,1-2-75 15,0-5-42-15,0-1-50 0,-2-2-34 16,-1-10-65-16,1-1-55 0,-4-5-47 0,1-6-116 16,-2-2-543-16,-1-5-835 0</inkml:trace>
  <inkml:trace contextRef="#ctx0" brushRef="#br0" timeOffset="28545.3429">16958 7471 75 0,'-22'-14'789'0,"0"-1"-160"16,2 4-98-16,1-1-5 0,0 0-21 0,1 2-41 15,1 1-25-15,3-1-55 0,2 4-37 0,1-1-87 16,2 0-32-16,1 2-71 0,8 5 2 0,-9-7-32 16,9 7-47-16,0 0 6 0,9-8-39 0,4 6 14 15,4 2-43-15,6-2-8 0,6 0-66 0,8 1-36 16,3-2-45-16,8 2-42 0,1-2-48 0,0-1-38 15,-1 0-40-15,-2-2 0 0,-2-2-3 0,-3-2 91 16,-4-3 7-16,-4-3 79 0,-4-3-5 0,-3-3 76 16,-7 0 28-16,-1-6 62 0,-2-4 42 0,-6 2 52 15,-3-2 32-15,-1 1 1 0,-4-3 67 0,-2 2-6 0,-1 4 14 16,-2-3 38-16,-3 0-42 0,1 7 61 16,-1-1-22-16,0 5 39 0,1 1 5 0,0 2-29 15,-1 3-95-15,3 1-9 0,3 13-74 0,-7-15 58 16,7 15 3-16,0 0 81 0,0 0-67 0,-6 19 14 0,4 0 5 15,2 8-47-15,-1 8-151 0,1 10 0 16,0 6 0-16,1 3 0 0,-1 3 0 0,2 13 0 16,1 0 0-16,2 2 0 0,2 3 0 0,3 0 0 0,0-2 0 15,0 1 0-15,2-3 0 0,-3-3 0 0,1-4 0 16,-2-11 0-16,-2-4 0 0,0-3 0 16,-1-5 0-16,-1-7 0 0,-1-2 0 0,-1-7 0 0,0-7 0 15,1 2 0-15,-2-4 0 0,0-6 0 0,-1-10 0 16,-1 15 0-16,1-15 0 0,0 0 0 0,0 0 0 15,0 0 0-15,-10-16 0 0,8 1 0 0,1-4 0 16,0-9 0-16,1-5 0 0,1-4 0 0,-1-9-1 16,2-2-173-16,1-1 27 0,0-1 53 0,3-2-31 15,-2 1 50-15,2 2-22 0,0-1 54 0,1 3 4 16,3 3 9-16,-1 0 12 0,1 5-3 0,2 1 1 16,1 3 2-16,1 7 5 0,-1 3-2 0,3 2 0 15,1 3 2-15,0 5-21 0,1 3 32 0,3 3-33 16,-3 6 36-16,1 1-1 0,0 4 2 0,-1 3-3 0,2 2 0 15,-1 3-1-15,-2 3-4 0,0-1-3 0,-5 5-40 16,-1-1 48-16,-2 2-39 0,-5-2 38 16,-3 1-30-16,-2-2 40 0,-2 5-37 0,-7-1 9 0,-2-1-2 15,-6 2 9-15,-2-1 7 0,-3-1 5 16,-1-3-3-16,-4-1 0 0,1 0 0 0,-1-1 3 0,-1-4 1 16,2 1 4-16,3-4-5 0,3 0 1 15,3-1 1-15,2-1 0 0,3-3-2 0,13-1-38 0,-19 3-23 16,19-3-33-16,0 0-9 0,0 0 1 0,2-10-2 15,13 5-42-15,1-1-42 0,6-2-10 0,8-3-28 16,7 0 12-16,2-2-31 0,4-1-4 0,1-2 5 16,2-1 15-16,-3-2 5 0,7-5 18 0,-9 1 29 15,-1-1-5-15,2-7 75 0,-8 3-15 0,-3-4 79 16,-3-4 46-16,-3 3 61 0,-3-4 28 0,-4 0 37 0,-4-1 31 16,0-2 46-16,-7 7-1 0,-2-1 5 15,-2-1 11-15,-3 0-4 0,-3 3 77 0,-1-1-41 16,-3 4 10-16,0 2 15 0,-3 0-24 0,2 6-43 15,0 2-13-15,-1 4-33 0,3 2-38 0,0 3-26 0,0 5 9 16,6 5 32-16,-14 0-34 0,8 6 55 16,-2 7-80-16,0 7 8 0,-2 9 10 0,3 9 3 15,-1 7 3-15,2 6-17 0,0 2-24 0,2 15-65 0,2 2 0 16,3 1 0-16,3 3 0 0,1 2 0 0,3 0 0 16,2-1 0-16,2-3 0 0,1-2 0 15,1-1 0-15,2-6 0 0,0-4 0 0,1-4 0 0,-3-10 0 16,1-5 0-16,-3-3 0 0,-1-7 0 0,-2-4 0 15,-2-5 0-15,0-3 0 0,-1-3 0 0,-2-2 0 16,-1-5 0-16,-3-8 0 0,0 0 0 0,0 0 0 16,0 0 0-16,0 0 0 0,0 0 0 0,-18-14 0 15,10 0 0-15,-2-5 0 0,-2-7 0 0,-2-8 0 16,-1-5 0-16,3 0 0 0,0-3 0 0,1-2 0 16,5-4-78-16,1 3-10 0,2-2 60 0,4 2-53 15,2 1 67-15,3 3-47 0,2 1 62 0,3 3-53 16,2 2 61-16,3 3-53 0,2 3 50 0,2 7-45 15,5-2 48-15,-2 7-46 0,3 2 54 0,3 4-48 0,0 2 46 16,-1 5-47-16,-1 1 51 0,1 6-47 0,0 1 53 16,2 4-56-16,-2 2 47 0,-4 2-47 15,-1 4 41-15,-2-1-42 0,-7-2 42 0,4 6-45 0,-13-2 9 16,0-2 6-16,-4-1 1 0,-3 1 7 0,-4-1 4 16,-4 1 0-16,-5 0 2 0,-2-1 4 15,-6 1 0-15,-4-4 0 0,0 1 2 0,-2-2 0 16,-1-2-3-16,-2-2 10 0,1 0-11 0,2-2 4 0,2-1 0 15,3 0 2-15,3-2 4 0,2 2-8 0,2-1 2 16,3-1-7-16,14-1-23 0,-20 0-14 0,20 0-6 16,-12 2-17-16,12-2 0 0,0 0-8 0,0 0-6 15,21-2-10-15,-5 1-26 0,5-2-30 0,6 1 6 16,2 0-13-16,5-3 3 0,3 1-8 0,0-2-6 16,6-2-16-16,0-1 33 0,1-3-22 0,-2-2 21 15,-1-2 29-15,-1-3 25 0,-2-5 18 0,-2-1 17 16,-2-2 14-16,-3-5 38 0,2-6 52 0,-8 1 22 15,-2-2 36-15,-4-1 16 0,-2-3 5 0,-5 0 57 16,0-1-4-16,-5 1 12 0,-3-2 34 0,-2 7-38 0,-3 3 63 16,-1 0-38-16,-2 1 24 0,-2 1-79 15,2 4 79-15,-5 1-103 0,3 8 51 0,0-1-117 16,0 7 42-16,0 3-85 0,-2 2 64 0,8 9-79 0,-14-3 82 16,14 3-82-16,-16 10 3 0,8 2-13 15,-1 7 29-15,3 5 2 0,0 7-4 0,3 3-4 16,1 12 20-16,5 0-39 0,4 4 0 0,4 11 0 15,4-3 0-15,5 1 0 0,4-1 0 0,3-6 0 0,3 0-64 16,1-1-50-16,0-5-16 0,1-6-6 16,-6-6 35-16,-1-5-19 0,-1-2 47 0,-3-7-16 0,-3-2 53 15,-2-5-21-15,-4-3 51 0,2-4-20 0,-3 0 35 16,0-3 37-16,-11-3 5 0,18-3-3 0,-10-3 5 16,3-2-7-16,-3-5 7 0,0-3 6 0,-1 1-12 15,0-4 60-15,-2-1-58 0,-1-2 103 16,-2 3-71-16,-1 1-2 0,1-1-7 0,-2 3-72 0,-1 1 0 15,0 2 0-15,0 0 0 0,1 13 0 0,-2-20 0 16,2 20 0-16,-4-9 0 0,4 9 0 0,0 0 0 16,0 0 0-16,-16 4 0 0,16-4 0 0,-3 15 0 15,3-15 0-15,0 21 0 0,1-9 0 0,3 3 0 16,1 0 0-16,2 0 0 0,0-1 0 0,1 4-274 16,3-2-94-16,-1-2-58 0,1 1-97 0,-1-3-136 15,-2 0-127-15,-1-5-845 0,0 0-1292 0</inkml:trace>
  <inkml:trace contextRef="#ctx0" brushRef="#br0" timeOffset="28735.4249">19351 6988 1470 0,'-9'-19'962'0,"0"-2"-124"0,-1 4-66 16,3 1-62-16,0 1-142 0,2 1-106 0,0 3-102 15,2 3-84-15,3 8-16 0,-5-13-100 0,5 13-33 16,0 0-47-16,0 0-88 0,23 6-74 0,-10 2-160 16,3 5-92-16,4 3-134 0,1 4-100 0,4 2-101 15,-3-2-814-15,2 5-1107 0</inkml:trace>
  <inkml:trace contextRef="#ctx0" brushRef="#br0" timeOffset="29794.5518">19908 7228 782 0,'11'-4'975'0,"-2"-1"-106"0,-9 5-81 16,11-9 21-16,-11 9-22 0,8-10-127 0,-8 10-6 16,3-11-190-16,-3 11-81 0,0 0-66 0,-3-15-61 15,3 15-54-15,-10-7-40 0,10 7-79 0,-16 0-83 16,4 2 0-16,-2 4 0 0,-2 3 0 0,-2-1 0 16,0 4 0-16,1 2 0 0,-1 4 0 0,4-1 0 15,2 2 0-15,1 0 0 0,4 0 0 0,3 2 0 0,2-3 0 16,4 0 0-16,3 3 0 0,4-2 0 0,7 3 0 15,4-2 0-15,8-1 0 0,4-1 0 16,4-1 0-16,4-3-158 0,3-2 26 0,3 0-4 0,0-3-43 16,2-2 3-16,-3-3 28 0,-6-1 26 0,0-1 24 15,-3-5 22-15,-1-3 13 0,-2 1 12 0,-1-6 38 16,2-5-25-16,-7 2 41 0,3-5-37 16,-4-2 45-16,-6 0 1 0,-3 0 33 0,-3-1 3 0,-3 1 24 15,-4 1-1-15,-3 3 7 0,-3-1 13 0,-2 0 11 16,-3 0-28-16,-1 2 41 0,-2 2-42 0,-5 0 62 15,0 3-70-15,-2 3 80 0,0 1-89 0,-3 3 63 16,2 1-95-16,-1 4 61 0,1 2-85 0,-2 3 0 16,3 2 0-16,-2 3 0 0,4 2 0 0,2-1 0 15,2 4 0-15,4 0 0 0,1 0 0 0,3 2 0 0,3 0 0 16,1 0-25-16,2-2-56 0,3 1-6 16,0 0-3-16,1-6 14 0,0 3 4 0,0-6 17 0,2 2 11 15,-1-2 11-15,-2-4 7 0,3 0 6 16,-12-4 5-16,20 3 4 0,-20-3 2 0,21-4 46 0,-12 0-50 15,3-3 45-15,-1-3-46 0,-2-2 42 16,3-5-45-16,-1 1 61 0,-2-3-66 0,1 0 81 16,-1-2-35-16,-1 0 70 0,-1 1-67 0,1-1 87 15,-3 2-27-15,0 3 73 0,-1-1-156 0,0 2-4 0,-1 4 0 16,0 1 0-16,1 0 0 0,-4 10 0 0,5-16 0 16,-5 16 0-16,5-7 0 0,-5 7 0 15,0 0 0-15,10 4 0 0,-10-4 0 0,10 10 0 0,-3 1 0 16,0-1 0-16,2 3 0 0,1 0 0 0,2 2 0 15,0 0 0-15,2 0 0 0,1 2 0 0,4-1 0 16,-1-2 0-16,-1-2 0 0,2 0 0 0,0-2 0 16,2 0 0-16,-1-3 0 0,-3 0 0 0,0-4 0 15,0-3 0-15,-1 0 0 0,-1-3 0 0,1-4 0 16,-3 0 0-16,1-7 0 0,-1-1 0 0,0-8 0 16,-2-5 0-16,0-10 0 0,-1-2 0 0,-2-6 0 15,-2 0 0-15,-1-5 0 0,-3-2 0 0,-1-3 0 16,-3-2 0-16,-2-9 0 0,-2 2 0 0,-2 1 0 15,-3 4 0-15,2 12 0 0,-2 3 0 0,0 5 0 0,2 8 0 16,2 4 0-16,1 6 0 0,-1 7 0 0,2 2 0 16,-1 6 0-16,6 7 0 0,0 0 0 15,-14 10 0-15,9 5 0 0,4 8 0 0,2 5 0 0,1 10 0 16,4 10 0-16,1 4 0 0,3 15 0 16,1 2 0-16,0 1 0 0,1-1 0 0,1 4 0 15,0-7 0-15,0-2 0 0,-1-3 0 0,-3-11 0 0,2-3 0 16,-3-2 0-16,-1-5 0 0,-1-5 0 0,-1-5 0 15,0-5 0-15,-2-3 0 0,-1-2 0 0,0-3 0 16,0-4 0-16,-2-1 0 0,0-12 0 0,0 16 0 16,0-16 0-16,0 0-22 0,0 0-75 0,0 0-4 15,0 0 8-15,0 0-8 0,-4-9 46 0,4 9-41 16,2-25 52-16,-3 9-29 0,2-2 49 0,0-1-28 16,1-1 47-16,1-1 0 0,1-1 45 0,1 3-41 15,1-2 81-15,-1 6-46 0,1-2 56 0,1 2-58 16,1 2 69-16,3 1-68 0,0 2 81 0,1-1-69 15,3 4 98-15,0 0-86 0,3 4-57 0,0 0 0 0,0 3 0 16,2 2 0-16,2 5 0 0,-2-2 0 16,1 2 0-16,0 3 0 0,-3 0 0 0,1 0 0 15,-2 1 0-15,-1 2 0 0,-2 0 0 0,0-1 0 0,-3 0 0 16,-1-1 0-16,1 0 0 0,-3 1 0 0,1-1 0 16,0-1 0-16,-2-1 0 0,-2 1 0 15,1-2-350-15,-6-8-222 0,7 15-167 0,-7-15-207 0,0 0-818 16,0 11-1455-16</inkml:trace>
  <inkml:trace contextRef="#ctx0" brushRef="#br0" timeOffset="30001.8582">21562 6972 1536 0,'0'0'1096'0,"0"-15"-64"0,0 15-108 15,3-15-8-15,-3 15-130 0,4-11-135 0,-4 11-108 16,7-9-90-16,-7 9-199 0,0 0-254 0,10-7 0 15,-10 7 0-15,0 0 0 0,13 3 0 0,-13-3 0 16,16 11 0-16,-9-2 0 0,2 0 0 0,1 5 0 16,0 3-231-16,-2 1-290 0,1 0-62 0,-2 3-55 15,0-1-75-15,-1 0-56 0,0-1-734 0,0-2-1129 16</inkml:trace>
  <inkml:trace contextRef="#ctx0" brushRef="#br0" timeOffset="30565.3967">21768 7266 180 0,'0'0'856'15,"12"1"-102"-15,-12-1-34 0,0 0-65 0,10-9 24 0,-10 9-13 16,7-8-64-16,-7 8-44 0,9-11-100 0,-9 11 50 16,10-10-124-16,-10 10-30 0,11-7-4 15,-11 7-112-15,10-5-9 0,-10 5-229 0,15-1 0 0,-15 1 0 16,16 5 0-16,-6-1 0 0,1 3 0 0,0 2 0 16,-2 0 0-16,2 1 0 0,-3 0 0 0,1 0 0 15,-1 1 0-15,-2 0 0 0,-1 0 0 0,-1-2 0 16,-4-9 0-16,5 17 0 0,-5-17 0 0,1 17 0 15,-1-17 0-15,-5 15 0 0,5-15 0 0,-12 11 0 16,3-5 0-16,0-2 0 0,-1-1 0 0,-1-1 0 0,0 1 0 16,11-3 0-16,-21 2 0 0,21-2 0 15,-19-5 0-15,19 5 0 0,-16-7 0 0,9 2 0 16,2-2 0-16,2-3 0 0,1-1 0 0,2 0 0 16,1-3 0-16,3-2 0 0,4-5 0 0,0 0 0 15,4-3 0-15,1-2 0 0,3 2 0 0,0 2 0 0,1-1 0 16,0 3 0-16,1 2 0 0,-3 4 0 15,1 0 0-15,0 3 0 0,2 3 0 0,-3 2 0 0,1 2 0 16,-3 3 0-16,1 2 0 0,1 2 0 0,0 3 0 16,-1 2 0-16,0 0 0 0,-3 3 0 0,1 0 0 15,-1 1 0-15,-2 0 0 0,1 1 0 0,-1 0 0 16,-2 0 0-16,0 1 0 0,1-2 0 0,-2 1 0 16,0-4 0-16,-1 1 0 0,-1-2 0 0,1 0 0 15,-5-8 0-15,9 14 0 0,-9-14 0 0,8 9 0 16,-8-9 0-16,10 7 0 0,-10-7 0 0,15 2 0 15,-15-2 0-15,21-4 0 0,-7-1 0 0,0-1 0 16,2-1 0-16,-1 0 0 0,0 0 0 0,0-1 0 16,-1 0 0-16,0 1 0 0,0 0 0 0,-3 1 0 15,-1 2 0-15,1 1 0 0,-2 0 0 0,-9 3 0 16,20-2 0-16,-9 4 0 0,0 3 0 0,3 0 0 16,-1 2 0-16,3 4 0 0,-1 0 0 15,2 2 0-15,-1-1 0 0,2 2 0 0,-1-1 0 0,1 1 0 0,3 1-229 16,-3-1-255-16,0-3-94 0,-2-1-123 15,1 1-87-15,-6-3-194 0,3-1-426 0,-1-1-1012 0</inkml:trace>
  <inkml:trace contextRef="#ctx0" brushRef="#br0" timeOffset="31761.693">24554 7040 191 0,'0'-29'711'0,"2"2"-134"0,-2-2-32 15,1 1-57-15,-1 1-46 0,2 0 3 0,1 1-24 16,-1 1-82-16,1 1 43 0,0 4-44 0,-1 1-69 0,1 2-46 16,0 2-54-16,2 1-43 0,-2 4-20 0,1 1-15 15,-4 9-10-15,12-4 27 0,-12 4-25 16,16 7 76-16,-5 3-44 0,0 5 25 0,4 7-42 0,-1 3 22 16,0 9-51-16,1 1 20 0,-2 5-10 0,1-1-17 15,-5 3-9-15,1-2-12 0,0 2-6 0,-1-1 5 16,-2-1-15-16,2 1-45 0,-4-8 39 0,1-1-39 15,-2 0 41-15,0-8-39 0,-1 2 36 0,-1-4-35 16,-2-1 5-16,1-3 5 0,0-4 5 0,2 3 3 16,-6-6 7-16,3 1 29 0,0-12 8 0,-4 16-6 15,4-16-7-15,-8 5 37 0,8-5-54 0,-11-7 37 16,1-1-54-16,1-4 36 0,-2-7-45 0,-3-6 42 16,-1-9-41-16,-1-5 34 0,2-5-45 0,-3-8 39 15,3-5-43-15,-2-3 45 0,5 1-43 0,2-2 41 0,0 9-47 16,3-2 45-16,3 0-5 0,-2-2-4 15,3 1 3-15,2 4-9 0,3 1-1 0,1 1 6 16,2 5-8-16,1 3-39 0,5 0 41 0,-5 12-37 16,7 2 45-16,-1 3-43 0,5 2 56 0,1 4-56 0,4 4 37 15,0 5 6-15,4 3-5 0,-3 5 2 16,5 5 1-16,1 4-6 0,6 6 2 0,0 5 0 16,-2 4-1-16,-1 3-1 0,-1 2 3 0,-1 4 1 0,-2 1-5 15,-2 0 1-15,-3 1-35 0,1 0 42 0,-5 0-38 16,-2 0 7-16,-1-2 44 0,-7-4-42 15,0-3 42-15,-6-2-39 0,-3-2 40 0,-2 0-41 0,-3 1 43 16,-4-2-42-16,-2-1 44 0,-2 1-6 0,-4-1-7 16,-4 0 0-16,0-1-9 0,-4-3-47 0,2 2-63 15,-1-3-81-15,0 2-86 0,3-4-67 0,2 0-88 16,0 0-99-16,1 1-47 0,3-1-11 0,2 1-105 16,1-1-484-16,4 2-787 0</inkml:trace>
  <inkml:trace contextRef="#ctx0" brushRef="#br0" timeOffset="32162.0024">25374 7366 754 0,'13'-6'793'0,"-1"-1"-98"16,-1-2-40-16,-1-3-72 0,1 1-22 16,1-3-26-16,0-1-86 0,-1 0 23 0,-2-1-69 15,2 1-73-15,-3 2-35 0,0 2-81 0,0-1 12 0,0 2-101 16,-1 2 12-16,1 1-72 0,1 3 26 0,-9 4-59 15,20-3 32-15,-8 5-1 0,3 2-16 0,-1 0-14 16,6 7-8-16,-2-1-3 0,2 2 0 16,1 3-5-16,1 2-51 0,0-1 51 0,-1 0-45 0,0 2 48 15,-2-2-50-15,-3-3 50 0,-1 4-46 0,-1-6 45 16,-3 1-47-16,-2-2 44 0,-1-1-40 0,-2 0 46 16,-6-9-43-16,6 13 46 0,-6-13-45 15,-2 11 47-15,2-11-43 0,-13 8 46 0,13-8-52 0,-20 3 54 16,20-3-51-16,-27-1 51 0,16-1-51 0,-5-1 54 15,5-1-50-15,-1 1 49 0,-1-6-45 0,2 2 47 16,1-2-53-16,2 0 54 0,3-3-58 0,-1-1 55 16,4-1-64-16,1 1 53 0,1-2-7 0,3 0-6 15,3-1-5-15,1 1-21 0,0-2-38 0,6 2-54 16,-2 3-53-16,1 2-66 0,1 0-56 0,0 3-42 16,3 2-47-16,0 2-49 0,0 2-61 0,4 3 6 15,-4 0-36-15,2 3-96 0,2 1-579 0,-2 2-797 16</inkml:trace>
  <inkml:trace contextRef="#ctx0" brushRef="#br0" timeOffset="34447.8829">26102 7336 142 0,'0'0'859'0,"0"0"-167"0,11-5-18 15,-11 5-31-15,7-10-14 0,-7 10-4 0,10-14-48 16,-4 4-48-16,0 1-9 0,1-1-117 0,1-1 17 0,4 0-143 16,-3 1 22-16,4 0-119 0,1-1 42 15,-1 3-115-15,4 0 48 0,0 3-101 0,3 3 60 0,-1 0-102 16,2 4 46-16,4 0-58 0,-2 4 0 0,4 3 0 15,0 3 0-15,-3 0 0 0,-1 2 0 0,-2 1 0 16,-4-1 0-16,-3 0 0 0,-1 2 0 0,-5-3 0 16,-2 0 0-16,-2 1 0 0,-2-3 0 0,-2-11 0 15,-2 21 0-15,-4-9-4 0,1-5-15 0,-6 2 6 16,0-1 6-16,-3-4 0 0,3-1-3 0,-4-2 23 16,-2-1-23-16,-1-3 3 0,-2-1 71 0,-2-2-67 15,1-3 6-15,2 1-3 0,-2-4 0 0,1 0 0 16,4-1 0-16,0-1 0 0,5-2 0 0,2 0-103 15,2 1 48-15,1-1-52 0,6 0-24 0,2-2-5 16,5 3 2-16,2 0 1 0,4 0 11 0,3 1 20 0,9 1 10 16,1 1-2-16,3 3 8 0,6 1 15 15,1 1-6-15,8 1 8 0,0 1 6 0,2 0 9 16,-6 3 7-16,6-2 11 0,-6 1 8 0,-2-2 13 0,-1 0-3 16,-4 3 7-16,-1-4 7 0,-5 0 13 0,-3 0 31 15,0-1 21-15,-1 1 21 0,-5-2 23 16,-2 1-20-16,-3-1-17 0,-1 0-34 0,-2-1 44 15,-3 2-45-15,-7 7 27 0,4-15-46 0,-4 15 42 0,-8-13-32 16,-1 7 44-16,-2 1-45 0,-3 2 34 0,1 2-49 16,-3-1 42-16,0 4-17 0,-2 2-6 0,1 1-3 15,-2 2-3-15,1 3-4 0,3 2-4 0,1 2-3 16,3 1-1-16,2 2-1 0,3-3 0 0,0 3-3 16,6-3 0-16,0 4 3 0,6 0-7 0,0 1 2 15,1 0-10-15,4-1-9 0,1-3-12 0,3 0 1 16,1-1 10-16,-1-4 0 0,-1-1 8 0,1-1 6 15,1-4 5-15,-3 0 0 0,-1-4 9 0,4-3 21 16,-3-1 7-16,3-2 15 0,-3-4 26 0,3-2-58 16,-3-5 53-16,-1 0-51 0,-1-3 59 0,0 0-55 15,-1 0 131-15,-2-1-86 0,-3 0 8 0,1 3-81 16,1 1 0-16,-4 2 0 0,1 2 0 0,1 1 0 16,-3 2 0-16,-2 10 0 0,6-12 0 0,-6 12 0 0,0 0 0 15,12 8 0-15,-5 2 0 0,1 4 0 0,3 6 0 16,3 5 0-16,1 7 0 0,2 5 0 15,3 3 0-15,-2 1 0 0,6 9 0 0,-1 2 0 0,-1 1 0 16,1 1 0-16,-3 0 0 0,-3-1 0 16,-2-6 0-16,-3-2 0 0,0-1 0 0,-5-2 0 0,-3-6 0 15,-3-3 0-15,-2-5 0 0,-1-1 0 0,-4 2 0 16,-4-4 0-16,1-3 0 0,-4-5 0 0,-1 0 0 16,-3-4 0-16,-2 0 0 0,-3-4 0 0,2-2 0 15,-3-3 0-15,1-3 0 0,2-1 0 0,-1-3 0 16,-3-3 0-16,3-1 0 0,2-2 0 0,2-3 0 15,0-1 0-15,3-3 0 0,1-4 0 0,4 1 0 16,1-4 0-16,4-2 0 0,2-1 0 0,4-3 0 16,3-4 0-16,4-5 0 0,4-1 0 0,2-1 0 15,0 0 0-15,5-2 0 0,0 2 0 0,0 2 0 16,3 0 0-16,-1 1 0 0,-2 0 0 0,1 2 0 16,-1 2-20-16,0 1 40 0,-2 0-56 0,-2 0 67 0,0 7-76 15,-5 0 77-15,2 0-48 0,-1 0 50 0,-2 6-34 16,-1-4 0-16,3 4 0 0,-3-1 0 15,0 2 0-15,2 0 0 0,-2 1 0 0,0 2 0 0,2 3 0 16,-2-1 0-16,0 3 0 0,3 1 0 0,-1-1 0 16,3 4 0-16,1 3 0 0,1 2 0 0,1 3 0 15,2 3 0-15,2 2 0 0,4 4 0 0,0 3 0 16,0 6 0-16,3 0 0 0,-1 5 0 0,-2 1 0 16,0 3 0-16,0 0 0 0,-4 0 0 0,1 2 0 15,-2-3 0-15,-3-3 0 0,-4-2 0 0,-1 1 0 16,-2-6 0-16,-3 1 0 0,0-3 0 0,-2-1 0 15,-1-3 0-15,-2-1 0 0,2 0 0 0,-4-11 0 16,0 14 0-16,0-14 0 0,-4 9 0 0,4-9 0 16,0 0 0-16,-18 0 0 0,18 0 0 0,-19-10 0 0,9 3 0 15,0-4 0-15,-1 0 0 0,0-6 0 16,3-1 0-16,-2-1 0 0,3 0 0 0,2-3 0 16,2 1 0-16,-2 4 0 0,5-2 0 0,0 0 0 15,0 1 0-15,3 1 0 0,0 2 0 0,0 1 0 16,5 3 0-16,0 0 0 0,3 3-225 0,2 1-23 15,3 4-17-15,-1 1-17 0,4 2-25 0,7 2-11 16,0 2 2-16,5 2-9 0,1 1 18 0,1 1 1 16,0 2 50-16,6 0 21 0,-1 0 60 0,-5-1 24 15,1-1 42-15,-4-1 10 0,-6-3 59 0,0 0 62 0,-3-2 81 16,-4-2 86-16,0-2-14 0,-2 0 6 16,-2-4 16-16,-3-1 15 0,0-1 35 0,-3-1-6 15,-3-1-6-15,-1 0 7 0,-3 10-16 0,-1-24 8 0,-2 13-18 16,-1-3-54-16,-4 1 36 0,0 1-90 0,-2 1 45 15,-1 0-85-15,-2 4 71 0,0 0-110 0,-3 2 67 16,1 4-82-16,0 2 54 0,-2 2-79 16,-1 3 84-16,0 2-92 0,0 6 81 0,2-1-88 0,-1 8 74 15,5 2-73-15,1-3 68 0,4 2-69 0,-2 1 61 16,6 0-62-16,0 1 62 0,2-1-69 0,1-2 76 16,2-1-77-16,1 1 86 0,2-3-88 0,0-1 76 15,0 0-71-15,1-4 70 0,1-1-67 0,2 0 73 16,-3-4-66-16,2-2 44 0,2 0-22 0,-1-3 0 15,-9-3 0-15,19 0 0 0,-19 0 0 0,21-6 0 16,-10-3 0-16,1-1 0 0,0-3 0 0,0-4 0 16,1 1 0-16,-2-2 0 0,0-2 0 0,-3-1 0 15,1 3 0-15,-1-1 0 0,0 1 0 0,-3 1 0 16,-1 3 0-16,0 0 0 0,-1 3 0 0,1 1 0 16,-4 10 0-16,4-18 0 0,-4 18 0 0,3-11 0 15,-3 11 0-15,0 0 0 0,0 0 0 0,0 0 0 16,0 0 0-16,0 0 0 0,0 0 0 15,0 0 0-15,2 18 0 0,1-7 0 0,1-1 0 0,2 1 0 0,1 2 0 16,3-2 0-16,2 4 0 0,2-2 0 0,3 0 0 16,0 0 0-16,0-2-115 0,1-1 2 15,0-2 20-15,2 0 20 0,-3-4 23 0,1-1 4 16,-1-1 12-16,-1-2 23 0,1-3 22 0,-1-1 34 16,0-2-7-16,0-5 57 0,-1 0-60 0,-2-4 92 0,0-1-33 15,-2 0-4-15,-2-2-90 0,-2 0 0 0,1 0 0 16,-3 1 0-16,-1 0 0 0,-1 1 0 0,-1 2 0 15,1 1 0-15,-1 1 0 0,-1 1 0 0,-1 11 0 16,3-19 0-16,-3 19 0 0,2-12 0 0,-2 12 0 16,0 0 0-16,0 0 0 0,0 0 0 0,0 0 0 15,0 0 0-15,4 14 0 0,-4-14 0 0,3 21 0 16,-1-11 0-16,0 4 0 0,1 0 0 0,2-1 0 16,-1 2 0-16,0 0 0 0,3-2 0 0,-2 0 0 15,1 1 0-15,1-2 0 0,0 1 0 0,2-3 0 16,-1-1 0-16,0 1 0 0,3-2 0 0,-2-3 0 15,1 0 0-15,0-1 0 0,1-1 0 0,-11-3 0 16,22 0 0-16,-22 0 0 0,22-3 0 0,-10-1 0 16,-1-1 0-16,3-1 0 0,-1-1 0 0,-2 0 0 15,2-1 0-15,-2 1 0 0,0 0 0 0,-1-1 0 16,-2 1 0-16,1 1 0 0,-1 0 0 0,0 0 0 16,-8 6 0-16,13-10 0 0,-13 10 0 0,12-7 0 15,-12 7 0-15,11-3 0 0,-11 3 0 0,11 1 0 0,-11-1 0 16,14 7 0-16,-14-7 0 0,14 12 0 15,-5-4 0-15,0 2 0 0,-1-2 0 0,1 3 0 16,1-1 0-16,-1 1 0 0,0 0 0 0,0-2 0 0,0 0 0 16,-3-1 0-16,2 0 0 0,-2-1 0 0,0-1 0 15,-6-6 0-15,10 9 0 0,-10-9 0 16,10 6 0-16,-10-6 0 0,13 2 0 0,-13-2 0 16,11-2 0-16,-11 2 0 0,15-6 0 0,-15 6 0 15,15-10 0-15,-7 4 0 0,1 0 0 0,-1 0 0 0,-1-1 0 16,0 1 0-16,2-1 0 0,-9 7 0 0,12-10 0 15,-12 10 0-15,10-8 0 0,-10 8 0 0,9-8 0 16,-9 8 0-16,9-3 0 0,-9 3 0 16,0 0 0-16,11-3 0 0,-11 3 0 0,0 0 0 15,15 6 0-15,-15-6 0 0,10 7 0 0,-10-7 0 0,9 8 0 16,-9-8 0-16,10 9 0 0,-10-9 0 0,9 10 0 16,-9-10 0-16,8 7 0 0,-8-7 0 0,8 8 0 15,-8-8 0-15,0 0 0 0,9 8 0 0,-9-8 0 16,0 0 0-16,13 3 0 0,-13-3 0 15,0 0 0-15,19-2 0 0,-19 2 0 0,19-3 0 0,-9 1 0 16,1-1 0-16,1-1 0 0,0 2 0 0,0-2 0 16,1 2 0-16,-1 0 0 0,2-1 0 15,-1 0 0-15,2 2 0 0,-2-1 0 0,-1 1 0 16,3 1 0-16,-1 1 0 0,1 1 0 0,2-1 0 16,0 2 0-16,1 1 0 0,0 0 0 0,4 1 0 0,0 4 0 15,0-3 0-15,2 1 0 0,4 3 0 0,0 0 0 16,2-1 0-16,0 1 0 0,-1 0-199 0,1-2-378 15,-2 1-167-15,-5-3-186 0,1-2-882 0,-4-2-1516 16</inkml:trace>
  <inkml:trace contextRef="#ctx0" brushRef="#br0" timeOffset="43466.0484">16851 9206 85 0,'0'0'778'0,"0"0"-174"16,0 0-58-16,0 0-18 0,-1-13-67 0,1 13-15 0,0 0-64 16,0 0-47-16,0 0-40 0,-2-11-35 15,2 11-27-15,0 0-28 0,0 0-5 0,0 0-32 16,0 0-20-16,-3-8-22 0,3 8-24 0,0 0-7 16,0 0-18-16,0 0-3 0,0 0-6 0,0 0 1 0,0 0-5 15,0 0-3-15,-5-8-3 0,5 8 1 16,0 0 3-16,0 0-3 0,0 0 6 0,0 0-3 0,0 0 1 15,0 0 1-15,0 0-1 0,0 0-5 0,0 0-2 16,0 0-8-16,0 0-2 0,0 0 0 0,0 0-4 16,0 0 2-16,0 0 0 0,0 0-7 0,0 0-4 15,0 0-1-15,0 0-5 0,0 0-5 0,0 0 1 16,0 0 5-16,0 0-3 0,0 0 1 0,0 0 6 16,0 0 6-16,0 0 0 0,0 0 11 0,0 0 1 15,0 0-2-15,0 0 13 0,0 0-6 0,0 0 12 0,0 0-20 16,0 0 41-16,0 0-72 0,0 0-16 15,0 0 0-15,0 0 0 0,0 0 0 0,0 0 0 16,0 0 0-16,0 0 0 0,0 0 0 0,0 0 0 16,0 0 0-16,0 0 0 0,0 0 0 0,0 0 0 0,0 0 0 15,0 0 0-15,0 0 0 0,-11 2 0 16,11-2 0-16,0 0 0 0,-7 7 0 0,7-7 0 16,0 0 0-16,-9 10 0 0,9-10 0 0,-7 6 0 0,7-6 0 15,-8 6 0-15,8-6 0 0,0 0 0 0,-8 7 0 16,8-7 0-16,0 0 0 0,0 0 0 0,-7 7 0 15,7-7 0-15,0 0 0 0,0 0 0 0,0 0 0 16,-8 6 0-16,8-6 0 0,0 0 0 0,0 0 0 16,0 0 0-16,0 0 0 0,-9 4 0 0,9-4 0 15,0 0 0-15,0 0 0 0,0 0 0 0,0 0 0 16,0 0 0-16,-12 1 0 0,12-1 0 0,0 0 0 16,0 0 0-16,0 0 0 0,0 0 0 0,0 0 0 15,0 0 0-15,0 0 0 0,0 0 0 0,0 0 0 16,-12-1 0-16,12 1 0 0,0 0 0 0,0 0 0 15,0 0 0-15,0 0 0 0,0 0 0 0,0 0 0 16,0 0 0-16,0 0 0 0,0 0 0 0,0 0 0 16,0 0 0-16,0 0 0 0,0 0 0 0,0 0 0 15,0 0 0-15,-12 1 0 0,12-1 0 0,0 0 0 16,0 0 0-16,0 0 0 0,0 0 0 0,0 0 0 16,0 0 0-16,0 0 0 0,0 0 0 0,0 0 0 0,0 0 0 15,0 0 0-15,0 0 0 0,0 0 0 0,0 0 0 16,0 0 0-16,0 0 0 0,-6 7 0 15,6-7 0-15,0 0 0 0,0 0 0 0,0 0 0 0,0 0 0 16,0 0 0-16,0 0 0 0,0 0 0 0,0 0 0 16,0 12 0-16,0-12 0 0,0 0 0 0,0 0 0 15,0 0 0-15,0 0 0 0,0 0 0 0,2 10 0 16,-2-10 0-16,0 0 0 0,0 0 0 0,0 0 0 16,0 0 0-16,0 0 0 0,0 0 0 0,0 0 0 15,0 0 0-15,0 0 0 0,0 0 0 0,0 0 0 16,0 0 0-16,0 0 0 0,3 9 0 0,-3-9 0 15,0 0 0-15,0 0 0 0,0 0 0 0,0 0 0 16,0 0 0-16,0 0 0 0,0 0 0 0,0 0 0 16,0 0 0-16,0 0-8 0,0 0-2 0,0 0 20 15,0 0-21-15,0 0 3 0,0 0 2 0,0 0-8 16,0 0 4-16,0 0-1 0,0 0-13 0,0 0 3 16,0 0-3-16,0 0 2 0,0 0-2 0,0 0-2 15,0 0 4-15,0 0-4 0,0 0 4 0,0 0 5 0,0 0 2 16,0 0 2-16,0 0 5 0,0 0 16 15,0 0-10-15,0 0 3 0,0 0-9 0,0 0 5 0,0 0-2 16,0 0 8-16,0 0-6 0,0 0 1 0,0 0 2 16,0 0-1-16,0 0-2 0,0 0 3 0,0 0 4 15,0 0-4-15,0 0-4 0,0 0 6 0,0 0 1 16,0 0-4-16,0 0 3 0,0 0-2 0,0 0 0 16,0 0-2-16,0 0 3 0,0 0-1 0,0 0-1 15,0 0 12-15,0 0-5 0,0 0-9 0,0 0 3 16,0 0 4-16,0 0-3 0,0 0 1 0,0 0 3 15,0 0-3-15,0 0-3 0,0 0-2 0,0 0 9 16,0 0-8-16,0 0 5 0,6-6-3 0,-6 6 4 16,0 0 1-16,0 0 0 0,0 0 4 0,0 0 6 0,0 0 10 15,0 0-5-15,0 0 0 0,0 0 4 16,0 0 2-16,0 0 10 0,0 0-10 0,7-7 1 16,-7 7-15-16,0 0 1 0,0 0-3 0,0 0 3 0,0 0 9 15,0 0-22-15,6 14 0 0,-6-14 0 0,5 18 0 16,-2-3 0-16,0 2 0 0,1 4 0 0,0 2 0 15,1 3 0-15,0 5 0 0,0 0 0 16,0 2 0-16,0 2 0 0,6 4 0 0,-6-5 0 0,0 0 0 16,1-1 0-16,1 1 0 0,0-1 0 0,-1-1 0 15,0-1 0-15,1-3 0 0,-2-4 0 0,1 0 0 16,-2-3 0-16,1-3 0 0,-2-2 0 0,1-2 0 16,-1 0 0-16,-1-3 0 0,0-1 0 0,-2-10 0 15,4 14 0-15,-4-14 0 0,0 0 0 0,0 0 0 16,0 0 0-16,0 0 0 0,0 0 0 0,4-11 0 15,-4 0 0-15,1-5 0 0,0-5 0 0,2-4 0 16,0-8 0-16,0-1 0 0,2-8 0 0,-1-3 0 16,0-2 0-16,0 0 0 0,0-2 0 0,-3 1 0 0,0-1 0 15,-1 2 0-15,-2 1 0 0,0 2 0 16,-1 6 0-16,1 3 0 0,-1-1 0 0,0 4 0 16,0 6 0-16,1 1 0 0,1 1 0 0,0 6 0 0,0 1 0 15,1 2 0-15,1 3 0 0,1 2 0 0,-2 10 0 16,11-12 0-16,-11 12 0 0,23 0 0 0,-7 5 0 15,3 4 0-15,5 5 0 0,1 4 0 16,3 4 0-16,0 3 0 0,-3 3 0 0,0-1 0 0,-1 3 0 16,-3 0 0-16,-4 1 0 0,-3-4 0 0,-3 0 0 15,-3-1 0-15,-3-4 0 0,-3 2 0 0,-3-3 0 16,-3 1-66-16,-3-2 1 0,-2 0-41 0,-2-2 63 16,-3 0-59-16,-2 0 11 0,-2-4 14 0,0-2 8 15,0-1 4-15,-2-3-4 0,1-1 2 0,1-4 3 16,-1-2 11-16,4 0-35 0,-4-2 45 0,3-2-22 15,-1 0 43-15,3-3-36 0,1 0 48 0,1-1-34 16,3 1 42-16,1 0-33 0,8 6 38 0,-11-12-40 16,11 12 44-16,0 0-38 0,-3-11 42 0,3 11-36 0,0 0 39 15,0 0-34-15,17 2 40 0,-17-2-34 16,20 8 40-16,-6-1-36 0,0 0 36 0,6 1-35 16,-1 2 38-16,3 0-40 0,4 1 34 0,0 0-35 15,3 0 37-15,0 0-40 0,2-2 36 0,1 2-38 0,0-3 38 16,3 0-33-16,0 1-1 0,1-4 4 0,0 1 4 15,0-2 0-15,0 0 3 0,-4-4-1 16,3 3 3-16,-6-2 5 0,0-2 0 0,-2-1-1 0,-3 1-4 16,0-4 7-16,-1-1 5 0,-2-1 32 0,-3-1-29 15,0-3 37-15,-3 0-37 0,-2-2 46 0,-1-1-47 16,-4 0 58-16,0 1-33 0,-3-2 28 0,-1 1-51 16,-2 2 45-16,-2-1-30 0,-1 2 49 0,-2 0-55 15,0 1 48-15,-1 2-61 0,-2-1-3 0,6 9 61 16,-13-7-67-16,13 7 80 0,-15-1-73 0,15 1 67 15,-18 7-69-15,9 0 83 0,-1 2-94 0,2 0 0 16,-1 4 4-16,2 0 4 0,2 2-1 0,1 0 3 16,1-1-6-16,2 1 5 0,0 0-4 0,3-1 0 15,2 2 1-15,1-2 1 0,3 1-5 0,-1-2 8 0,2-1-3 16,4-1 0-16,1 1 0 0,0-3 0 16,4 0-4-16,-1-3 9 0,0 0-6 0,1-4-3 15,0 2 2-15,0-2 7 0,-4-2-5 0,0-1 3 0,-1-1-2 16,1-1-1-16,-3 1-2 0,0-4-2 0,-1 1-1 15,-1-2 1-15,-1 0 8 0,0 1-7 16,-2-3 1-16,0 1-4 0,-1 0-1 0,-5 8 5 16,8-17-7-16,-8 17-2 0,4-14 2 0,-4 14-18 0,3-15 2 15,-3 15 2-15,1-12 2 0,-1 12 71 0,0 0-93 16,0-16 53-16,0 16-66 0,0 0 59 0,0 0-56 16,1-13 57-16,-1 13-54 0,0 0 68 0,0 0-62 15,2-12 59-15,-2 12-55 0,0 0 57 0,0 0-54 16,0 0 58-16,0 0-56 0,0-12 57 0,0 12-52 15,0 0 52-15,0 0-54 0,0 0 62 0,0 0-66 16,0 0 60-16,0 0-60 0,0 0 58 0,0 0-58 16,0 0 60-16,0 0-57 0,0 0 62 0,0-11-66 15,0 11 58-15,0 0-54 0,0 0 59 0,0 0-61 16,0 0 61-16,0 0-53 0,0 0 56 0,0 0-61 16,0 0 59-16,0 0-54 0,0 0 56 0,0 0-58 15,0 0 62-15,0 0-62 0,0 0 63 0,0 0-65 16,0 0 62-16,0 0-66 0,0 0 77 0,0 0-76 0,0 0 62 15,0 0-62-15,0 0 65 0,0 0-68 16,-1-11 62-16,1 11-54 0,0 0 54 0,0 0-61 16,0 0 62-16,0 0-61 0,0 0 62 0,0 0-60 0,-7-9 63 15,7 9-67-15,0 0 65 0,0 0-63 0,0 0 60 16,0 0-60-16,-5-8 62 0,5 8-63 0,0 0 72 16,0 0-75-16,0 0 62 0,-5-9-61 0,5 9 66 15,0 0-63-15,0 0 54 0,0 0-59 0,-8-6 60 16,8 6-59-16,0 0 57 0,0 0-56 0,0 0 60 15,-13-3-61-15,13 3 55 0,0 0-55 0,0 0 57 16,0 0-54-16,-8 6 57 0,8-6-48 0,0 0 56 16,0 0-49-16,4 13 78 0,-4-13-62 0,10 10 7 15,-3-3 19-15,0 0-8 0,4 0 5 0,1 1 7 16,1 2-1-16,1-2-3 0,2 4-6 0,1-1 3 0,0 0-11 16,0 0-1-16,-1-1-4 0,1 2-2 0,-2-2-2 15,-2-1 5-15,-1 1-8 0,0 0 4 16,-1-2-14-16,-2 1 14 0,-1-1-9 0,-1-1 6 0,-1 0-9 15,-6-7 12-15,6 14-9 0,-6-14 11 16,1 10-5-16,-1-10 3 0,-5 10-7 0,5-10 13 16,-10 8-16-16,10-8 4 0,-15 6-14 0,15-6-15 0,-15 5-9 15,15-5-10-15,-15 0-13 0,15 0-15 0,-11-2-15 16,11 2-27-16,-9-4-30 0,9 4-30 0,0 0-8 16,-2-14-9-16,2 14-6 0,8-12 15 15,-1 5 7-15,3-2-4 0,2 1 27 0,2 0 10 0,4-2 36 16,0 0 11-16,1 2 9 0,1-3 29 0,-2 2 23 15,0-2 0-15,-1 3 28 0,1-3 15 0,-5 4 40 16,2 1 29-16,-4-2 17 0,1 1 70 0,-3 2 1 16,-1-1 58-16,0 0-27 0,-8 6 35 0,12-7-54 15,-12 7 27-15,9-6-63 0,-9 6 43 0,0 0-83 16,0 0 70-16,0 0-71 0,0 0-10 0,0 0-15 16,0 0-12-16,0 0-2 0,7 7-20 0,-7-7-6 15,0 0-4-15,0 13-11 0,0-13-4 0,2 13-3 16,-2-13-35-16,6 12-55 0,-6-12-65 0,7 13-73 15,-2-5-88-15,0-1-32 0,2 1-49 0,1-2-114 16,0 1-95-16,-1-1-138 0,-7-6-726 0,16 7-1082 16</inkml:trace>
  <inkml:trace contextRef="#ctx0" brushRef="#br0" timeOffset="43651.7388">18505 9396 1128 0,'-6'-22'849'0,"-2"-1"-115"0,1 2-32 16,1-2-24-16,-1 4-25 0,0-1-94 16,0 2-104-16,2 4-86 0,0 0-76 0,1 1-72 0,0 4-47 15,4 9-40-15,-3-15-28 0,3 15-50 0,0 0-66 16,0 0-60-16,0 0-95 0,13 3-75 0,-6 3-68 16,2 4-104-16,-1 4-55 0,2 0-70 0,2 3-180 15,0 0-610-15,0 1-930 0</inkml:trace>
  <inkml:trace contextRef="#ctx0" brushRef="#br0" timeOffset="45041.4638">18926 9359 885 0,'5'-19'878'0,"-2"0"-113"0,0-1-2 0,-3 1 3 0,0-1-39 16,-2 0-82-16,1 0-79 0,-1 1-26 0,0 1-93 15,0 1-2-15,1 4-86 0,0 1-78 0,-2 1-157 16,3 11-124-16,0-13 0 0,0 13 0 15,0 0 0-15,0 0 0 0,9 13 0 0,-4-1 0 16,0 7 0-16,2 3 0 0,2 6 0 0,0 3 0 0,2 7 0 16,2 4 0-16,0-3 0 0,2 2 0 0,-1 0 0 15,2-1 0-15,-4-4 0 0,3 1 0 0,1-1 0 16,-4-8 0-16,1 0 0 0,-3-3 0 0,-1-4 0 16,0-1 0-16,-1-1 0 0,-3-4 0 0,1-1 0 15,-1-2 0-15,0-1 0 0,-1-2 0 0,-4-9 0 16,6 13 0-16,-6-13 0 0,0 0 0 0,4 11 0 15,-4-11 0-15,0 0 0 0,0 0 0 0,0 0 0 16,-11-9 0-16,4 2 0 0,-1-2 0 0,-1-1 0 16,-5-3 0-16,0 0 0 0,-2 0 0 0,0-1 0 15,-2 0 0-15,0 1 0 0,-2 1 0 0,1 0 0 16,-2 3 0-16,0 0 0 0,0 3 0 0,3 0 0 0,0 4 0 16,0 2 0-16,0 0 0 0,1 2 0 15,1 2 0-15,2 1 0 0,0 2 0 0,2 0 0 16,1 1 0-16,3 2 0 0,2 1 0 0,3-2 0 15,3-9 0-15,0 20 0 0,3-9 0 0,4-3 0 0,5 4 0 16,3-1 0-16,5-3 0 0,2 0 0 0,8 1-27 16,-1-5-99-16,13 5-29 0,-1 0 12 0,-4-6 13 15,0-1 8-15,2-2 26 0,-3 0 14 0,0-1 17 16,-2-2 18-16,-1-1 9 0,-2-2 13 0,-2-2 4 16,-4 0 8-16,1-1 4 0,-4-2 17 0,-2 0 27 15,0-1 49-15,-3-1-34 0,-1-1 51 0,-2 1-35 16,-1 0 91-16,-3 1-80 0,-2 0-11 0,0 1 10 15,-3 2 15-15,-1-1 20 0,0 2-12 0,-4 8-21 16,5-14-78-16,-5 14 0 0,0 0 0 0,-2-14 0 16,2 14 0-16,0 0 0 0,-11-3 0 0,11 3 0 15,-10 8 0-15,10-8 0 0,-11 11 0 0,6-1 0 16,1-2 0-16,0 2 0 0,2 1 0 0,1 0 0 0,1-11 0 16,0 23 0-16,3-13 0 0,1 0 0 15,1 0 0-15,1-1 0 0,3 3-119 0,-4-5-33 16,3 1-6-16,0-2-4 0,1-2-1 0,1 0 12 15,0-1 7-15,-10-3 22 0,20 3 8 0,-20-3 12 0,18-2 22 16,-6 0 16-16,-1-4 15 0,0 0 46 0,1-1-33 16,-1-4 39-16,1 3-26 0,-2-3 72 15,0 0-20-15,0 0 78 0,-2 0-1 0,1 1 77 0,-3 1-21 16,0 1 96-16,1-1-82 0,-2 2 1 0,-5 7-5 16,8-12-41-16,-8 12-42 0,6-9-89 0,-6 9 0 15,0 0 0-15,10-5 0 0,-10 5 0 0,0 0 0 16,9 7 0-16,-9-7 0 0,6 9 0 0,-6-9 0 15,8 14 0-15,-3-5 0 0,-1 0 0 0,0 0 0 16,1 1 0-16,0 0 0 0,0 0 0 0,0-1 0 16,2 0 0-16,-2 0 0 0,0-2 0 0,1 1 0 15,-1 0 0-15,-5-8 0 0,10 9-70 0,-10-9 11 16,10 9 7-16,-10-9 9 0,12 3 4 0,-12-3 10 16,15-1 8-16,-15 1 2 0,17-7 8 0,-7 1 0 0,1-3 2 15,1-2 3-15,1-1 66 0,0-2-72 16,0-2 80-16,0 3-64 0,-1-3 116 0,-1 2-63 15,-2 2 11-15,1 0-64 0,-3 2-4 0,0 0 0 0,-1 3 0 16,-1 0 0-16,-5 7 0 0,10-12 0 0,-10 12 0 16,8-5 0-16,-8 5 0 0,0 0 0 0,9 3 0 15,-9-3 0-15,9 10 0 0,-4-2 0 0,0 1 0 16,1-1 0-16,2 3 0 0,1 1 0 0,2 1 0 16,1 0 0-16,3 1 0 0,0 1 0 0,4-3 0 15,1 1 0-15,-1-1 0 0,1-2 0 0,1 1 0 16,-2-4 0-16,-2-1 0 0,-1-1 0 0,-2-3 0 15,-2-1 0-15,-12-1 0 0,23-3 0 0,-14-2 0 16,-2-2 0-16,2-5 0 0,-4-3 0 0,-2-2 0 16,-1-3 0-16,-1-8 0 0,-3-5 0 0,-1-10 0 15,-3-1 0-15,-1-4 0 0,-2 0 0 0,1 0 0 16,-1 0 0-16,-2 3 0 0,2 3 0 0,0 5 0 16,1 9 0-16,2 3 0 0,2 4 0 0,-1 4 0 15,1 3 0-15,1 4 0 0,3 10 0 0,-7-12 0 16,7 12 0-16,0 0 0 0,-6 13 0 0,5 0 0 15,2 6 0-15,2 6 0 0,0 8 0 0,4 8 0 0,1 3 0 16,2 3 0-16,2 0 0 0,3 8 0 0,0-8 0 16,-1-1 0-16,2-2 0 0,-2-4 0 0,-1 1 0 15,0-5 0-15,-3-7 0 0,-2-1 0 0,-1-7 0 16,-1 0 0-16,-2-5 0 0,1-2 0 0,-3-2 0 16,0-1 0-16,-2-11 0 0,0 14 0 0,0-14 0 15,0 0 0-15,-9 6 0 0,9-6 0 0,-10-7 0 16,2-1 0-16,1-2 0 0,-1-3 0 0,0-1 0 15,-2-3 0-15,2 1 0 0,2 1 0 0,1 1 0 16,1 0 0-16,1 2 0 0,0 0 0 0,3 12 0 0,0-20 0 16,0 20 0-16,8-16 0 0,-2 10 0 15,3 0 0-15,3 2 0 0,3 1 0 0,3 2 0 16,1-2 0-16,4 1 0 0,2 1 0 0,2-2 0 16,1 1-483-16,1-1-267 0,-2 0-107 0,4-3-1066 0,-2-2-1654 15</inkml:trace>
  <inkml:trace contextRef="#ctx0" brushRef="#br0" timeOffset="47601.2878">21378 9296 517 0,'8'-20'578'15,"2"0"-77"-15,-1-2-41 0,-1 1 11 0,1 0-25 16,-1 0 3-16,-1 0-75 0,-1 1-1 0,-2 2-29 15,1 1-44-15,-3 1 59 0,0 0-46 0,-2 3-4 16,-2 1-75-16,-1 0-6 0,-2 3-78 0,-1-1 4 16,-1 4-57-16,-2 4 38 0,-3-1-44 0,12 3 28 15,-26 3-49-15,11 1-8 0,-1 3-11 0,0 4-9 16,0 1-10-16,1 4 1 0,1 1-4 0,1 5-5 16,2 2-4-16,2-1-4 0,4 1 39 0,1 3-52 15,3 0 50-15,1 2-60 0,3 3 38 0,1 0-43 16,1 0 50-16,4 0-57 0,0-1 47 0,3 3-46 15,0-5 42-15,2 6-52 0,-1-8 14 0,0 1-39 16,1-2-15-16,0-1 17 0,-2-1 0 0,1-2 10 16,-4-2-1-16,0-3 10 0,-1-2 4 0,-2-1 7 0,-1-2 0 15,-2-3 8-15,-3-9 6 0,-1 18 0 16,1-18 3-16,-10 15 1 0,0-10 3 0,-1-1-2 16,-1-2 0-16,-4 0 12 0,-2-1-13 0,0-1 2 0,-1-1 0 15,1-1-1-15,-1-1-13 0,3-2-25 16,0 0-13-16,3-1 19 0,2-1-74 0,3 0 9 15,3-2-57-15,5 9 1 0,-1-16 11 0,6 4-7 16,4 1 17-16,4-1 5 0,4-1 16 0,2 2-1 0,5-1 20 16,3-1 18-16,-1 2 16 0,2 0 12 0,0 0 17 15,0 3 5-15,-5-1 44 0,0 1 35 0,-3 1 35 16,-3 1 70-16,-1 1 22 0,-2 1 83 0,-1-2-18 16,-1 2 53-16,-3 0-52 0,0 0 85 0,-9 4-97 15,15-8-5-15,-15 8-7 0,11-6-28 0,-11 6-54 16,9-4-140-16,-9 4 0 0,0 0 0 0,0 0 0 15,0 0 0-15,13 2 0 0,-13-2 0 0,0 0 0 16,1 14 0-16,-1-14 0 0,1 13 0 0,-1-13 0 16,3 16 0-16,-3-16 0 0,4 19 0 0,-1-8 0 15,1-3 0-15,1 2 0 0,2-2 0 0,0 1 0 16,2 0 0-16,1-1 0 0,-1 0 0 0,3-2 0 16,0 1 0-16,-2-3 0 0,1 0 0 0,1-2 0 0,-12-2 0 15,21 2 0-15,-21-2 0 0,21-4 0 0,-11 0 0 16,1-3 0-16,-2-1 0 0,0-2 0 15,0-3 0-15,-3 1 0 0,0-1 0 0,-1-1 0 16,-1 0 0-16,0 1 0 0,-1 3 0 0,0-2 0 16,-3 12 0-16,4-18 0 0,-4 18 0 0,4-13 0 0,-4 13 0 15,0 0 0-15,5-7 0 0,-5 7 0 0,0 0 0 16,10 13 0-16,-5-4 0 0,1 4 0 0,0 2 0 16,1 3 0-16,1 3 0 0,3 3 0 0,0 4 0 15,0 0 0-15,4 4 0 0,-1 2 0 0,2 0 0 16,-1-2 0-16,1 4 0 0,-2-3 0 0,2-1 0 15,-5-3 0-15,1-1 0 0,-2-2 0 0,-1 1 0 16,-3-4 0-16,0-2 0 0,-4-2 0 0,0-3 0 16,-3-1 0-16,-1-1 0 0,-1-1 0 0,-4-1 0 15,0-1 0-15,-2-3 0 0,-4-2 0 0,0-1 0 0,-1-3 0 16,-2 0 0-16,-3-5 0 0,1 0 0 0,-3-3 0 16,-1-2 0-16,3-2 0 0,-3-5 0 15,4-2 0-15,2 1 0 0,5-3 0 0,1 0-35 0,4-3-165 16,4 0-9-16,3-3 13 0,4 0-5 0,4-2-5 15,3-2 62-15,6-3-45 0,1 1 35 16,4 0-1-16,2 0 44 0,1 1 2 0,-1 0 36 0,4 2-8 16,-1-2 49-16,0 4-15 0,-1-1 58 0,-3 2 9 15,-4 3 89-15,-2 2-29 0,-1 1 54 0,-4 2-16 16,-4 1 34-16,0 0-46 0,-4 3 35 0,-2-1-49 16,-1 1 29-16,-4 2-50 0,0 0 32 0,-1 0-58 15,-4 3 38-15,1-1-60 0,-1 2 40 0,0 0-60 16,7 7 51-16,-13-8-60 0,13 8 48 0,0 0-53 15,-17 2 50-15,17-2-49 0,-7 13 47 0,7-13-48 16,-1 21 47-16,3-9-55 0,2 4 66 0,3 3-69 16,3 1 50-16,3 2-51 0,3 2 51 0,2 1-54 15,5 1 58-15,-1-1-69 0,2 0 1 0,0 0-10 16,-3-6-2-16,-2 1 0 0,0 0 6 0,-2 0-1 16,-5-6 10-16,0-1-1 0,-2-1 4 0,-1-1 6 15,-1-2-5-15,-2 0 17 0,-1-2 6 0,-5-7 2 16,8 13 3-16,-8-13 0 0,0 0 3 0,2 11-1 15,-2-11 8-15,0 0-9 0,-8 5 0 0,8-5 0 16,0 0 0-16,-13-1-2 0,13 1-23 0,-11-6-36 16,11 6-31-16,-14-9-43 0,9 3 0 0,-1-2-46 0,3-1 33 15,-1 0-35-15,1-2 5 0,3-2 14 0,0-1 12 16,3-3 23-16,1 0 26 0,1-3 16 0,2-1 21 16,1-1 14-16,4-3 11 0,-1 0 29 15,-1 1 43-15,2-2 36 0,-2 0 42 0,0-1 16 0,-1-1 48 16,-1 2 1-16,-1-3 38 0,-2 4-14 0,0 0 0 15,-2 0 57-15,0 0-10 0,-1 1 10 0,-2 3 9 16,0 1-29-16,-2 2 40 0,1-1-231 0,0 3-44 16,-1 0 0-16,0 3 0 0,1 1 0 0,-2 1 0 15,3 11 0-15,-3-19 0 0,3 19 0 0,-2-11 0 16,2 11 0-16,0 0 0 0,0 0 0 0,0 0 0 16,-8 15 0-16,7-2 0 0,1 4 0 0,0 4 0 15,1 5 0-15,1 5 0 0,2 3 0 0,1 1 0 16,2 6 0-16,0-1 0 0,2-1 0 0,0 0 0 15,1-3 0-15,-1-4 0 0,0-3 0 0,0 1 0 0,0-5 0 16,-3-4 0-16,0-1 0 0,-2-3 0 16,2-2 0-16,-3 0 0 0,0-3 0 0,-1-4 0 15,0 3 0-15,-2-11 0 0,2 13 0 0,-2-13 0 0,0 0 0 16,0 0 0-16,-1 12 0 0,1-12 0 0,0 0 0 16,0 0 0-16,-5-11 0 0,5 11 0 15,-2-12 0-15,2 12 0 0,0-19 0 0,0 19 0 0,2-19 0 16,-2 19 0-16,2-20 0 0,-2 20 0 0,3-18 0 15,-3 18 0-15,5-16 0 0,-5 16 0 0,7-15 0 16,-7 15 0-16,12-13 0 0,-5 8 0 0,2 0 0 16,2 1 0-16,0 0 0 0,3 0 0 0,2 1 0 15,-1 0 0-15,4 0 0 0,0 2 0 0,0-3 0 16,2 2 0-16,0-2 0 0,-2 2 0 0,4-3 0 16,-3 1 0-16,-2 0 0 0,0-1 0 0,-2-1 0 0,1 0 0 15,-3 1 0-15,-1-2 0 0,-2 0 0 16,-3 0 0-16,0 0 0 0,-4-1 0 0,-4 8 0 15,4-16 0-15,-4 16 0 0,-4-15 0 0,-1 7 0 0,-2 2 0 16,0-1 0-16,-1 2 0 0,0 1 0 16,-3 1 0-16,11 3 0 0,-19 0 0 0,8 3 0 15,1-1 0-15,0 4 0 0,0 2 0 0,1 2 0 0,2 1 0 16,0 0 0-16,0 2 0 0,2 2 0 0,2-1 0 16,2 1 0-16,1-1 0 0,1 0 0 15,1 3 0-15,3-3 0 0,1-1 0 0,0 2 0 0,2-2 0 16,0-2 0-16,2 0 0 0,1 0 0 0,-1-4 0 15,3 2 0-15,-1-4 0 0,-1-1 0 0,2-1 0 16,-1 0 0-16,-12-3 0 0,26-1 0 0,-14-2 0 16,3-1 0-16,-2-1 0 0,2-3 0 0,-1 0 0 15,1-3 0-15,-1-2 0 0,-1 1 0 0,0-2 0 16,-4 3 0-16,2-1 0 0,-2 2 0 0,-1-2 0 16,-1 5 0-16,-1-1 0 0,0 0 0 0,-6 8 0 15,9-11 0-15,-9 11 0 0,6-7 0 0,-6 7 0 16,0 0 0-16,0 0 0 0,0 0 0 0,10 4 0 15,-10-4 0-15,0 0 0 0,3 17 0 0,-3-17 0 0,2 14 0 16,-2-14 0-16,3 18 0 0,-3-18 0 16,5 18 0-16,-5-18 0 0,5 18 0 0,-5-18 0 15,7 15 0-15,-7-15 0 0,6 15 0 0,-6-15 0 0,7 10 0 16,-7-10 0-16,8 9 0 0,-8-9 0 0,11 5 0 16,-11-5 0-16,13 3 0 0,-13-3 0 15,14-4 0-15,-4 1 0 0,-1-2 0 0,1-1 0 0,1 0 0 16,1-1 0-16,0-2 0 0,-2 0 0 0,1 1 0 15,0 0 0-15,-2 0 0 0,-1 3 0 0,1-1 0 16,-1 1 0-16,0-1 0 0,-8 6 0 0,11-7 0 16,-11 7 0-16,10-5 0 0,-10 5 0 0,9-5 0 15,-9 5 0-15,0 0 0 0,13 1 0 0,-13-1 0 16,10 6 0-16,-10-6 0 0,9 7 0 0,-9-7 0 16,10 11 0-16,-10-11 0 0,11 10 0 0,-11-10 0 15,9 11 0-15,-9-11 0 0,9 10 0 0,-9-10 0 16,10 8 0-16,-10-8 0 0,8 7 0 0,-8-7 0 15,0 0 0-15,12 5 0 0,-12-5 0 0,0 0 0 16,15-5 0-16,-15 5 0 0,11-8 0 0,-5 2 0 16,0-1 0-16,2-1 0 0,-3-1 0 0,1 1 0 15,-1 0 0-15,0 0 0 0,-5 8 0 0,10-14 0 16,-10 14 0-16,8-12 0 0,-8 12 0 0,5-8 0 0,-5 8 0 16,6-7 0-16,-6 7 0 0,0 0 0 15,0 0 0-15,15 1 0 0,-15-1 0 0,10 6 0 0,-10-6 0 16,16 12 0-16,-8-5 0 0,2 0 0 15,3 2 0-15,-1-1 0 0,3 1 0 0,0 1 0 0,3-2 0 16,-3 0-187-16,2-2-559 0,-2 1-143 0,1-3-209 16,-3-1-569-16,-13-3-1336 0</inkml:trace>
  <inkml:trace contextRef="#ctx0" brushRef="#br0" timeOffset="48518.0986">24862 9569 692 0,'-7'-22'613'0,"-2"0"-43"0,-1-3-17 16,2 1-16-16,0 3 9 0,1 0-4 0,-1 0-48 15,1 2 11-15,1 3-60 0,1 1-32 0,0 2-48 16,2 1-76-16,-2 2-67 0,5 10-49 0,-6-13-18 16,6 13 7-16,0 0 71 0,0 0 9 0,-2 16-2 15,4-2-40-15,1 4-200 0,5 7 0 0,-3 5 0 0,4 6 0 16,2 3 0-16,2 4 0 0,0-1 0 16,2 2 0-16,0 2 0 0,2-2 0 0,1 8 0 15,-1-9 0-15,-1 3 0 0,1-4 0 0,-4-2 0 0,1-1 0 16,-3-4 0-16,0-5 0 0,-3-1 0 0,-2-7 0 15,0-1 0-15,-2-4 0 0,-1-1 0 16,0-3 0-16,-1-2 0 0,-2-11 0 0,-2 13 0 0,2-13 0 16,0 0 0-16,0 0 0 0,-17-5 0 0,9-5 0 15,-1-5 0-15,-1-4 0 0,-2-6 0 0,-3-8 0 16,-1-4 0-16,-1-3 0 0,-1-12 0 0,-2-3 0 16,-1-3 0-16,2-2 0 0,0-2 0 0,0-2 0 15,3 0 0-15,0 0 0 0,2 1 0 0,1 2 0 16,3 10 0-16,2 2 0 0,2 2 0 0,1 4 0 15,2 7 0-15,1 1 0 0,2 8 0 0,0 0 0 16,2 3 0-16,3 2 0 0,-1 5 0 0,1 0 0 16,2 3 0-16,2 1 0 0,3 4 0 0,1 3 0 15,4 2 0-15,1 4 0 0,2 3 0 0,4 4 0 16,3 5 0-16,6 6 0 0,-2 2 0 0,1 5-4 0,-1 3 5 16,0 2-6-16,-1 0 3 0,-5 1-4 15,-2 1 1-15,-2-1 26 0,-7-5-21 0,-2 0 0 16,-4-4 0-16,-5 0 0 0,-1-3 0 0,-4-1 0 0,-3 1 0 15,-4-1 0-15,-3-1 0 0,-3 0 0 16,-6-3 0-16,-2 2 0 0,2-2 0 0,-4-1 0 16,0-1 0-16,4-2 0 0,2-1-47 0,-1 1-178 15,4-1-73-15,0-2-132 0,5 0-81 0,-1-1-36 0,5 3-38 16,2-1 5-16,5-8-78 0,1 17-711 0,3-8-971 16</inkml:trace>
  <inkml:trace contextRef="#ctx0" brushRef="#br0" timeOffset="49666.4893">25334 9731 1192 0,'0'0'670'0,"5"-13"-65"15,-5 13-49-15,4-18-28 0,-4 18-21 0,2-20-67 16,-2 20-28-16,2-20-62 0,-2 20 3 0,2-19-65 16,-2 19-6-16,4-17-83 0,-4 17-5 0,7-15-76 15,-7 15 14-15,12-10-59 0,-12 10 36 0,17-6-43 16,-17 6 24-16,23-3-44 0,-11 6 45 0,3 1-57 15,2 0 35-15,-2 3-53 0,5 3 42 0,-4-2-60 0,1 4 42 16,1 1-40-16,-2-2 28 0,1 5-42 16,-3-4 0-16,-1 2 4 0,-3-3-4 0,-1 0 3 15,-2 0-2-15,1-1 3 0,-2-1 0 0,-2 0 3 0,-4-9 1 16,6 17 3-16,-6-17 2 0,2 11 4 0,-2-11 2 16,0 0 0-16,-1 13 2 0,1-13 0 0,0 0 2 15,0 0 0-15,-9 3-1 0,9-3-2 16,-8-6 0-16,8 6 1 0,-8-10-3 0,8 10 44 0,-5-15-54 15,1 6 35-15,2-2-59 0,0 2 9 0,1-3-80 16,1 12 17-16,1-24-92 0,1 12 9 0,0 3-66 16,0-2-29-16,1 1-13 0,1 1-46 0,2 1-12 15,1 1-12-15,2 1 9 0,0 2-14 16,3 0 24-16,-1 3 29 0,2-1 42 0,1 1 45 0,1 1 46 16,-1 0 25-16,1 0 37 0,0 0 39 15,-1 1 47-15,0-1 56 0,-14 0 94 0,23-1 104 0,-23 1 73 16,22-3 46-16,-22 3 11 0,20-6-35 0,-11 2 50 15,0 0-18-15,1-2 65 0,-2 1-69 0,1-1 18 16,0 0-111-16,0 1 54 0,0 0-125 0,2 0 38 16,-1 1-119-16,0 1-14 0,5 1 52 0,-2 1-106 15,2 2-5-15,1 1-8 0,3 1-35 0,-2 2 0 16,3 1 0-16,0 1 0 0,-2 2 0 0,1-1 0 16,-2 1 0-16,-1-1 0 0,-3 1 0 0,-1-1 0 15,-1 0 0-15,-2-1-18 0,-2-1-27 0,0 2 3 0,-7-8 8 16,9 10 9-16,-9-10 3 0,0 0 9 15,-3 12 1-15,3-12 2 0,-14 4-3 0,14-4 4 0,-24 0 63 16,6-1-75-16,0-2 69 0,-2 0-81 0,-3-3 74 16,3 1-76-16,0 0 67 0,2 1-66 0,3-2 63 15,-2 1-72-15,4 0 65 0,2 0-74 0,2 1 38 16,9 4-70-16,-11-10 31 0,11 10-45 0,0 0 27 16,4-13-40-16,-4 13 29 0,16-12-15 0,-2 6-3 15,3 2-33-15,3-3 55 0,3 1-33 0,-1 0 64 16,1 2-32-16,2-3 43 0,2 2-27 0,-2-1 42 15,-3 0-20-15,4 1 43 0,-3 0-39 0,0-1 50 16,-4 1 19-16,0 0 31 0,-4 0 31 0,1-1 0 16,-3 1 56-16,-1 0-45 0,-3-1 45 0,-1 0-72 15,0 0 47-15,-8 6-74 0,9-11 46 0,-9 11-70 16,2-11 56-16,-2 11-77 0,-4-9 50 0,4 9-67 16,-9-5 63-16,9 5-68 0,-14-2 57 0,14 2-67 0,-13 0 67 15,13 0-71-15,-14 3 58 0,14-3-60 0,-11 7 59 16,11-7-62-16,-7 12 63 0,7-12-68 15,-5 13 28-15,5-13-47 0,3 14 42 0,-1-5-41 16,-2-9 42-16,11 15-44 0,-4-7 45 0,-1-3-36 0,4 2 48 16,-1-2-35-16,1-1 46 0,-10-4-38 0,21 5 61 15,-21-5-42-15,21 0 89 0,-21 0-22 16,19-5 93-16,-7-1-79 0,-3 0 95 0,2-3-39 0,0 0-101 16,0-2-25-16,-2 2 0 0,1-2 0 0,-1-1 0 15,-1 4 0-15,-1 0 0 0,0-1 0 0,0 4 0 16,-7 5 0-16,11-11 0 0,-11 11 0 0,11-3 0 15,-11 3 0-15,11 11 0 0,-4-3 0 0,2 7 0 16,0 4 0-16,-2 3 0 0,1 8 0 0,2 7 0 16,-1 1 0-16,0 4 0 0,-1 3 0 0,0 2 0 15,0 1 0-15,-1 3 0 0,0 0 0 0,2-1 0 16,-2 0 0-16,-1-1 0 0,-2-2 0 0,-1-2 0 16,-1-8 0-16,-2-1 0 0,-4-3 0 0,1-2 0 0,-5-2 0 15,-3-3 0-15,-3-2 0 0,-1-5 0 0,-4-3 0 16,-3-4 0-16,2-4 0 0,-5-2 0 15,-2-2 0-15,0-4 0 0,0-3 0 0,-5-3 0 0,3-3 0 16,0-3 0-16,2-4 0 0,3-5 0 0,1-4 0 16,5 0 0-16,7-1 0 0,4-6 0 0,5 0 0 15,9-8 0-15,6-1 0 0,12-7 0 0,8 3 0 16,5 1 0-16,5 2 0 0,4 5 0 0,3 2 0 16,0 5 0-16,-2 5-220 0,-6 4-378 0,-2 4-108 15,0 1-85-15,-5 1-279 0,-5 4-454 0,-5 0-1157 16</inkml:trace>
  <inkml:trace contextRef="#ctx0" brushRef="#br0" timeOffset="53170.0046">17197 11751 2 0,'0'0'525'0,"0"0"-143"0,0 0-8 0,0 0-67 15,0 0-29-15,0 0-24 0,0 0-16 16,-12 0-25-16,12 0-9 0,0 0-2 0,0 0-16 0,0 0-11 15,0 0-7-15,0 0-17 0,0 0-22 0,0 0-24 16,-11-2-18-16,11 2-15 0,0 0-18 16,0 0-5-16,0 0-5 0,0 0-9 0,-10-5-9 0,10 5-3 15,0 0-4-15,0 0-11 0,0 0 3 16,0 0-2-16,0 0-2 0,0 0-4 0,0 0 2 0,0 0 1 16,0 0-13-16,0 0 14 0,-9-4 1 0,9 4 0 15,0 0-2-15,0 0 3 0,0 0 7 0,0 0 2 16,0 0 3-16,0 0-1 0,0 0 5 0,0 0-3 15,0 0-4-15,0 0 1 0,0 0-6 0,0 0 0 16,0 0-5-16,0 0 1 0,0 0-4 0,0 0 0 16,0 0-3-16,0 0 1 0,0 0 2 0,0 0-3 15,0 0-1-15,0 0 1 0,0 0 0 0,0 0-2 16,0 0 5-16,0 0 5 0,0 0-2 0,0 0 7 0,0 0 2 16,0 0 0-16,0 0 7 0,0 0 14 0,0 0 2 15,0 0 2-15,0 0 2 0,0 0-4 0,0 0-2 16,0 0-2-16,0 0-1 0,0 0-2 15,0 0-7-15,0 0 2 0,0 0-5 0,0 0-4 0,0 0 0 16,0 0-3-16,0 0-7 0,0 0 0 0,0 0 0 16,0 0-4-16,0 0-1 0,0 0 1 0,0 0 1 15,0 0-4-15,0 0 1 0,0 0 4 0,0 0-3 16,0 0 10-16,0 0 6 0,0 0-1 0,0 0 1 16,0 0-1-16,0 0 3 0,0 0-3 0,0 0 4 15,0 0 2-15,0 0 4 0,0 0-6 0,0 0 4 16,0 0-9-16,0 0 3 0,0 0-1 0,0 0 2 15,0 0-5-15,0 0 14 0,0 0-7 0,0 0 13 16,0 0-19-16,0 0 27 0,0 0-20 0,0 0 23 16,0 0-27-16,0 0 28 0,0 0-33 0,0 0 22 15,0 0-33-15,0 0 28 0,0 0-37 0,0 0 29 16,0 0-36-16,0 0 38 0,0 0-35 0,0 0 22 16,0 0-24-16,0 0 25 0,0 0-23 0,0 0 21 15,0 0-24-15,0 0 23 0,0 0-27 0,0 0 25 16,0 0-25-16,0 0 27 0,0 0-27 0,0 0 31 15,0 0-34-15,0 0 29 0,0 0-26 0,0 0 27 16,0 0-33-16,7-6 33 0,-7 6-27 0,0 0 27 16,0 0-25-16,0 0 24 0,0 0-24 0,0 0 31 0,0 0-33 15,0 0 42-15,0 0-47 0,0 0 28 16,0 0-25-16,8 5 27 0,-8-5-29 0,0 0 34 0,0 0-32 16,0 0 29-16,0 0-27 0,0 0 24 0,0 0-25 15,0 0 28-15,0 0-25 0,0 0 24 0,7 7-22 16,-7-7 24-16,0 0-24 0,0 0 26 0,0 0-24 15,0 0 25-15,0 0-25 0,0 0 32 0,0 0-37 16,0 0 29-16,0 0-24 0,0 0 33 0,0 0-39 16,0 0 33-16,0 0-32 0,0 0 29 0,0 0-32 15,0 0 34-15,0 0-25 0,0 0 17 0,0 0-23 16,0 0 28-16,0 0-28 0,0 0 28 0,0 0-30 16,0 0 26-16,0 0-29 0,0 0 29 0,0 0-24 15,0 0 26-15,0 0-33 0,0 0 38 0,0 0-36 16,0 0 28-16,0 0-22 0,0 0 25 0,0 0-26 15,0 0 25-15,7 5-32 0,-7-5 33 0,0 0-26 16,0 0 28-16,0 0-28 0,0 0 25 0,0 0-22 0,0 0 27 16,0 0-27-16,0 0 27 0,0 0-23 15,0 0 31-15,0 0-39 0,0 0 38 0,0 0-31 16,0 0 27-16,0 0-28 0,0 0 33 0,0 0-21 0,0 0 33 16,0 0-31-16,0 0 34 0,0 0-34 0,0 0 27 15,0 0-31-15,0 0 35 0,0 0-33 0,0 0 33 16,0 0-38-16,0 0 38 0,0 0-41 0,0 0 34 15,0 0-39-15,0 0 39 0,0 0-42 0,0 0 39 16,0 0-39-16,0 0 36 0,0 0-35 0,0 0 45 16,0 0-48-16,0 0 38 0,0 0-34 0,0 0 32 15,0 0-33-15,0 0 33 0,0 0-35 0,0 0 36 16,0 0-42-16,0 0 41 0,0 0-39 0,0 0 37 16,0 0-39-16,0 0 41 0,0 0-38 0,0 0 40 15,0 0-36-15,0 0 38 0,0 0-41 0,0 0 47 16,0 0-40-16,0 0 46 0,0 0-32 0,0 0 52 15,0 0-26-15,0 0 49 0,0 0-24 0,0 0 46 16,0 0-26-16,0 0 45 0,0 0-38 0,0 0 41 16,0 0-52-16,0 0 51 0,0 0-55 0,0 0 67 15,0 0-70-15,0 0 76 0,0 0-85 0,0-12 81 16,0 12-79-16,0 0 20 0,0 0-28 0,0 0-50 16,0 0 0-16,2-11 0 0,-2 11 0 0,0 0 0 0,0 0 0 15,0 0 0-15,0 0 0 0,0 0 0 0,0 0 0 16,2 12 0-16,-2-12 0 0,1 24 0 0,0-9 0 15,1 3 0-15,0 6 0 0,-1 2 0 0,1 1 0 16,0 6 0-16,1 1 0 0,-1 3 0 0,1 6 0 16,-1 1 0-16,0-1 0 0,0 1 0 0,0-6 0 15,-1 0 0-15,1-1 0 0,0-2 0 0,1 1 0 16,0-3 0-16,-2 0 0 0,2-7 0 0,-1-1 0 16,1 0 0-16,-2-5 0 0,0-2 0 0,1 0 0 15,0-3 0-15,-2-2 0 0,2-2 0 0,-2-11 0 0,1 18 0 16,-1-18 0-16,1 12 0 0,-1-12 0 15,0 0 0-15,0 0 0 0,0 0 0 0,0 0 0 16,0 0 0-16,-3-16 0 0,2 4 0 0,-2-5 0 16,0-5 0-16,0-3 0 0,-3-5 0 0,2-4 0 0,-2-7 0 15,0-1 0-15,0-4 0 0,-1 0 0 16,1-3 0-16,-1 0 0 0,0-1 0 0,1-2 0 16,-1 2 0-16,0 1 0 0,1 2 0 0,0 2 0 0,1 3 0 15,0 6 0-15,3 3 0 0,1 5 0 0,0 2 0 16,2 3 0-16,0 2 0 0,2 2 0 0,2 3 0 15,1 2 0-15,3 3 0 0,2 2 0 0,4 4 0 16,0 4 0-16,4 5 0 0,5 3 0 0,3 7 0 16,5 8 0-16,0 3 0 0,0 6 0 0,6 8 0 15,-3 1 0-15,1 5 0 0,-2 0 0 0,1 1 0 16,-2 1 0-16,-2 2 0 0,-1-2 0 0,-4 1 0 16,0-1 0-16,-6-7 0 0,-1 0 0 0,-5-2 0 15,-1-2 0-15,-3-6 0 0,-3-1 0 0,-3-4 0 0,-2 0 0 16,-4-4 0-16,-1 1 0 0,-3-1 0 15,-3-3 0-15,-2 0 0 0,-2-3 0 0,-3-2 0 16,-2 0 0-16,-3-4 0 0,-2 0 0 0,-1-4 0 16,-1-2 0-16,-3-1 0 0,0-3 0 0,-1 0 0 0,1-4 0 15,-3-1 0-15,2-2 0 0,6-1 0 0,3-1 0 16,0 0 0-16,3-1 0 0,5 2-105 16,1 0-33-16,2-1-52 0,4 1 43 0,5 9-31 0,-2-15 37 15,2 15-14-15,13-14 31 0,-1 5-22 0,5 3 14 16,4-1-26-16,5 2 21 0,6-1-18 0,2 2-7 15,2-2 8-15,3 3 3 0,0-1 11 0,1 1-23 16,6-2 30-16,-7 1-4 0,0-1 44 0,-2 1 1 16,0-2 40-16,-4-1-7 0,-2-1 70 0,-3 0 0 15,-7 0 45-15,-1-2 28 0,-2 0 11 0,-3-2 0 16,-4 1 33-16,-1-2-10 0,-2 1 13 0,-3-2 12 16,-1 2 10-16,-2 0 6 0,-1 0-10 0,-1 0 10 15,0 12 6-15,-2-21 7 0,-1 11-4 0,3 10-20 16,-3-17-21-16,3 17-24 0,-3-13-27 0,3 13-15 15,0 0-8-15,0 0-5 0,-7-7 4 0,7 7 1 16,0 0-2-16,-4 14-10 0,4-14-5 0,-1 18-10 16,2-6-5-16,0 0-1 0,-1 1-6 0,2 0 0 0,0 1-8 15,1 2 2-15,0-2-25 0,1 1-38 0,0 0-5 16,0-2-85-16,1 0-35 0,0 0-122 16,0-2-44-16,0-1-47 0,1-1-86 0,0-1-74 15,2-2-46-15,-1 0-186 0,-7-6-475 0,14 9-869 0</inkml:trace>
  <inkml:trace contextRef="#ctx0" brushRef="#br0" timeOffset="53436.5025">17986 11889 984 0,'-6'-20'837'0,"-1"1"-103"0,-1-2-5 0,2 1-10 16,0 0-21-16,-2 0-153 0,3 1-35 0,-1 3-57 15,1 1-70-15,0 0-50 0,2 4-53 0,1 0-59 16,-1 1-46-16,3 10-48 0,-3-16-34 0,3 16-36 16,0 0-41-16,1-11-44 0,-1 11-55 0,0 0-44 15,9 8-109-15,-9-8-54 0,11 15-89 0,-4-2-61 16,-1 1-70-16,2 5-39 0,1 0-61 0,0 2-190 0,1 3-411 15,1 1-819-15</inkml:trace>
  <inkml:trace contextRef="#ctx0" brushRef="#br0" timeOffset="53937.6867">18260 12160 1098 0,'0'0'899'0,"0"0"-163"0,0 0-24 0,-1-13 19 15,1 13-42-15,0 0-75 0,-2-10-78 0,2 10-62 16,0 0-96-16,0 0-19 0,-2-14-111 0,2 14-19 16,0 0-77-16,0 0-7 0,0 0-60 0,0 0 21 15,0 0-106-15,10 4 0 0,-10-4 0 0,10 13 0 16,-4-6 0-16,0 3 0 0,0 1 0 0,1 0 0 16,-1 1 0-16,2 0 0 0,-2 1 0 0,0-2 0 15,0 1 0-15,-1-1 0 0,2-1 0 0,-3-1 0 16,1 0 0-16,-1 0 0 0,-4-9 0 0,7 16 0 0,-7-16 0 15,8 12 0-15,-8-12 0 0,4 12 0 16,-4-12 0-16,5 8 0 0,-5-8 0 0,0 0 0 16,7 10 0-16,-7-10 0 0,0 0 0 0,0 0 0 15,0 0 0-15,14 1 0 0,-14-1-22 0,7-6-13 0,-7 6-11 16,11-12-16-16,-4 3 6 0,2-1 8 0,0-2 11 16,0 1 2-16,1-2 18 0,0 0-7 0,-1 0 8 15,0 0 4-15,1 1 4 0,-2 0 9 0,1 1 21 16,0-1 6-16,-2 4 14 0,-1 0-6 0,0 1-2 15,-6 7-3-15,11-12-14 0,-11 12 5 0,10-8-4 16,-10 8-2-16,10-3 30 0,-10 3-22 0,12 2 21 16,-12-2-24-16,12 6-6 0,-12-6-15 0,13 13 0 15,-5-7 0-15,0 3 0 0,-1 0 0 0,2 2 0 16,0-1 0-16,0 1 0 0,0-1 0 0,1 2 0 16,0 0 0-16,0-2-4 0,1 0-113 0,0-1-52 15,-1 1-76-15,1-2-53 0,-1 0-83 0,-1-1-85 16,1-2-79-16,-2 0-80 0,-8-5-152 0,14 7-673 15,-14-7-1063-15</inkml:trace>
  <inkml:trace contextRef="#ctx0" brushRef="#br0" timeOffset="54136.77">18753 11947 1306 0,'-6'-16'950'0,"2"1"-210"0,-3 0 19 0,1 1-47 0,1 2-29 15,0 1-138-15,0 0-91 0,2 2-92 0,3 9-82 16,-7-15-59-16,7 15-42 0,-3-10-41 0,3 10-32 16,0 0-43-16,0 0-29 0,0 0-127 0,13 5-47 15,-6 1-114-15,3 3-68 0,2-1-61 0,1 5-97 16,2-1-55-16,0 3-17 0,2-1-105 0,3 3-647 16,1-1-907-16</inkml:trace>
  <inkml:trace contextRef="#ctx0" brushRef="#br0" timeOffset="54656.582">19177 12093 1048 0,'0'0'769'0,"13"1"-72"0,-13-1-39 0,0 0-16 0,9-4-39 16,-9 4-73-16,0 0-59 0,0 0-57 15,-3-12-55-15,3 12-59 0,-9-6-39 0,9 6-36 16,-18-4-35-16,18 4-31 0,-20-2-27 0,20 2-27 0,-24 2-22 16,12 2-3-16,-3 1-20 0,2 0-14 0,0 2-8 15,1 1-5-15,1 3 0 0,1 0-10 16,2 1 12-16,2 1-17 0,0 2 17 15,2-2-4-15,4 2-3 0,3 0-1 0,1 1-4 0,3 1-6 0,4 1 1 16,4-3-18-16,3 4 0 0,4-3-21 0,4 1-27 16,0-3-23-16,2-1-19 0,1-2-23 0,2-1-23 15,0-1 3-15,1-3-2 0,0 0 4 0,-4-4 48 16,-2 2-25-16,1-3 49 0,-4-2-22 0,3-1 51 16,-2-2-26-16,-1-2 41 0,-1-2-28 0,0-2 9 15,2-2 6-15,-3-4 6 0,0 0 5 0,-2-2 9 16,-3-1 8-16,-2 1 17 0,-2 1 8 0,-2 0 8 15,-2 0 33-15,-2 2-9 0,-2 0 33 0,-2 2-45 16,-2 13 34-16,-3-22-36 0,-2 13 9 0,-3 1 22 0,-2 2-7 16,-3 1 9-16,-2 4 8 0,0 0 10 15,-3 2-8-15,0 3-2 0,-2 2-18 0,0 3 23 16,2 3-5-16,0 0 18 0,4 3-53 0,0 0-49 16,4 3 0-16,3-2 0 0,2 2 0 0,5 0 0 0,5-1 0 15,4 4 0-15,6-1 0 0,6 3 0 16,7 0 0-16,4-2 0 0,1-1 0 0,3-2 0 15,1-4 0-15,2 1 0 0,0-3 0 0,-1-2 0 0,-4-2 0 16,0-1 0-16,1-2 0 0,-2 0 0 0,-4-2 0 16,-2-1 0-16,0-1 0 0,-3-1 0 0,-1 0 0 15,-2-1 0-15,-2 0 0 0,0-2 0 0,-1 1 0 16,-2-2 0-16,-1 1 0 0,-1-2 0 0,-5 1 0 16,0 0-70-16,-1-1-489 0,-8 5-95 0,8-11-97 15,-8 11-101-15,0 0-826 0,0-15-1348 0</inkml:trace>
  <inkml:trace contextRef="#ctx0" brushRef="#br0" timeOffset="55670.9395">18073 12179 333 0,'-9'7'517'0,"9"-7"-76"15,0 0-60-15,0 0-7 0,-8 5-28 0,8-5-18 16,0 0-23-16,0 0 12 0,0 0-40 0,0 0-2 16,-8 5-24-16,8-5-20 0,0 0-27 0,0 0-18 15,0 0-5-15,0 0-17 0,0 0-21 0,-8 5-14 0,8-5 0 16,0 0-8-16,0 0-8 0,0 0-5 16,0 0-1-16,0 0-6 0,0 0-7 0,0 0-3 15,3 11-20-15,-3-11-5 0,0 0-16 0,10 2-8 16,-10-2-11-16,0 0-7 0,18 1-3 0,-18-1-7 0,15-1 1 15,-15 1-6-15,18-5 2 0,-18 5-4 0,16-5 0 16,-16 5-3-16,17-6 0 0,-17 6-2 16,13-9-5-16,-13 9 0 0,12-14 3 0,-12 14 0 0,7-16-4 15,-7 16 32-15,3-18-35 0,-3 18 27 0,-1-18-36 16,1 18 34-16,-6-18-33 0,1 9 38 0,-2 2-32 16,-2 1 39-16,1 0-39 0,-2 1 47 0,-1 2-40 15,11 3 55-15,-24-1-38 0,11 3 19 0,1 0 11 16,-3 4 17-16,1 1 7 0,-3 3 11 0,2 2 8 15,-2 2 5-15,3 0-11 0,-1 4 18 0,2 0-1 16,-1 2-5-16,3-1 6 0,1 2-3 0,0 0-22 16,2-2-2-16,2 1-3 0,1-2-9 0,3 0-5 15,1-2-25-15,3 0-31 0,1 0 0 0,4-2 0 16,3 1 0-16,4-3 0 0,1 0 0 0,4-3 0 16,1 0 0-16,3-3-42 0,0 0-95 0,0-3-90 15,-4 0-61-15,1-3-104 0,0 0-99 0,-3-2-138 16,-1-1-132-16,-2-1-892 0,-2 0-1317 0</inkml:trace>
  <inkml:trace contextRef="#ctx0" brushRef="#br0" timeOffset="56855.3595">21731 11929 1036 0,'0'-17'878'0,"-2"1"-182"0,-2-4-72 15,-1 0 13-15,-1-2-43 0,-1 2-50 16,-1-2-85-16,-2 2-29 0,2 1-53 0,0 3-7 0,0 1-135 16,3 2 7-16,-1 3-106 0,6 10 36 0,-9-10-82 15,9 10 117-15,0 0-90 0,-11 11 68 0,9 1-83 16,1 4-42-16,0 2-60 0,2 5 0 0,1 3 0 16,5 5 0-16,-2 2 0 0,4 4 0 0,1 1 0 15,2 0 0-15,0 1 0 0,2-2 0 0,-1 0 0 16,2-1 0-16,-1-3 0 0,2 0 0 0,-4-6 0 15,1-2 0-15,-1-2 0 0,-2-4-204 0,-1-3-96 16,-1-1-6-16,-1-5-39 0,0 0-57 0,-1-3-68 16,-6-7-60-16,10 4-23 0,-10-4-70 0,7-6-145 15,-7 6-390-15,3-19-773 0</inkml:trace>
  <inkml:trace contextRef="#ctx0" brushRef="#br0" timeOffset="57229.859">21433 11573 112 0,'-23'-34'851'0,"3"0"-222"0,1-2-97 16,1 1-10-16,3 0-24 0,2 5 30 0,5 2-72 15,2 1-27-15,2 3-69 0,2 4-3 0,4 1-29 0,2 3-44 16,3 2-55-16,4 2-39 0,5 2-37 0,5 5-25 16,0 4-3-16,8 2-21 0,7 6-11 0,8 6-8 15,1 4-43-15,9 8 27 0,2 6-42 16,-1 5-1-16,0 6 41 0,-2 4-58 0,1 3 39 0,-2 5-51 15,-2 1 38-15,0 2-42 0,-1 0 36 0,-4 0-43 16,-2-1 35-16,-3-2-39 0,-4-1 3 0,-6-3 7 16,-5-3-3-16,-10-8 36 0,-3-3-40 0,-8-5 39 15,-4-5-40-15,-4-1 42 0,-7 2-38 0,-4-3 37 16,-7 1-38-16,-7-2 37 0,-6-3-37 0,-4-3 37 16,-7-2-34-16,-3-2 37 0,-5-1-41 0,-12-4 39 15,7 1-40-15,-2-4 38 0,1-2-39 0,0 1 37 16,3-2-39-16,3-2 40 0,5 0-45 0,9-2 37 15,8 2-77-15,4 0-19 0,6-2-122 0,2 1-60 0,5-2-68 16,3-1-102-16,12 4-34 0,-7-8-41 16,7 8-12-16,11-10-138 0,6 4-561 0,6-2-828 15</inkml:trace>
  <inkml:trace contextRef="#ctx0" brushRef="#br0" timeOffset="57704.9217">22492 12196 1198 0,'13'-16'904'0,"-3"0"-183"16,-2-1-20-16,0 2-44 0,-3-1 42 15,0 0-132-15,0 2-28 0,-1-1-96 0,1 2 30 0,-2 2-127 16,2 1-72-16,-2 1-53 0,2 0-45 0,-5 9-39 16,12-10-19-16,-12 10-101 0,23 1-17 0,-7 4 0 15,3 2 0-15,5 7 0 0,0 0 0 0,1 2 0 16,1 5 0-16,1 1 0 0,-1 1 0 0,-4-3 0 15,-2 0 0-15,-2-1 0 0,-1 1 0 0,-5-3 0 16,-2-1 0-16,-3-2 0 0,-2 0 0 0,-4-2 0 16,-3-1 0-16,-4-1 0 0,-1 0 0 0,-3-1 0 15,-4 0 0-15,0-3 0 0,-3 1 0 0,-1-4 0 16,-1 0 0-16,1-2 0 0,-1-1 0 0,1 0 0 0,3-3 0 16,2-2 0-16,0-1-81 0,4-1-56 0,2-3 1 15,2 0-22-15,3-1 15 0,2-3-2 16,5-1 6-16,2-4 54 0,2 1-6 0,1-1 41 0,3 1-22 15,1 1 49-15,0 0-25 0,1 2 46 0,2 0-9 16,-1 3 60-16,2 0-11 0,-2 2 53 0,0 4-40 16,0 1 49-16,0 2-43 0,-2 2 71 0,1 3-59 15,0 0 15-15,1 3-9 0,-2 1-1 0,1 2 3 16,-1 0-9-16,1 5-2 0,-1-1-17 0,0 0 3 16,-3 0-10-16,0 0-14 0,-1 0 1 0,-1-1-1 15,1 1-6-15,-2-2-13 0,0 1 1 0,-2-1-18 16,1-1-47-16,1-2-59 0,-4 0-45 0,1 2-118 15,-5-9-45-15,6 11-63 0,-6-11-121 0,6 8-147 16,-6-8-124-16,0 0-779 0,0 0-1197 0</inkml:trace>
  <inkml:trace contextRef="#ctx0" brushRef="#br0" timeOffset="57921.8004">23120 11937 1319 0,'-2'-23'971'0,"-1"-1"-156"0,-3 0-9 15,1 2 9-15,0-1-88 0,0-1-94 16,-1 3-72-16,0 1-62 0,0 1-52 0,2 4-55 0,0 1-186 16,1 2-206-16,0 2 0 0,3 10 0 15,-4-17 0-15,4 17 0 0,0 0 0 0,-3-8 0 0,3 8 0 16,0 0 0-16,0 0 0 0,-1 17 0 0,1-17-102 16,-1 22-390-16,2-7-70 0,-1 2-84 0,0 2-47 15,2 1-98-15,3 1-764 0,-1 2-1194 0</inkml:trace>
  <inkml:trace contextRef="#ctx0" brushRef="#br0" timeOffset="58521.8107">23284 12069 425 0,'0'0'1068'0,"12"-1"-208"0,-12 1-59 0,0 0 54 16,13-4-82-16,-13 4-2 0,0 0-171 0,10-5-88 16,-10 5-90-16,0 0-71 0,0 0-60 0,0 0-46 15,15 0-28-15,-15 0-217 0,9 10 0 0,-2-2 0 0,0 1 0 16,3 1 0-16,1 2 0 0,1 3 0 15,1 1 0-15,0-1 0 0,1 2 0 0,0-1 0 16,0 0 0-16,-2 1 0 0,2 0 0 0,-3-4 0 0,1 2 0 16,-1-2 0-16,-3-2 0 0,0-1 0 15,0 0 0-15,0-3 0 0,-3 0 0 0,-5-7 0 16,10 14 0-16,-10-14 0 0,8 7 0 0,-8-7-113 16,0 0-46-16,12 3-39 0,-12-3 42 0,0 0-15 0,11-8 42 15,-6 0-25-15,2-1 6 0,-1-1 19 0,1-4 14 16,2 0 25-16,-1-4 10 0,2 0 21 0,0 1 10 15,-1-2 39-15,2 3-25 0,-2-2 58 0,0 2-24 16,-1 1 69-16,0 2-8 0,-1 1 45 0,0 1-29 16,1 0 35-16,-3 4-53 0,1 0 22 0,-1-1-50 15,1 2 30-15,-6 6-45 0,13-8 40 0,-13 8-39 16,15-5 37-16,-15 5-42 0,19-1 41 0,-19 1-45 16,25 1 36-16,-12-1-40 0,4 3 33 0,-1-1-42 15,3 0 36-15,0 0-41 0,2 0 38 0,0 0-39 16,0-1 37-16,1 1-39 0,0-1 43 0,-1-1-46 15,-1 0 48-15,-1-1-44 0,-1-2 44 0,1 2-44 16,-4-2 41-16,-1-1-40 0,-1-2 47 0,0 1-47 16,-3-1 72-16,-2 0-38 0,0-1 55 0,-2-1-73 15,-6 8 54-15,7-12-60 0,-7 12 67 0,1-13-68 16,-1 13 52-16,-7-11-63 0,7 11 59 0,-15-9-59 16,4 6 67-16,-1 1-47 0,-2 1 72 0,-1 1-71 15,-2 3 66-15,1 2-67 0,-3 2 9 0,1 1 24 0,2 4-2 16,0 0 9-16,2 3-45 0,3 1-1 0,1 2 0 15,3 1 0-15,3 1 0 0,2-2 0 0,2 2 0 16,4 2 0-16,1-1 0 0,4 2 0 0,6 2 0 16,3-3 0-16,4 3 0 0,4-2 0 0,4-3 0 15,-1-1 0-15,3-2-179 0,-3-4-125 0,1-2-113 16,1-3-67-16,0 1-67 0,-6-3-73 0,0-3-14 16,-4-2-84-16,1-2-635 0,-3 0-957 0</inkml:trace>
  <inkml:trace contextRef="#ctx0" brushRef="#br0" timeOffset="58888.4117">24577 12202 613 0,'3'-16'792'0,"0"1"-73"16,-2 0-38-16,1-1 27 0,-2 1 51 0,1 2-92 15,0-2 32-15,0 2-85 0,-1 1-51 0,0 12-33 16,2-20-66-16,-2 20-82 0,2-17-382 0,-2 17 0 16,2-13 0-16,-2 13 0 0,0 0 0 0,0 0 0 15,13 2 0-15,-7 5 0 0,4 2 0 0,1 3 0 16,2 2 0-16,4 7 0 0,0 0 0 0,2 1 0 0,3 5 0 15,-2 0 0-15,2 1 0 0,-1 0 0 0,-2 0 0 16,-1-3 0-16,-4-2 0 0,2 1 0 16,-3-2 0-16,-4-3 0 0,1-1 0 0,-4-3 0 0,-1-1 0 15,1-1 0-15,-4-2 0 0,1-1 0 0,-3-10 0 16,0 15 0-16,0-15 0 0,0 0 0 0,-4 12 0 16,4-12 0-16,0 0 0 0,-15-3 0 0,15 3 0 15,-12-13 0-15,6 2 0 0,-1-3 0 0,2-1 0 16,4-3 0-16,1-3 0 0,2-4 0 0,7-4 0 15,5-3 0-15,3-2 0 0,7 1 0 0,4 0 0 16,4 3 0-16,0 1 0 0,3 4 0 0,2 1 0 16,-3 5 0-16,2 0 0 0,1 4 0 0,-4 1 0 15,-3 4 0-15,-1 1 0 0,-6 3 0 0,0 1 0 16,-4-1-315-16,-3 4-688 0,-3 0-1162 0,-13 2-1942 0</inkml:trace>
  <inkml:trace contextRef="#ctx0" brushRef="#br0" timeOffset="63274.6988">18176 14982 237 0,'-5'-17'794'0,"-1"4"-205"16,0-3-71-16,-2 3 2 0,1 1 6 0,0-1-59 16,1 3-36-16,0 1-114 0,-1 1-72 0,2 0-50 15,5 8-41-15,-10-8-12 0,10 8 54 0,-12 3-29 16,12-3-5-16,-9 11 31 0,4 3-30 0,1 0 9 0,1 4-56 16,1 3-22-16,-1 2-17 0,0 2-17 0,2 2-11 15,0-1-9-15,0 2 5 0,3 1-18 16,-1 4-7-16,3-1-2 0,-1-1-5 0,1 0 26 15,1-1-36-15,-2-5 26 0,2-2-29 0,-2-1 31 16,0-4-43-16,-1-1 35 0,1-2-32 0,-1-3 42 16,-1-2-29-16,-1-10 23 0,2 15-34 0,-2-15 33 15,0 0-33-15,0 0 28 0,0 0-27 0,-16-4 0 0,9-7 3 16,-1-1 0-16,-2-6 3 0,-1-2 0 0,0-7 3 16,-2-6-2-16,0-4-3 0,0-4 0 0,2-3 29 15,1-1-37-15,0-3 28 0,3-4-31 0,0 1 2 16,1-2-3-16,2 2 3 0,3-2-35 0,2 3 49 15,3 4-3-15,4 0 0 0,2 7 1 0,5 2-2 16,0 5-2-16,5 3-1 0,-1 8 0 0,1 4 1 16,1 3 4-16,1 5 0 0,0 5 11 0,-1 4-6 15,4 1-1-15,3 8 0 0,0 6-31 0,4 4 49 16,-2 6-8-16,-1 6-3 0,-4 1 2 0,1 2 19 16,-3 2-32-16,-2 4 24 0,-4 0-29 0,-1-2 27 15,-4 3-33-15,-2-2 3 0,-5-5-3 0,-3-1 3 0,-2-4 1 16,-5 4-1-16,-2-3-1 0,-4-1 0 15,-1-1-1-15,-5-1-2 0,0-4 1 0,-3-2-1 0,-2-2 1 16,-1-3-8-16,0-2-1 0,1-3-20 0,0-4-1 16,2-2-7-16,0-2 4 0,1-3-50 0,1-3 12 15,2-2-18-15,1-2 18 0,1-2 14 16,3-2 8-16,3 0 10 0,0-1 9 0,3 2-16 0,3-1 34 16,2 11 4-16,-1-18 3 0,1 18 1 0,3-15 4 15,-3 15 12-15,5-9 31 0,-5 9-41 16,0 0 8-16,18 3 12 0,-10 1-5 0,3 3 5 0,0 3 3 15,3 1-5-15,2 3 0 0,3 2 4 0,0 1-3 16,3 3-3-16,5 2 1 0,1 0 0 0,0-2-11 16,2 2 4-16,0-3 1 0,-1 1 12 0,4-3 28 15,-7-4-50-15,2 1 3 0,0-3 36 0,-2 0-46 16,-1-3 43-16,-1-2-44 0,-2 0 46 0,-2-3-41 16,0-1 36-16,-2-2-39 0,0 0 37 0,-2-3-36 15,1-2 6-15,-3 0 5 0,1-3 5 0,-3-1-2 16,1-1 11-16,-2-2-7 0,0-1 63 0,1-2-14 0,-2 1-6 15,1-1-5-15,0 3 11 0,-1-2 3 16,-1 3-6-16,2 0-13 0,-1 3 0 0,1-2-15 0,2 3-5 16,-1 2-1-16,2 1-5 0,-2 1-1 15,4 3-4-15,-2 0 2 0,2 4-5 0,0 0 2 0,1 0-1 16,-2 4 0-16,1 2-2 0,-3-1 0 0,-1 2 0 16,0 1-3-16,-3-1 27 0,-2 1-34 0,0 1 30 15,-4-3-32-15,-3 2 30 0,0 0-33 0,-4 0 32 16,-3 0-30-16,-2-1 27 0,-2 1-29 0,-5-2 30 15,0 1-33-15,-3-3 31 0,-1-1-29 0,0 0 32 16,-2-1-36-16,2-4 29 0,2 0-28 0,-1-2 28 16,1-2-45-16,1-2 7 0,2-2-45 0,1 0-13 15,3-4-2-15,1 0-1 0,3-3 16 0,4-1 3 16,2 2 5-16,3-3-16 0,2 0 42 0,5-3 12 16,1 1 1-16,1 0 12 0,3 2-4 0,1 1 8 15,1-1 12-15,1 1 22 0,2 3 6 16,0 0 20-16,1 1-1 0,-1 3 14 0,-1 2-22 0,0 2-1 15,1 1-2-15,-2 0-3 0,2 4 9 0,-1 1-3 16,0 1 1-16,-1 1-1 0,2 3-2 0,0 1-7 16,-2 1-2-16,0 0-1 0,-2 2-7 0,0 0-7 0,-2 1 10 15,-2-1-16-15,-1-1-2 0,-1 1-2 16,-2 1 23-16,2-2-30 0,-2 1 26 0,-3-2-33 0,1-1 27 16,0-1-30-16,-5-8 29 0,8 16-29 0,-8-16 33 15,6 12-28-15,-6-12 30 0,4 8-32 0,-4-8 30 16,0 0-27-16,0 0 23 0,0 0-29 0,0 0 6 15,0 0-5-15,11-6 3 0,-11 6-1 0,5-18 3 16,0 7 0-16,0-3-1 0,1 0 6 0,-1-1-4 16,2 3 2-16,0-2 0 0,0 1 2 0,0 0 14 15,0 1 18-15,-1 1 13 0,0 3 14 0,0-3-13 16,-1 5-4-16,-5 6-9 0,11-10 1 0,-11 10 6 16,12-3 1-16,-12 3 2 0,13 3-48 0,-13-3 51 15,15 10-50-15,-9-3 45 0,1 1 1 0,1 2-12 16,0 1-3-16,-1 0-9 0,0 3-3 0,0-2-3 15,1 2 0-15,0-1 2 0,-1 1-9 0,-1-2-3 16,1 1 0-16,0-3 1 0,-2 2 1 0,0-2 0 16,1 0-2-16,-2-1 0 0,2-2 34 0,-6-7-38 0,9 13 33 15,-9-13-34-15,9 8 2 0,-9-8-4 16,11 4-1-16,-11-4 0 0,14-5-6 0,-7-1-4 0,2-3 6 16,1 0 4-16,1-3-8 0,-1-1 0 0,2-1 2 15,-1 0-43-15,1 0 54 0,-2 2-44 0,-1 0 60 16,1 2-5-16,-2-1-6 0,-1 4 6 0,-1 0-6 15,0 1-1-15,-1-2-5 0,-5 8-5 0,8-7 2 16,-8 7-43-16,0 0 53 0,13-3-39 0,-13 3 52 16,10 6 9-16,-10-6-18 0,12 12-4 0,-6-5 6 15,3 2-3-15,2 1-5 0,2 2 2 0,2 1-1 16,2 0-41-16,6 1-93 0,1 0-77 0,1 0-181 16,1 0-142-16,2-2-196 0,-1 1-160 0,0-2-696 15,-5-3-1228-15</inkml:trace>
  <inkml:trace contextRef="#ctx0" brushRef="#br0" timeOffset="64474.9202">20855 14962 518 0,'-5'-31'750'15,"-2"-4"-130"-15,1 2-79 0,-4-5-17 16,2 4-22-16,0 4-40 0,-2-2-24 0,2 2-16 0,0 3-10 16,0 4 5-16,0 3-41 0,3 1-40 0,0 2-73 15,1 5-49-15,1 1-87 0,3 11 17 0,-3-12-66 16,3 12 66-16,0 0-49 0,0 0 80 0,11 13-81 16,-5 0 72-16,5 5-89 0,0 7 62 0,0 3-21 15,4 7-79-15,-1 2-39 0,-1 0 0 0,2 5 0 16,-1-1 0-16,0 5 0 0,2-2 0 0,-2 1 0 15,0 0 0-15,-1 0 0 0,-1-2 0 0,1 0 0 16,-3-1 0-16,-1-1 0 0,0-2 0 0,-4-7 0 0,0 0 0 16,-1-5 0-16,0-2 0 0,-2-1 0 15,-1-5 0-15,1 0 0 0,1-4 0 0,-3-2 0 16,1-1 0-16,-1-12 0 0,0 17 0 0,0-17 0 0,0 0 0 16,0 0 0-16,0 0 0 0,-9-5 0 0,7-6 0 15,0-1 0-15,0-4 0 0,1-4 0 16,1-4 0-16,1-1 0 0,0-4 0 0,2-1 0 0,2-1 0 15,3 3 0-15,-1 2 0 0,1 2 0 0,0 2 0 16,4 5 0-16,0 1 0 0,2 0 0 0,0 5 0 16,1 4 0-16,0 2 0 0,2 3 0 0,0 4 0 15,2 1 0-15,1 3 0 0,2 4 0 0,2 2-47 16,-1 2 54-16,-1 1-64 0,0 0 73 0,-2 2-12 16,-4-3-5-16,-1 1-6 0,-2 1-27 0,-1-3-11 15,-3-1 8-15,-3 1-5 0,-3-1 5 0,-1-2 33 16,-2-10-37-16,-5 20 41 0,-3-12-34 0,-3 0 7 15,-1 0 4-15,-2-2 5 0,-4 0 1 0,-1-3 7 16,-1 2-4-16,-5-2 3 0,5-2 3 0,0 2-1 0,1-2 7 16,3-1 0-16,3 0 2 0,0 0-44 15,13 0-36-15,-21-2-34 0,21 2 3 0,-11-5-46 16,11 5-10-16,0 0 5 0,0 0-9 0,13-9 3 16,-2 6 2-16,8-1-17 0,4 1 10 0,3-4 35 15,6 3 5-15,2-2 35 0,-1-1 8 0,0 3 30 0,1 0 3 16,-3-1 22-16,-4-2-3 0,0 3 27 15,-2-2-7-15,-3 1 35 0,0-1 34 0,-5 0 9 0,1-1 39 16,-2 0 11-16,-3-1 29 0,0-2-2 0,-2 1-4 16,-2-3 18-16,-2 2 21 0,1-2-26 15,-4 4 37-15,0-3-36 0,-2 0-21 0,-2 11-7 16,1-20 11-16,-1 20 14 0,-2-17-12 0,2 17-15 0,-2-15-34 16,2 15-18-16,-2-12-20 0,2 12-13 0,0 0-10 15,0 0 1-15,0 0-2 0,0 0-9 0,0 0-3 16,-2 16 1-16,4-7-5 0,3 7-51 0,0-1 62 15,4 4-7-15,1 0-55 0,1 5-76 0,3-2-57 16,-1 0-142-16,-1 2-66 0,3-4-119 0,-3-1-126 16,0-1-40-16,0-2-165 0,-2 0-507 0,1-4-945 15</inkml:trace>
  <inkml:trace contextRef="#ctx0" brushRef="#br0" timeOffset="64674.3252">21945 15065 1056 0,'-3'-22'788'0,"0"-2"-146"0,0 3-40 0,-1 3-41 15,1 2-47-15,1 1-56 0,-2 1-132 0,2 2-39 16,0 4-95-16,2 8-4 0,-3-11-71 16,3 11 17-16,0 0-66 0,0 0 15 0,0 0-96 0,6 14-49 15,-1-5-108-15,0 5-105 0,1 3-88 0,2 2-120 16,-2 1-101-16,1 1-703 0,-2 2-891 0</inkml:trace>
  <inkml:trace contextRef="#ctx0" brushRef="#br0" timeOffset="65309.8374">22190 15318 855 0,'0'0'833'0,"4"-19"-121"15,-4 19-53-15,5-19 19 0,-1 10-60 0,-1 0-97 16,2 1-91-16,0 0-86 0,3 2-65 0,1 2-50 15,2 1-34-15,1 0-34 0,1 3-39 0,4 3-24 16,-1 1-21-16,0 2-11 0,2 3-18 0,-2 0-8 16,0 3-8-16,-2-1-8 0,-2 3-8 0,-2-2 27 0,-1 1-39 15,-3 1 23-15,-1-2-29 0,-3 1 32 16,-2-2-39-16,0 2 28 0,-4 1-26 0,-1-3 27 16,-2 1-31-16,-4-3 28 0,-1 0-28 0,-3-1 28 15,0 1-28-15,-1-5 29 0,-1 2-28 0,-1-1 25 0,1-2-29 16,-2 0 30-16,3-3-31 0,-3 0 37 0,5-2-34 15,-2-2 29-15,1-1-27 0,1-1 22 0,3 1-31 16,1-4-11-16,3 1-22 0,1-3-36 0,3 0 0 16,2-2-5-16,3-2 3 0,4 1-19 0,3-4-1 15,4 0-14-15,4-2-12 0,4-1 7 0,6-1 22 16,2 0 23-16,2 0 49 0,1 1-26 0,0 2 42 16,2 0-29-16,-1-1 50 0,-1 2-37 0,0 0 64 15,-5 2-50-15,-1 1 70 0,-2 2-17 0,-1-1 40 16,-3 2-14-16,-2 1 43 0,-3 1-45 0,0-1 33 15,-4 4-8-15,0-3 48 0,-1 2-48 0,-2 1 23 16,-2 2-46-16,-6 5 12 0,9-13-40 0,-9 13 20 16,0 0-35-16,3-12 24 0,-3 12-17 0,-11-4 13 15,11 4-43-15,-15-3 27 0,15 3-32 0,-22 5 33 16,11-2-23-16,-1 3 19 0,1 2-31 0,1 2 30 16,0 0-29-16,2 2 25 0,2 3-24 0,1 2-2 15,3-2 5-15,3 3 2 0,2 3-2 0,3 1 0 16,3 2-3-16,5 1-6 0,2 0-9 0,5 3-9 0,3-2-3 15,0 2-1-15,3-2 7 0,1-1 31 0,2 0-30 16,0-1 44-16,1-2-42 0,0-1 41 16,1 0-35-16,-2-1 35 0,-4-5-30 0,-1 0 38 0,-2-3-33 15,-5 1 43-15,0-2-37 0,-4-3 39 16,-2 2-35-16,-1-4 38 0,-4 1-34 0,0-1 49 0,-7-6-47 16,5 10 32-16,-5-10-34 0,-10 11 29 0,-1-7-34 15,-6 0 29-15,-6-1-33 0,-4 0 16 0,-8 1-160 16,2-4-113-16,-6 0-172 0,-2 0-174 0,-7-1-113 15,1-2-733-15,0-2-1078 0</inkml:trace>
  <inkml:trace contextRef="#ctx0" brushRef="#br0" timeOffset="66725.0965">24238 14965 207 0,'-3'-45'839'16,"-3"1"-206"-16,-2-2-54 0,1 3 25 0,-3 0-22 15,0 1 35-15,0 1-62 0,0 2-63 0,0 2-49 16,2 8 5-16,2 5-31 0,1 2-70 0,0 5-75 0,1 1-59 16,1 5-50-16,3 11-31 0,-4-13-19 0,4 13-9 15,0 0-64-15,0 0 101 0,6 19-63 16,-1-2 68-16,2 3-120 0,2 10-26 0,4 3 0 15,0 7 0-15,2 2 0 0,2 10 0 0,3 0 0 16,1 4 0-16,0-1 0 0,3 1 0 0,1 2 0 0,0 0 0 16,-1-2 0-16,-2-1 0 0,0 0 0 0,-3-4 0 15,-3-7 0-15,-5-3 0 0,1-1 0 0,-4-8 0 16,-1-3 0-16,-2-4 0 0,-1-1 0 0,-1-5 0 16,-1 0 0-16,-2-3 0 0,0-2 0 0,0-2 0 15,0-12 0-15,-5 18 0 0,5-18 0 0,-8 8 0 16,8-8 0-16,0 0 0 0,-17-3 0 0,8-5 0 15,0-3 0-15,-2-4 0 0,-2-4 0 0,-1-3 0 16,-4-1 0-16,-3-7 0 0,-2 2 0 0,-1 0 0 0,-2 2 0 16,-3 2 0-16,0-1 0 0,-3 6 0 0,-1 0 0 15,-1 4 0-15,4 2 0 0,-2 4 0 16,2 2 0-16,2 3 0 0,0 4 0 0,1 0 0 0,2 3 0 16,-1 2 0-16,3 4 0 0,2 2 0 0,4 1 0 15,1 5 0-15,5-1 0 0,4 3 0 16,4 0 0-16,5 2 0 0,5 0 0 0,6 4 0 15,9 3 0-15,6-2 0 0,6-3 0 0,7 0 0 0,12 0 0 16,3-3 0-16,5-1 0 0,4-4 0 0,0 0 0 16,1-5 0-16,-9-2-70 0,0-2-33 0,-5-3 44 15,-1-3-19-15,-2-3 48 0,-3-2-38 0,-2-4 54 16,-1-2-29-16,-4-3 39 0,-4-5-28 0,0 0 33 16,-4-4-33-16,-2-2 34 0,-2-2-31 0,-5-2 4 15,-1-1 10-15,-1 0 4 0,-7 5 6 0,-2-2-5 16,-1 2 6-16,-2 5 0 0,-5 0-1 0,1 3-1 15,-2 1 6-15,-2 3-3 0,-3 1-3 0,0 1 2 16,-2 2 2-16,-3 4 6 0,-3-1-8 0,0 3 1 16,-5 1 4-16,2 2 0 0,-3 4 0 0,-2 1-4 0,0 1 5 15,1 4 2-15,-1 2 2 0,4 1 1 16,2 2 1-16,1 0 2 0,3 3-1 0,3 0 6 16,2 0 26-16,3-2-36 0,4 3 35 0,0-2-36 0,6 2 29 15,1-2-41-15,6 0 32 0,-2-2-29 0,1-1 35 16,5-1-42-16,-1-3 30 0,2-1-31 15,0-3 30-15,2-1-31 0,-3-1 31 0,1-4-34 0,1 1 36 16,-4-4-37-16,6-2 40 0,-3-5-35 0,-1 2 20 16,3-9-31-16,-1 2 7 0,-1-4-1 15,-2-3 8-15,0-1 2 0,3-3 9 0,-5-3-7 16,-1 5 4-16,-4-1 0 0,1 0 10 0,0 1-7 0,-3 4 44 16,-2 1 29-16,1 1-15 0,-2 4 4 0,-3 0 8 15,1 2-12-15,-1 4-4 0,1-2-25 0,-5 10-9 16,5-11-5-16,-5 11-8 0,0 0-8 0,0 0 0 15,0 0 0-15,0 0 0 0,-8 14 0 0,6-5 0 16,2 3 0-16,-2 1-4 0,2 1 8 0,2 3-12 16,0 1 16-16,2 4-8 0,2-1 0 0,0 1 0 15,3-1 0-15,4 3 0 0,0-2 0 0,2 0 0 16,1-1 0-16,2-3 0 0,-3-4 0 0,0 1 0 16,1-5 0-16,1 2 0 0,-4-3 0 0,1-5 0 15,-3 0 0-15,-1-2 0 0,-10-2 0 0,22-2 0 0,-10-2 0 16,0-3 0-16,-1-1 0 0,-2-5 0 15,3-3 0-15,0 0 0 0,2-7 0 0,-2 0 0 16,-1 0 0-16,1 2 0 0,-2 2 0 0,-1-1 0 0,-1 3 0 16,0 2 0-16,-4 3 0 0,3-1 0 0,-3 2 0 15,1 3 0-15,-5 8 0 0,7-13 0 16,-7 13 0-16,0 0 0 0,6-5 0 0,-6 5 0 0,0 0 0 16,5 16 0-16,-5-16 0 0,5 21 0 0,-3-7 0 15,3 2 0-15,-1 0 0 0,-1 1 0 0,3 3 0 16,-2 1 0-16,3 0 0 0,0 0 0 0,0 0 0 15,0-2 0-15,3 2 0 0,-2-4 0 0,0 1-50 16,-1-4-376-16,0-2-116 0,0 0-99 0,-2-3-97 16,-5-9-79-16,4 13-759 0,-4-13-1224 0</inkml:trace>
  <inkml:trace contextRef="#ctx0" brushRef="#br0" timeOffset="66925.2398">25776 14937 763 0,'-9'-28'794'16,"-2"3"-136"-16,2 0-52 0,0 4-1 0,-2 1-92 0,4 3-63 15,0 2-91-15,1 2-71 0,1 4-58 0,0-1-49 16,5 10-39-16,-2-10-29 0,2 10-22 0,0 0-16 16,0 0-27-16,12 10-128 0,-2 0-92 0,3 2-110 0,4 3-110 15,3 3-56-15,2 2-102 0,5 3-146 0,3 1-332 16,3-3-639-16</inkml:trace>
  <inkml:trace contextRef="#ctx0" brushRef="#br0" timeOffset="67391.9031">26434 15118 906 0,'0'0'689'16,"16"-6"-38"-16,-16 6-9 0,7-8-34 0,-7 8-5 16,4-11-117-16,-4 11-60 0,0-11-111 0,0 11-2 15,-9-12-93-15,9 12-3 0,-14-8-21 0,14 8 4 16,-24-2-54-16,10 4-27 0,-1 2 4 0,-3 2-40 15,-3 2 3-15,1 3-8 0,-2 3-12 0,1 3-9 16,2 1-5-16,2 1 6 0,2 2-17 0,3-3-8 16,4 2-8-16,1 1-1 0,3-1 35 0,2 0-47 15,4-1 31-15,2 3-32 0,3-2 22 0,2-1-37 0,6 3 34 16,3-3-37-16,2-3 28 0,1 0-25 16,4-2 21-16,1-2-28 0,1-4 31 0,-2-1-27 15,0-1 28-15,2-4-38 0,0 0 37 0,0-4-38 16,-1 0 39-16,1-4-41 0,2-2 28 0,-1-3-27 0,3-2 28 15,0-4-36-15,-3-2 10 0,3-3-6 16,-4-2 6-16,0-1 4 0,-2-1 2 0,-3-2 4 0,-2-1 28 16,-3 4-33-16,-4-1 26 0,-2 3-27 0,-2 0 26 15,-4 2-27-15,-1 4 25 0,-4 0-25 0,-2 2 24 16,-3 1-27-16,-4 3 30 0,-2 1-25 0,-4 2 28 16,-2 3-30-16,-3 4 18 0,0 1-12 15,-7 5 42-15,2 2-21 0,-2 4 39 0,0 3 5 16,2 3-2-16,3 2 11 0,2 3-55 0,5 0 69 0,1 3-9 15,5 0 0-15,5-1 16 0,2-1-57 0,6 1-30 16,5 3 0-16,5 2 0 0,7-2 0 0,2 0 0 16,6-2 0-16,0-1 0 0,3-4 0 0,2-3 0 15,1 0 0-15,1-4-209 0,-5-3-189 0,1-3-139 16,-1-2-155-16,-4-3-115 0,1-5-946 0,-4-2-1441 16</inkml:trace>
  <inkml:trace contextRef="#ctx0" brushRef="#br0" timeOffset="68575.8111">28207 14693 409 0,'3'-37'720'0,"-2"-1"-106"0,-1 1-53 0,-3-5 28 16,-1-1 1-16,-2 2-80 0,-1 7-4 0,0 2-93 16,-2 2 10-16,3 4-44 0,-2 4-51 0,3 2-92 0,-1 6-32 15,4 3-60-15,-3 3 12 0,5 8 1 16,0 0 58-16,-14 3-46 0,8 5 3 0,0 6-8 15,-1 6 7-15,2 4-80 0,-2 7 77 0,3 2-96 16,3 12-42-16,1 3-30 0,1 2 0 0,3 3 0 0,5 12 0 16,1 1 0-16,2 0 0 0,4 0 0 0,0 0 0 15,6 1 0-15,1-3 0 0,1-2 0 16,-3-3 0-16,3-3 0 0,-4-3 0 0,-4-12 0 0,-1-2 0 16,-4-3 0-16,-2-7 0 0,-1-5 0 0,-3-4 0 15,0-2 0-15,-2-1 0 0,-2-3 0 0,1-2 0 16,-2-12 0-16,-2 16 0 0,2-16 0 0,0 0 0 15,-5 11 0-15,5-11 0 0,-9-4 0 0,1-3 0 16,1 0 0-16,-2-5 0 0,-2-4 0 0,0-2 0 16,-3-6 0-16,-4-2 0 0,0-4 0 0,-4-1 0 15,-3-1 0-15,-1 0 0 0,-4 2 0 0,-2 1 0 16,-1 2 0-16,-3 2 0 0,-2 3 0 0,-2 2 0 16,0 4 0-16,1 3 0 0,5 6 0 0,0 3 0 15,5 1 0-15,0 5 0 0,2 1 0 0,2 4 0 0,2 3 0 16,5 1 0-16,3 5 0 0,4 1 0 15,4 2 0-15,2 0 0 0,8 2 0 0,3 3 0 16,6 1 0-16,8 7 0 0,5-3 0 0,4 0 0 16,5-4 0-16,1-1 0 0,3-2 0 0,2-2 0 0,3-4 0 15,-2-1 0-15,5-4-35 0,-2-2-54 0,0-3-8 16,-7-3 38-16,1-3-6 0,-2-1 34 16,0-5-17-16,-2-3 34 0,4-1-27 0,-2-5 34 0,-2-4-28 15,-1 0 37-15,0-4-31 0,-3-1 4 0,2-3 8 16,-2 0 5-16,-2-4 2 0,2 1 34 0,-3 0-30 15,-3 0 18-15,0 1-21 0,-1 2 30 0,-1-1-38 16,-4 8 37-16,-2 0-29 0,1 4 29 0,-2 2-17 16,-1 1 10-16,0 5-25 0,-1-1 27 0,1 3-27 15,-1 3 30-15,1 1-22 0,-1 4 24 0,1 1-26 16,2 3 29-16,-2 1-32 0,4 5 33 0,-3 0-31 16,2 4 43-16,1 3-34 0,-1 3 7 0,2 0 4 15,-2 1-5-15,0 0 38 0,-3 5-48 0,0-6 26 16,-5-3-27-16,2 0 29 0,-2 0-35 0,-3 1 37 15,-2-4-36-15,-2 0 30 0,-1-3-30 0,-2 0 41 16,-1-1-32-16,-3-3 19 0,-1 3-30 0,-3-3 34 16,-2-2-30-16,2-2 23 0,-2 0-33 0,1 0 22 15,10-5-19-15,-21 1 35 0,21-1-18 0,-19-1 11 16,12-5-34-16,-1 1 29 0,2-3-58 0,1 0 5 0,1-4-6 16,3-1-2-16,2-3 10 0,1-4-9 15,4 0 5-15,3-8 33 0,4 1-25 0,0 1 29 16,5-5-19-16,1 1 32 0,2 3-33 0,-2 5 40 15,-1 0-32-15,1 3 30 0,-1 1-26 0,-1 4 43 0,-1 0-7 16,-2 4 29-16,-2 1-32 0,2 3 26 0,-4 3-2 16,-10 3 49-16,20 1-34 0,-11 3 25 15,0 1-18-15,2 3 20 0,-4 2-7 0,1 1-56 16,1 0-20-16,-2 3 0 0,-1 0 0 0,1 1 0 0,-1-1 0 16,2 1 0-16,-2 4 0 0,-1-3 0 0,2 2 0 15,-2 0 0-15,2-3 0 0,-1 0 0 16,0 1 0-16,0-2 0 0,0-2-29 0,0 1-240 0,-1-2-97 15,-1-3-104-15,1 2-101 0,-5-10-125 0,5 14-74 16,-5-14-820-16,0 0-1239 0</inkml:trace>
  <inkml:trace contextRef="#ctx0" brushRef="#br0" timeOffset="68775.7801">29311 14877 709 0,'-6'-23'826'0,"-2"-1"-77"0,2 2-28 0,0 0-83 16,0 1-19-16,-1 2-90 0,3 2-121 0,0 2-31 16,1 0-83-16,0 5-61 0,1-2-49 0,2 12-44 15,-2-13-2-15,2 13-52 0,0 0 4 0,0 0-62 16,0 0-49-16,0 0-140 0,13 7-73 0,-10 3-128 16,2 2-95-16,-1 4-85 0,-3 2-87 0,3-2-758 15,-2 5-988-15</inkml:trace>
  <inkml:trace contextRef="#ctx0" brushRef="#br0" timeOffset="69410.856">29455 15077 506 0,'0'0'899'16,"9"-9"-77"-16,-9 9-9 0,10-12-12 0,-10 12-16 16,9-11-111-16,-9 11-66 0,8-9-117 0,-8 9-81 15,9-5-103-15,-9 5-32 0,0 0-57 0,21 4-41 0,-12 2-28 16,2 3-29-16,1 1-27 0,1 5-50 0,1 0-43 15,0 2 0-15,-1-1 0 0,0 2 0 16,0 1 0-16,0 0 0 0,-1-1 0 0,-1 0 0 0,0 0 0 16,-1 0 0-16,-1-3 0 0,0 0 0 0,-1-1 0 15,-2-2 0-15,1-1 0 0,-2-2 0 0,1-1 0 16,-6-8 0-16,8 14 0 0,-8-14 0 0,7 9 0 16,-7-9 0-16,0 0 0 0,12 5 0 0,-12-5 0 15,0 0-68-15,12-9-3 0,-12 9-11 0,11-15-16 16,-3 5 4-16,0-4 3 0,-1 1 30 0,3-5-14 15,1 0 33-15,-1 0-17 0,1-1 38 0,1-1-25 16,-1 2 36-16,1 2 10 0,-2 0-28 0,1 0 24 16,0 4 2-16,-2-1 6 0,0 3-26 0,0 1 28 15,2 0-5-15,-2 3 0 0,0-1-2 0,1 2 3 16,0 1 6-16,0 2-3 0,2 0 0 0,1 0 3 16,1 2-2-16,-1 0 2 0,2 2-3 0,0-1-4 15,3 0 2-15,-1 1-5 0,3-2 3 0,-2 2 4 16,1 0-22-16,0-2 24 0,-3 0-2 0,0 0 4 15,-1-1-4-15,0 0 4 0,-2-1-2 0,-1-2-4 16,1 0 1-16,-1-1 5 0,-1-1 3 0,-3 0-9 16,-1-2-6-16,0 0 7 0,-1-1-7 0,-6 9 0 15,5-19 2-15,-5 19-1 0,0-15-2 0,0 15 5 16,-8-16-3-16,2 8-2 0,-1 3 3 0,-2-1 0 16,-2 2-3-16,1 2-4 0,10 2 6 0,-25 0 4 15,9 4-1-15,0 3-2 0,0 1 1 0,-2 5 0 0,3 1-1 16,-3 5 40-16,3 2-18 0,0 0 30 15,2 1-29-15,0 3 32 0,6-3-16 0,2 0 28 16,2 3-38-16,3-1 33 0,3 0-32 0,3-1 21 16,3 5-37-16,4-2 22 0,1-3-29 0,3 0 22 0,3-2-28 15,2 0 25-15,7 0-58 0,1-3-45 16,3-1-79-16,1-3-88 0,-3-2-87 0,2-5-65 16,-1 1-7-16,-3-5-96 0,-2-1-35 0,1-3-38 15,-3-2-139-15,1-3-554 0,-4-3-874 0</inkml:trace>
  <inkml:trace contextRef="#ctx0" brushRef="#br0" timeOffset="69809.6394">30790 15116 424 0,'-1'-16'654'15,"-1"0"-13"-15,-1 0 55 0,-1 2-139 0,2 0-28 0,-1 1 3 16,1 2-19-16,0 1-37 0,2 10-43 0,-3-19-54 16,3 19-49-16,-2-13-60 0,2 13-39 0,0 0-14 15,7-10 35-15,-7 10-43 0,16 2-12 0,-3 4-51 16,3 1-7-16,3 3-46 0,5 3 7 0,1 4-36 15,3 4 1-15,3 3-21 0,-1-1-44 0,0 2 0 16,0 4 0-16,-1-2 0 0,-2 2 0 0,-3-1 0 16,-2-1 0-16,-1 2 0 0,-7-6 0 0,-3-3 0 15,-4 0 0-15,-1 1 0 0,-4-3 0 0,-3-3 0 16,-2 1 0-16,-2 0 0 0,-3-2 0 0,-2 1 0 16,-3 0 0-16,-2-2 0 0,0-2 0 0,-2 0 0 15,1-2 0-15,-2-2 0 0,2 0 0 0,-1-4 0 16,-1-2 0-16,4 0 0 0,-2-2 0 0,3 0 0 15,-1-3 0-15,1-2 0 0,3-1 0 0,1-3 0 16,3 0 0-16,0-2 0 0,7-1 0 0,3-2 0 16,6-6 0-16,6-4 0 0,10-3 0 0,6-2 0 15,11-6 0-15,7-1 0 0,3-1 0 0,4 0 0 16,0 1 0-16,2 2 0 0,1-1 0 0,-2 2 0 16,1 2 0-16,-3 3 0 0,-4 2 0 0,-10 7-30 15,-3 1-333-15,-2 1-177 0,-8 5-18 0,-3 4-61 16,-5-1-55-16,-5 0-124 0,-4 2-665 0,-6 2-1082 15</inkml:trace>
  <inkml:trace contextRef="#ctx0" brushRef="#br0" timeOffset="71780.0633">16438 6431 285 0,'-10'-25'519'0,"1"-2"-68"15,-1 4-125-15,0 1 49 0,1 1-53 16,-2 0-16-16,-1 3 0 0,2 0-29 0,0 1 8 0,-1 2-36 15,4 2-41-15,1 0-26 0,0 4-37 0,1 0-27 16,5 9-26-16,-8-11-7 0,8 11 21 0,0 0 16 16,0 0 10-16,0 0 24 0,4 17-20 15,0-5-3-15,1 6-10 0,1 5 0 0,1 5 36 0,2 3-21 16,-1 7 0-16,0 4 3 0,-1 2-14 0,1 1-49 16,-1 4 37-16,0 0-33 0,-1 3 28 0,-1 3-47 15,2 9 28-15,-1 4-11 0,-1-3-13 0,0 4-12 16,1-3-9-16,-1 2-6 0,1-2-44 0,0-1 34 15,0 0-30-15,1-1 2 0,1-2 32 0,-1-7-38 16,-1-4 36-16,1-2-42 0,0 1 36 0,2-4-39 0,-2-2 39 16,0-2-42-16,0-3 37 0,-1-6-35 15,-2-4 35-15,0-4-38 0,0-3 31 0,-1-4-48 16,-1-1 6-16,1-2-64 0,-1-3-11 0,-2-12-113 16,1 16-73-16,-1-16-117 0,0 0-103 0,-6 8-61 15,6-8-146-15,-10-11-635 0,4 0-954 0</inkml:trace>
  <inkml:trace contextRef="#ctx0" brushRef="#br0" timeOffset="72597.8312">16974 6104 31 0,'0'0'171'0,"-11"-4"-44"0,11 4-28 0,0 0-30 15,-14-4-4-15,14 4-24 0,-9-4-5 0,9 4-6 16,0 0-2-16,-14-6-16 0,14 6 10 0,0 0-15 0,-12-4 4 15,12 4-6-15,0 0 1 0,-14-3 0 16,14 3-2-16,0 0-5 0,-18 0-15 0,18 0-29 16,-13 0-31-16,13 0-125 0,-17 2 62 0</inkml:trace>
  <inkml:trace contextRef="#ctx0" brushRef="#br0" timeOffset="75746.1411">16559 6167 285 0,'0'0'246'0,"0"0"-34"16,-13 3-14-16,13-3-13 0,0 0 8 16,-11 3-35-16,11-3 29 0,0 0-39 0,0 0 25 0,-11 3-37 15,11-3 14-15,0 0-23 0,0 0-21 0,0 0-38 16,0 0 10-16,-12 3 14 0,12-3-48 0,0 0 40 16,0 0-32-16,0 0 27 0,0 0-9 0,0 0 40 15,0 0-29-15,7 10 10 0,-7-10 9 0,11 4-7 16,-11-4-3-16,17 5 4 0,-6-2-14 0,1-1 7 15,1 1 2-15,4 0 16 0,2-2-11 0,-1 0-19 16,3 2-11-16,1-1 5 0,3-1 11 0,2 1-14 16,2-1-6-16,2 1-4 0,5-2-2 0,2 0 21 15,1 0-7-15,2 1-7 0,2-2-8 0,0 1-12 16,8 0-5-16,0 0 0 0,1 0-4 0,1-1-3 16,0 0 4-16,2 0-5 0,0-1-4 0,1 2 0 15,2-1-6-15,0-1-1 0,2-1-5 0,0 2 0 16,-1 0-2-16,3-2-2 0,2 1-2 0,0 1 11 15,10-3 33-15,0 2 32 0,2-1-27 0,-1 2 15 0,2 0-27 16,-1 0 16-16,4 2-19 0,2 0 37 0,1 1 2 16,5 1 1-16,2 2-15 0,2-2-4 15,2 2-16-15,2 0-43 0,0 1 41 0,1 2-7 0,1 0-2 16,-2 1-4-16,-1 1-5 0,-2 0-6 0,-2 2-6 16,-3-2 1-16,-5 1-3 0,0-1-5 15,-3 1 1-15,-5-1 0 0,0 0-3 0,-4-3-1 16,-2 2-1-16,-10-3 3 0,-1 0-1 0,0 0-2 0,0-2 1 15,-2 1 0-15,2-3 3 0,0 1-4 0,1-1-1 16,0-2 5-16,2 0-1 0,1-2 5 0,2 1 2 16,11-3 8-16,0 1 6 0,-1 0 0 0,2-1 2 15,-2 2-1-15,-11-1-3 0,-1 0-3 0,0 1 9 16,-1-1-17-16,-2 2-4 0,-1 0 4 0,-1-1-7 16,-1 1 0-16,-1 1-3 0,-2-1-2 0,0 1 1 15,1-1 2-15,-2 1-3 0,0 0 0 0,0 0-2 16,1 0 6-16,-2 0-6 0,1 0 2 0,-1 0 5 15,-1 0-6-15,1 1-2 0,1 0 5 0,-1 0-5 16,2-1 1-16,2 2 0 0,-2-1 6 0,2 0-6 0,1 2-2 16,1-1 2-16,0 1 0 0,0-1 3 15,-2 0-1-15,1 0 1 0,-1 1 1 0,0-1 1 16,-3 2 7-16,0-3 5 0,0 2 4 0,-3 0 3 0,1-2 0 16,-9-1 6-16,8 2 2 0,-6 0-6 15,-1-1-1-15,0 0-6 0,1-1-1 0,0 2-3 16,-1 1-2-16,1-2-3 0,-2 1 3 0,0 1-4 15,0-2-3-15,0 2-5 0,-1-2 4 0,0 2-2 0,-1-1 1 16,0 1 0-16,-3-2 0 0,1 4-2 0,1-4 0 16,-2 1 5-16,-1 1-6 0,1-2 2 0,-1 0-2 15,-3 2 1-15,-1-2-1 0,1 0 6 16,-2 0-5-16,1 1 0 0,1-2 0 0,-1 1 1 0,2 1-2 16,-2-2 0-16,7 0 3 0,-1 1 15 0,-1 1 24 15,2-2 3-15,1 0-7 0,-1 2-2 16,-2-1-2-16,1-1 0 0,0 1 3 0,1-1-20 0,-2 1 1 15,0 1-7-15,0-2 1 0,1 2-1 0,-5-2 1 16,5 1-7-16,-1 0-2 0,0 1 1 16,-3-1 6-16,-2 0-9 0,5 1-1 0,0-2 11 15,-1 3-10-15,3-1-1 0,-3-2 0 0,3 1-2 0,-2 1 2 16,0 0-2-16,1-1 7 0,0 0-6 16,-5-1 0-16,4 0 1 0,-3 1 0 0,-1-1-1 15,1-1 2-15,3 1-1 0,-4 0 0 0,8-1 3 0,-10 1 0 16,3-2 4-16,3 1-7 0,0-1-2 15,0 1 2-15,-1 1 2 0,2-3-2 0,-1 1 0 0,0 1 0 16,-5-1-1-16,1 1 0 0,3-2 1 0,-3 2 1 16,-1 1-4-16,5-2 0 0,-5 1 3 0,1-1-4 15,-1 2 5-15,-1-1-1 0,1 1 3 16,0-1-4-16,-1-1 0 0,-1 2 8 0,0 0-9 16,0-2 0-16,-1 1 0 0,0 1 3 0,0-2-4 0,-1 1 7 15,0-1-5-15,0 2 0 0,-1-1-1 0,1 0 6 16,0 0 0-16,0 1-5 0,2-1 3 0,-1 1-4 15,1-2 3-15,0 2-3 0,1-1 2 16,-1 1-2-16,2 0 2 0,-2-1 3 0,2 1 5 16,-1-2-2-16,-1 1-11 0,-1 1-1 0,1-1 4 0,-1 0-3 15,1 0 2-15,-2 1 0 0,2-3 3 0,-3 1-2 16,1 1 4-16,0-2 2 0,-2 1-1 0,1 1-3 16,-2-2-3-16,1 1 2 0,-2 0 8 15,-1 0-8-15,0-1 2 0,-1 2-5 0,0-1 5 16,2 0-4-16,1 0 2 0,-2 0-1 0,2-1 0 0,-1 2 2 15,-3 1-1-15,3-2 2 0,-1-1-7 0,0 2 4 16,-1 0 11-16,0-2-7 0,0 2-4 0,0-1 2 16,0 1-5-16,0-1 0 0,1 0 2 0,1 1 2 15,-3-1-4-15,2-1 0 0,0 3 1 16,-3-3 6-16,2 0-11 0,-1 2 1 0,0-3-3 16,0 2 0-16,0 0 3 0,-2-2-3 0,2 1 3 0,-2 0-1 15,3 1 0-15,-3-2 3 0,1 2 3 0,0-2-10 16,0 2 5-16,1-3 0 0,-1 2 1 0,0 0 6 15,0 1-6-15,0 0-2 0,-1-1-1 16,1 0-1-16,-1 1 8 0,2 1-4 0,-1 0-5 0,0-1 2 16,0 0 1-16,-1 1 1 0,1 0 6 0,0 0 0 15,-1-1-4-15,-1 0 4 0,0 1 2 0,-1-1 1 16,0 1-2-16,1-1 1 0,-3 1-3 16,1 0 2-16,-1-1 0 0,1 1 2 0,-1-1-2 0,0 1 0 15,-1-2 0-15,1 1 7 0,-2 1-5 0,-1-2-1 16,2 1 1-16,-1-1-5 0,0 0 5 0,-1 2 2 15,-1-2-5-15,-10 3 8 0,21-4-9 0,-11 1 1 16,2 0 3-16,-2 1-5 0,-10 2-1 0,22-3 2 16,-22 3-1-16,20-3 3 0,-20 3 0 0,19-1-1 15,-19 1 2-15,24-2-3 0,-24 2 5 0,22 0-3 16,-8 0 1-16,-3 2-2 0,2-1 0 0,0-1 0 16,2 1 2-16,-2 0 0 0,3 0-1 0,0 0 2 15,0 1 3-15,0 0-4 0,2-2 0 0,-2 2 2 16,3-1-1-16,-1 1-3 0,1 0 4 0,1 0 3 15,0-1-7-15,1 1 2 0,0-1 2 16,-1 0 2-16,2 1-4 0,1-1 0 0,3 1 0 0,-1-1 0 16,1 1 27-16,0 0-34 0,-4-1 24 0,0-1-28 15,-1 2 32-15,0-2-27 0,-1 1 24 0,-2 0-24 16,1 0 1-16,-4-1 27 0,0 1-23 0,-1-1 9 16,-1 0 11-16,-13 0 3 0,21 0-3 15,-21 0-4-15,18 0 1 0,-18 0-9 0,14 0 3 16,-14 0-7-16,13 1 2 0,-13-1-3 0,0 0-1 0,16 0-1 15,-16 0 1-15,0 0-1 0,14 3 5 0,-14-3-8 16,9 6 1-16,-9-6 2 0,9 9 1 0,-9-9 0 16,10 12-1-16,-5-5 27 0,1 0-34 0,-1 2 35 15,-1 0-38-15,3 1 27 0,-2 0-28 16,-2 1 25-16,3 1-29 0,-2 2 34 0,1 1-34 0,-1 1 5 16,1 1 0-16,-1 1 2 0,0 2 3 0,0 1 2 15,-1 1-5-15,1-1 6 0,-2 3-1 0,1 0 1 16,0-1-37-16,1 1 46 0,-2 0-36 0,0 1 45 15,0-1-6-15,0-1-3 0,0 2 7 16,0-1-7-16,-1 1 0 0,0-3-2 0,1 2 3 0,-1-4-4 16,1 2 2-16,0-1-3 0,1 1 5 0,-2-3 6 15,1 2 5-15,1-4 8 0,0 1-12 0,-1 1-6 16,0-1 0-16,1 0 0 0,0-1 3 0,-1 1 2 16,1-1-5-16,-1 0-2 0,1 0 8 0,-2 0-3 15,2-2-9-15,1 2 2 0,-1-1 0 0,0-1-4 16,-1 1 0-16,2 0 2 0,-2 0-2 0,1 0 4 15,0-1-6-15,-1 1 13 0,0-2-46 0,1 2 44 16,1-3-41-16,-2 0 46 0,0 0-41 0,-1 0 45 16,1-1-43-16,0 1 50 0,-1-2-50 15,-1 2 51-15,2-1-50 0,-1-2 45 0,2 5-45 16,-1-5 47-16,0 2-48 0,0-1 52 0,0 0-50 0,0-1 48 16,1 1-50-16,-1 0 43 0,0-1-40 0,0 1 46 15,0 0-45-15,-2-11 47 0,3 20-7 0,-1-10-3 16,-2-10-4-16,3 18-4 0,-1-7 0 0,-2-11-2 15,3 21 1-15,-3-21-6 0,3 17 0 0,-3-17 0 16,2 20 2-16,-2-20-3 0,2 16 0 0,-2-16-3 16,1 17 5-16,-1-17-5 0,-1 17 6 0,1-17 7 15,0 16-13-15,0-16 1 0,-2 16 2 0,2-16-2 16,-1 16-5-16,1-16 4 0,-4 15-1 0,4-15 2 16,-4 13-4-16,4-13-1 0,-5 11 0 0,5-11 5 15,-6 10-4-15,6-10 0 0,-8 7 2 0,8-7 3 16,-9 7-1-16,9-7-1 0,-12 5 2 0,12-5 2 15,-15 3-3-15,15-3 0 0,-19 2-3 0,19-2 4 16,-23 0 3-16,23 0-6 0,-27 0 7 0,13 0-2 16,-2 0-3-16,-4 0 0 0,1 0 7 0,-3 0-9 15,-1-2 24-15,-4 2-24 0,1-2-1 0,-2 1 0 16,-3-1 0-16,-4 1 6 0,-2-2 1 0,0 0-7 16,0 0 6-16,-1 1-7 0,-1 0-42 0,-1-1 48 15,0 0-7-15,0 3 2 0,-1-2 6 0,0 2-4 16,0-1 5-16,-1 2-6 0,1-1 0 0,0 2 6 15,-1 0-5-15,1-1 0 0,-2 0 3 0,2 0-3 16,0 1 1-16,-1-1-1 0,0-1 0 0,1 1-37 16,-1 0 47-16,1-1-39 0,0 0 43 0,-1 0-39 15,0 0 48-15,-1-2-45 0,-7 1 43 16,0 0-42-16,1-2 44 0,-2 0-46 0,0 1 45 16,1 1-42-16,-1-2 42 0,1 0-46 0,1 1 41 15,-1 1-44-15,8-1 40 0,0 1-45 0,-1 0 38 0,2 1-40 16,-2-2 41-16,2 2-41 0,1-1 47 0,-1 1-48 15,-1 0 39-15,2 0-36 0,0-2 41 0,-1 1-38 16,1 0 42-16,0-1-38 0,-2 0 38 0,2 0-35 16,-2-1 42-16,-5-1-39 0,2 1 34 0,4 1-36 15,-6-3 39-15,6 3-36 0,-4-4 39 0,-2 2-41 16,9 0 33-16,-7 0-31 0,0-2 14 0,5 2-52 16,2 0 15-16,-8-2-50 0,2 2 24 0,-2 0-41 15,8 0 33-15,-1-1-45 0,0 1 38 0,-1 0-35 16,1 0 30-16,0 0-25 0,-3 1 25 0,4 0 1 15,-2-1 11-15,2-1 0 0,-1 2 15 0,-1-2-6 16,2 1 10-16,0-1-5 0,-7-2 25 0,1 0-4 16,0 1 8-16,0-2 6 0,-2 0 3 0,0 0 6 15,-2 0 3-15,1-4 0 0,-3 4-2 0,4-1 11 16,-2 1 4-16,0 1-1 0,2-2 3 0,-2 1-2 16,4 1-2-16,-1-1 5 0,0 1-6 0,2 2 6 15,6 0 2-15,0 0 0 0,-1 0-1 0,0-1 0 16,0 2-2-16,-1 0 2 0,1-1-3 0,0 2-6 15,0 0 3-15,-1-2 0 0,2 1 7 0,0 1-7 16,-1-1 8-16,3 1-9 0,-4 0 8 0,3 0-6 16,-1 0 3-16,0 0-1 0,1-1-1 0,-2-1 1 15,2 1 6-15,0 1-7 0,0 0 5 0,1-2-3 16,1 2 3-16,-2 1-3 0,2-1 3 0,2 1-2 16,-2-3 0-16,-1 1 0 0,0 0 3 0,0 0-4 15,0-1 6-15,1 1-8 0,-2 1 4 0,1-2-5 16,0 4 5-16,0-5 1 0,-2 3 0 0,1-1-5 15,0 0 4-15,0-1-3 0,1 1 4 0,1 0-2 16,0 0 1-16,4 2-2 0,0-1 4 0,1 0-3 16,1-1 0-16,-1 1-3 0,1-1 8 15,0 2-5-15,0-1 2 0,1 0-5 0,0-1 4 0,1 3-2 16,0-2-4-16,1 0 4 0,4 0 4 0,-4 0-6 16,1 1 2-16,2-1 1 0,2 1-1 0,-2 0-3 15,0 1 5-15,1 1 1 0,1-3-1 0,0 2-2 16,1-1 2-16,-2-1-6 0,2 1 3 0,2 1-2 15,0-1-2-15,3 1 9 0,0-1-6 0,14 2 0 16,-25 0 2-16,25 0 5 0,-19-2-5 0,19 2-2 16,-17-2 1-16,17 2 8 0,-14 0-7 0,14 0 2 15,-12-1 1-15,12 1-2 0,0 0-1 0,-14 0 0 16,14 0 1-16,0 0 0 0,0 0 1 0,-15-2-2 16,15 2-1-16,0 0 1 0,0 0 0 0,0 0 2 15,0 0-1-15,-13 0 0 0,13 0-2 0,0 0-3 16,0 0 7-16,0 0-2 0,0 0-3 0,0 0 3 0,0 0 0 15,0 0-3-15,0 0 5 0,0 0-1 16,0 0 3-16,0 0-6 0,0 0 2 0,-11 3-2 16,11-3 1-16,0 0 1 0,0 0-28 0,0 0-63 15,0 0-75-15,0 0-113 0,0 0-106 0,0 0-170 16,0 0-676-16,0 0-840 0</inkml:trace>
  <inkml:trace contextRef="#ctx0" brushRef="#br0" timeOffset="78863.877">17298 8024 264 0,'0'0'250'0,"-23"1"-48"0,23-1-36 15,-23 0-23-15,23 0-25 0,-23 3-11 0,23-3-28 16,-22 1-3-16,22-1-28 0,-22 3 24 0,10-3-19 16,-1 2 5-16,0 0-18 0,-1-2 20 0,-2 3-20 15,-1-1 15-15,0 0-23 0,-2-1 21 16,0 1-24-16,1-1 22 0,-3 1-26 0,1-1 33 0,-1 0-39 16,-1-1 26-16,1 2-27 0,2-1 24 0,-2 1-39 15,3-1 30-15,-2-1-34 0,2 1 32 0,0 1-24 16,2-2 44-16,1 1-33 0,2-1 45 0,0 0-31 15,13 0 51-15,-23 2-7 0,23-2-27 0,-18 2 29 16,18-2-10-16,-20 1-3 0,20-1-21 0,-17 2 11 16,17-2 9-16,-16 1 14 0,16-1 7 0,-19 6 9 15,19-6 12-15,-17 4 1 0,17-4 8 0,-17 3 3 16,17-3 6-16,-13 4-4 0,13-4-4 0,-12 2-9 16,12-2-7-16,-10 3-12 0,10-3-12 0,0 0-1 15,-12 4-4-15,12-4 5 0,0 0 8 0,0 0 4 16,0 0-1-16,0 0-7 0,0 0-14 0,0 0-8 15,6 10-5-15,-6-10-11 0,11 2-8 0,-11-2-3 0,16 4-4 16,-16-4-6-16,19 2-4 0,-7 1-2 0,0-3 8 16,3 1 12-16,0 0 5 0,4-1 7 15,1 0-16-15,4 0 3 0,4 0-3 0,3-2 16 0,6 0-17 16,3 1 13-16,8-2-18 0,5 0 13 0,2 2-27 16,2-1 24-16,4 1-44 0,4-1 41 0,11 1-27 15,2 1 15-15,-1-1-19 0,1 1 19 0,-2 1-26 16,4 0 28-16,-3 1-22 0,2 0 21 0,-1 0-29 15,1 2 29-15,-1 1-22 0,0-1 29 0,-1 1-28 16,2 1 30-16,-1-1-31 0,2 1 28 0,1 1-26 16,-1-2 38-16,0 1-33 0,-1 0 50 0,1-1-44 15,-1 0 33-15,-5 0-35 0,0-1 27 0,-11-1-35 16,-1 0 0-16,2-1 32 0,-2 1-41 0,0-2 35 16,-1-1-38-16,1 2 34 0,-3-1-41 0,1-2 42 15,0 1-40-15,-1-2 47 0,-1 2-48 0,0-2 32 16,-1 0-31-16,-1 0 36 0,-2 0-34 0,1-1 29 15,-2 0-36-15,0 1 38 0,-3-1-38 0,1 1 35 0,0 0-35 16,-3-1 39-16,1 0-41 0,-7 2 39 0,6-2-34 16,-6 2 34-16,0-1-39 0,0 2 44 15,0-2-39-15,1 1 33 0,0 0-35 0,0 1 36 0,1 0-33 16,0 0 35-16,6 0-32 0,-6 0 31 0,7 0-36 16,-8 0 35-16,7 0-40 0,-7 0 42 0,1 1-42 15,-1 0 48-15,2 0-46 0,-2-1 37 0,0 0-33 16,1 0 33-16,-1 1-31 0,-1-1 38 0,-1 0-40 15,-1 0 33-15,0 0-34 0,-3-1 35 0,0 1-37 16,-4 0 39-16,0 0-35 0,4 0 36 0,1-1-38 16,-2 0 33-16,1 1-30 0,0-1 35 0,0 1-38 15,-1 0 40-15,2 0-37 0,-1-1 33 0,-1 1-33 16,-4-2 34-16,5 2-37 0,-1 0 38 0,-2-1-41 16,2-1 42-16,-4 2-37 0,1 0 35 0,0-1-34 15,2 0 31-15,-3-1-33 0,-1 2 40 0,0-2-46 16,-1 1 44-16,1 0-38 0,-1-1 35 0,-1 0-36 15,1 1 35-15,-1-1-34 0,-1 1 38 0,1 0-45 16,-1-1 40-16,1 2-35 0,-1-1 37 0,0-1-35 16,1 1 35-16,0-1-37 0,2 2 36 0,-1-1-39 15,0 0 40-15,1 1-36 0,-1 0 41 0,1 0-42 16,-1-2 36-16,0 2-29 0,2 0 31 0,-2-2-39 16,1 2 37-16,0-1-34 0,-1 1 33 0,0 0-33 15,-1-1 33-15,0 1-31 0,0-1 31 0,-1 1-36 0,0-1 39 16,-1 1-41-16,1 0 43 0,-3-1-40 15,-1 1 37-15,0-1-36 0,0 1 37 0,4 0-37 16,-5 0 37-16,5 0-40 0,0 0 38 0,1 0-34 16,-1 0 39-16,0 0-40 0,0-1 40 0,0 1-43 0,0 0 37 15,0 0-36-15,1 0 36 0,0 0-34 16,-1 0 37-16,1 0-39 0,0 0 38 0,1 0-42 0,-1-2 44 16,0 2-32-16,0 0 30 0,1 0-35 15,-1 0 35-15,1 0-35 0,-1 0 35 0,0-1-36 0,1 1 38 16,-2-1-34-16,1 0 30 0,0 0-34 0,0 0 34 15,-2 0-32-15,1-1 32 0,1 0-30 0,-2 1 33 16,1 0-39-16,0-1 39 0,-1-1-4 16,0 2 0-16,1-2-7 0,-1 1 6 0,1 0-8 15,-1 1 1-15,2-2 1 0,0 2-15 0,1-1 24 0,0-1-10 16,-1 3 0-16,2-1-3 0,0-2-31 16,-1 2 40-16,1-2-35 0,-1 1 41 0,1 0-35 0,0-1 41 15,-2 2-32-15,2-1 43 0,1 1-40 0,-3-2 43 16,1 0-7-16,1 3-2 0,-2-1 0 0,1 0-2 15,-1-1-8-15,2 1-2 0,-2-1-3 0,1 1-3 16,-1 1-2-16,0 0-2 0,-1-1-2 0,-1 1-1 16,1-1-1-16,1-1 3 0,-2 2 0 0,0 2-5 15,-4-2 0-15,4 0 0 0,-5 0 1 16,1 0-1-16,1 1 3 0,-1-1 4 0,-1 1 0 0,2-1 1 16,-1 0-34-16,0 0 45 0,-1 0-33 0,-1 1 39 15,1-1-35-15,1 0 36 0,-4 2-40 0,4-2 38 16,-2 1-38-16,0 1 38 0,0-2-1 0,-1 1-10 15,0 0-3-15,1-1-5 0,1 2 3 0,-2-1-5 16,0 1 0-16,1-1-1 0,1 0-1 0,-2 1-1 16,3-1 1-16,-3-1-1 0,0 2-1 0,3 0 2 15,-4-1 3-15,2 1-3 0,0-2 6 0,-2 1 5 16,2 1 0-16,-1-1 5 0,0-1-3 0,3 2-4 16,-3-2 1-16,2 1-1 0,-2-1 0 0,1 1 8 15,2-1-16-15,-2 0-2 0,0 0-32 0,2 0 39 16,-4 3-3-16,4-3 2 0,0 2-38 0,-4-2 39 15,4 0-37-15,-2 0 44 0,0 1-41 0,2 0 42 16,-2 1-40-16,-1-1 41 0,0-1-5 0,2 2 1 16,-3-2-5-16,1 2-3 0,0-1-1 0,-1 1 1 15,0-1-5-15,1 0 3 0,-2 1-39 16,3 0 45-16,-3-1-3 0,3 0 1 0,-2-1-2 0,2 3-3 16,-2-2 1-16,1 0 0 0,-2 0 3 0,4 0-4 15,-3 0 0-15,1 0-2 0,0 0 5 0,1 1 1 16,-1-2 3-16,0 2-2 0,2-1-7 15,-2 0 8-15,3 0-3 0,-2-1-4 0,1 1-1 0,-2 0 1 16,3 1 1-16,-1-2 0 0,-2 0 2 0,1 2-9 16,-1-2 3-16,1 1 0 0,0 0-37 0,0 1 43 15,0-1-33-15,0 1 38 0,0-1-37 0,0 1 41 16,-2-1-3-16,3 2-2 0,-2-2-4 0,3 2 5 16,-2-1-5-16,4 1-3 0,-4-1-2 0,4 0 3 15,-1 1-3-15,0 0 3 0,-5 0-3 0,6 0 1 16,-4 0 0-16,4 0-1 0,-6 0 0 0,3-1 3 15,-1 0-6-15,-1 1 2 0,1 0 1 0,-1-2 1 16,1 2 1-16,0-1 1 0,0 1-3 0,-2-1-1 16,1 0 1-16,-2 0 6 0,0 0-8 0,1-1 0 15,-3 2 2-15,1-1-4 0,-1 0 3 0,2 1-33 16,-2-2 42-16,1 1-37 0,-3 1 37 0,4-1-31 16,-3 2 39-16,2-2-40 0,-1 0 41 0,0 1-37 15,0 0 36-15,0-1-36 0,1 1 37 0,0-2-34 16,0 2 37-16,0 0-37 0,0-1 39 0,0-1-33 15,1 1 27-15,0-1-35 0,0 0 38 0,1 1-35 16,-2-1 40-16,2 1-25 0,-2-1 49 0,2-1-39 16,-2 0 51-16,-2 2-44 0,2-2 38 0,-2 0-46 15,2 3 39-15,-2-3-40 0,1-2 38 0,-1 2-42 16,1 0 32-16,-1 0-48 0,3-1 49 16,-3 1-50-16,4 0 40 0,-3 1-46 0,2-1 49 0,1 2-49 15,-2-2 43-15,1 1-42 0,0-1 43 0,0 1-44 16,1 1 40-16,-2-2-41 0,2 2 42 0,-3-2-42 15,3 2 45-15,-1-1-45 0,1 2 45 0,-1-3-45 16,-1 2 43-16,1-2-44 0,-4 2 33 0,2-2-29 16,-2 3 43-16,1-2-41 0,-1-1 40 0,2 2-41 15,-2-1 37-15,2 0-42 0,-2 0 44 0,1 0-42 16,-1 1 48-16,1-1-50 0,-2 1 59 0,1-2-60 16,0 0 45-16,0 3-44 0,0-2 45 15,-1-1-46-15,0 0 44 0,-1 2-39 0,1-2 46 0,-13 0-48 16,22-2 47-16,-22 2-52 0,20 0 46 0,-20 0-45 15,19 0 44-15,-19 0-43 0,19 0 43 0,-19 0-42 16,16-1 45-16,-16 1-45 0,16 0 51 0,-16 0-51 16,16-2 40-16,-16 2-40 0,14-1 44 0,-14 1-44 15,16 0 49-15,-16 0-48 0,13-2 45 0,-13 2-48 16,15-2 50-16,-15 2-49 0,17-3 42 0,-17 3-3 16,17 0-9-16,-17 0 3 0,16-1-2 0,-16 1-2 15,19-3-1-15,-19 3 5 0,17-1-4 0,-17 1 0 16,17-3-7-16,-17 3 0 0,17 0-5 0,-17 0 5 15,18 0 0-15,-18 0 0 0,18-2 0 0,-18 2 3 16,18 0-2-16,-18 0 5 0,19 2-3 0,-19-2-4 16,19-2 5-16,-19 2 0 0,19 0 3 0,-19 0-5 15,18-1 0-15,-18 1 0 0,17-1 2 0,-17 1-1 16,18 0-1-16,-18 0 0 0,16-3 1 0,-16 3 18 16,17-2-64-16,-17 2 47 0,15-1 5 0,-15 1-9 15,16-2 4-15,-16 2 0 0,15-3 8 0,-15 3-11 16,16 0 1-16,-16 0 1 0,16-4-2 0,-16 4 0 15,16-2 0-15,-16 2 0 0,16 0 4 0,-16 0 7 16,17-1-52-16,-17 1 57 0,15-2-7 0,-15 2 1 16,16-3 8-16,-16 3-2 0,15-1-3 0,-15 1 1 15,15-1-5-15,-15 1 7 0,13-3-4 0,-13 3 19 16,12-3-56-16,-12 3 59 0,11-2-58 0,-11 2 61 16,0 0-66-16,13-3 53 0,-13 3 0 0,0 0 0 15,12-3-61-15,-12 3 61 0,0 0-10 0,0 0-2 16,12-3-1-16,-12 3-6 0,0 0 4 0,0 0-8 15,12-2 3-15,-12 2-48 0,0 0 51 0,0 0-55 16,0 0 15-16,0 0-57 0,10-5-88 0,-10 5-114 16,0 0-110-16,0 0-116 0,-5-12-162 0,5 12-45 15,-12-12-836-15,5 5-1203 0</inkml:trace>
  <inkml:trace contextRef="#ctx0" brushRef="#br0" timeOffset="79237.4917">30271 7821 17 0,'-1'-14'486'0,"1"14"-61"0,0 0-75 0,0-18-21 16,0 18-87-16,0 0 17 0,0-15-53 0,0 15 6 16,0 0-27-16,2-14-4 0,-2 14-29 15,0 0 7-15,2-13-9 0,-2 13 24 0,0 0 2 0,1-12 12 16,-1 12-3-16,0 0 0 0,0 0-6 0,2-13-12 16,-2 13 3-16,0 0-20 0,0 0-8 0,2-12-15 15,-2 12-16-15,0 0-15 0,0 0-21 16,0 0-20-16,5-9-2 0,-5 9-13 0,0 0-21 0,0 0-40 15,12-4-44-15,-12 4-56 0,0 0-62 0,16 4-75 16,-16-4-63-16,14 5-69 0,-14-5-30 0,15 5-83 16,-15-5-94-16,16 8-274 0,-16-8-423 0</inkml:trace>
  <inkml:trace contextRef="#ctx0" brushRef="#br0" timeOffset="79846.675">30454 7816 223 0,'0'0'189'0,"9"5"-34"16,-9-5-7-16,10 3-6 0,-10-3 8 0,10 4 6 16,-10-4 0-16,0 0-4 0,12 4 13 0,-12-4-41 15,0 0 12-15,12 4-23 0,-12-4 35 16,0 0-39-16,0 0 35 0,12 0-50 0,-12 0 42 0,0 0-37 16,0 0 40-16,0 0 2 0,0 0 34 0,12 4-10 15,-12-4 14-15,0 0-5 0,0 0 17 0,0 0 13 16,0 0 3-16,0 0-15 0,0 0-47 0,0 0-13 15,0 0-30-15,2-11 24 0,-2 11-1 0,0 0-16 16,-4-8 0-16,4 8 17 0,0 0 16 0,-6-10-4 16,6 10-2-16,0 0-5 0,-5-8-22 0,5 8-14 15,0 0-11-15,0 0-11 0,-6-9-5 0,6 9-5 16,0 0-12-16,0 0-9 0,0 0-9 0,0 0-5 16,-4-9-7-16,4 9-4 0,0 0 0 0,0 0 5 15,0 0-17-15,0 0-3 0,0 0-1 16,0 0-1-16,0 0-1 0,0 0 2 0,0 0-6 0,0 0 1 15,0 0 1-15,0 0 0 0,0 0 4 0,2 12-6 16,-2-12 5-16,-2 10-5 0,2-10 6 0,-4 15 0 16,2-5 7-16,0 1-5 0,0 0 3 0,-1 1 0 15,1 4 6-15,0-1-2 0,-1 1-2 0,1 0 0 16,0 1 0-16,0 0-1 0,1-1 1 0,-1 0-3 16,2 0-2-16,-2 1 1 0,2-3 0 0,-1 0-1 15,0-2 0-15,1 1-2 0,0-1 2 0,0-12 2 16,0 21-2-16,0-21 4 0,1 17-4 0,-1-17 1 15,1 14 1-15,-1-14 0 0,0 12 1 0,0-12-1 16,0 0 0-16,0 15 0 0,0-15 2 0,0 0 2 16,0 0-2-16,0 16 1 0,0-16-2 0,0 0 1 15,0 0-4-15,0 0 1 0,-2 12-5 0,2-12 4 16,0 0-3-16,0 0 2 0,-11 5 1 0,11-5 0 16,0 0 5-16,-16 2-8 0,16-2 4 15,-20-1-4-15,8-1 4 0,-3 1-3 0,-1-2 2 0,-4 0 1 16,-3-1 0-16,-3 0 0 0,1-2 0 0,-7-1 0 15,-3-1-1-15,-5-3-6 0,-3-2-113 0,-3-2-134 16,0-1-132-16,-11-4-204 0,1-1-188 0,8 5-776 16,5-1-1191-16</inkml:trace>
  <inkml:trace contextRef="#ctx0" brushRef="#br0" timeOffset="81414.0592">16348 9406 172 0,'0'0'532'0,"-6"-13"-129"0,6 13-22 0,-6-12-51 16,6 12-29-16,-5-12 11 0,5 12-36 0,-4-12-25 16,4 12-29-16,-3-13-34 0,3 13-14 0,-3-9-9 15,3 9-13-15,0 0-15 0,-2-14-9 0,2 14-34 0,0 0-19 16,0 0-14-16,-4-9-8 0,4 9 25 0,0 0 15 16,-5 12 12-16,1-2-11 0,1 5 5 15,-2 5 15-15,0 4 26 0,0 7-32 0,0 1 0 16,1 4 14-16,-2 4 21 0,4 6-48 0,-1 0-10 0,3 1-17 15,2 2 17-15,0 1-44 0,3 1 22 0,1-1-46 16,1 0 32-16,1 0-12 0,2-2-8 0,-1-1 2 16,2-3-42-16,0-1 29 0,-1-3-33 0,1-2 41 15,-3-7-36-15,1-1 36 0,-1-4-40 0,-3-3 33 16,1-2-38-16,0-4-30 0,-3-3-53 0,1 0-9 16,0-3-36-16,-4-11-96 0,3 14-84 0,-3-14-84 15,0 0-31-15,0 0-89 0,0 0-118 0,0 0-357 16,-6-8-606-16</inkml:trace>
  <inkml:trace contextRef="#ctx0" brushRef="#br0" timeOffset="83567.98">16160 9472 113 0,'-5'-22'521'0,"0"0"-113"0,1 1-54 15,2-1-21-15,-1 0-61 0,0 2-25 0,2 2-35 16,0-1 21-16,0 1-48 0,1 0 27 0,0 1-39 16,0 3-33-16,2 1-28 0,-2 0-1 0,0 13-26 15,1-22-1-15,-1 22-19 0,4-19-9 0,-4 19-18 16,4-15 0-16,-4 15-13 0,8-10-7 0,-8 10 0 16,10-10 21-16,-10 10-2 0,16-8 12 0,-5 4-4 15,2 0-1-15,3 1-3 0,2-2 13 0,6 0-7 16,8 0 4-16,4-2-12 0,10 0-7 0,3-1-3 15,4 1-4-15,4-3-3 0,10 0-2 0,1 1 0 16,3 1-5-16,-1 0-5 0,-1 1 0 0,-8 3-1 16,-1-1 0-16,-1 0-1 0,-1 2-3 0,-2 1 2 15,-3 0-5-15,0 1-1 0,-2 0 6 0,-8 2-3 16,1-1-1-16,-3 0 0 0,2 1-3 0,5 2 0 16,-1 0 0-16,3 1 1 0,-1-2 2 0,1 3 1 0,3-1 0 15,2 0 0-15,3 2 4 0,11 0 0 0,3 0 13 16,3 0 17-16,-1 1-17 0,3 1 16 15,-1 1-15-15,0-1 13 0,2 1-20 0,-2 0 9 16,0 1-13-16,-2-2 6 0,-2 0-14 0,-4 1 11 0,-9-3-10 16,-1 0-1-16,-4-2 0 0,1 2 8 0,-2-1-11 15,-1-2 11-15,-2 0-9 0,-1-1 16 0,-8 2-2 16,2-4 8-16,5 1 1 0,-5-1 12 0,0-1-10 16,8 1-3-16,-3-3-5 0,2 1 2 0,-1 1 3 15,1-1 0-15,0-1-4 0,-1 2 1 0,0-4-11 16,-2 4 6-16,-5-2 9 0,-2 1-15 0,0 1-1 15,0 0 6-15,-3-2-3 0,1 2-8 0,-1 0 0 16,-5 0 9-16,0 1-3 0,4-3 2 0,-6 1-3 16,1 2 3-16,-1 0-6 0,0 1-5 0,1-1 3 15,-1 0-1-15,1 1 26 0,-1-1-29 0,0 1 2 16,1-1-6-16,0 0 4 0,1 0 3 0,5 2-1 16,-5-2-3-16,0 0 6 0,0 1-7 0,1-1 2 15,3 1 5-15,0 0-3 0,1 0 2 0,-2 1 0 0,2-1-3 16,-2 0-1-16,1 1-3 0,-5 0 8 15,4 0-3-15,-1 0 0 0,-4 1-3 0,0-2 2 16,0 2-3-16,0-1 4 0,0 1-3 0,0 0 7 16,0-2-7-16,0 2 3 0,0 0-5 0,0-1 7 0,1 1-11 15,3-1 9-15,-4 1-2 0,1-1 3 16,2 1-2-16,1 0 0 0,-3-1-1 0,-1 0 3 16,1 1-3-16,-1-2 1 0,0 1 0 0,1-1 14 0,-1 1-23 15,1-1 7-15,-1-1-4 0,2 0 7 0,-2 1-5 16,2-1 3-16,0 0-9 0,-1 0 15 0,0 0-20 15,1 0 16-15,0-1-3 0,0 1 5 0,3-1-2 16,-4 1 0-16,-1 0-5 0,0 0 5 16,0 0-6-16,-1 0 8 0,-1 0-4 0,0 0 2 0,-1-1-5 15,0 0 7-15,-2-1-4 0,-3 1 2 0,0 1-6 16,0-1 5-16,0-1 1 0,-3 1-2 0,2-1 1 16,-2 1 4-16,1 0-4 0,0-2 0 15,-2 1 0-15,2 1 4 0,-1-1-9 0,-1-1 7 0,1 2-2 16,-1-1-2-16,1 1-1 0,1-1 2 0,-2 0-6 15,2 0 11-15,0 0-1 0,0 0-6 0,0 0 1 16,-1 1 3-16,2-1-7 0,0 1 5 0,0-1-6 16,-2 1 5-16,2-1-3 0,-1 1 7 15,1 0-2-15,0-1 2 0,-2 0-3 0,3 2 0 0,-2 0 1 16,0-1-1-16,2 0-3 0,0 0 11 0,0 0-5 16,0 1-2-16,0-2-1 0,1 2 0 0,0-1 1 15,-1 1-1-15,1 0 1 0,0 0-11 0,-1-1 14 16,1 1-4-16,1 0 1 0,-1 0-3 0,0 0 4 15,0 0-6-15,0-2 13 0,0 2-9 0,-1-1-2 16,1 1 1-16,0-2 6 0,0 1-6 0,-2 1 6 16,4-2-14-16,-2 0 8 0,0 1-3 0,-1 0 9 15,1 0-4-15,1 0 1 0,-1-1-2 0,1 1 4 16,2 0-11-16,0-1 4 0,-3 2 1 0,3-3 5 16,-2 2-3-16,-1 0 0 0,3-2-1 0,-3 2 0 15,0-1-5-15,1 0 9 0,-1 2-6 0,1-3 4 16,2 2-2-16,-4 1 2 0,0-2-1 0,4-1 3 15,-4 2-5-15,2-1 3 0,-1 1-1 0,0-1-2 16,3 1 4-16,-3 0-5 0,-1 1 4 0,4-2-5 16,-2 1 11-16,2 0-8 0,-2 1 2 0,1-1-6 15,-1 1 9-15,3-1-8 0,-3 1 6 0,4 0-1 0,-2 1 0 16,1-1-2-16,0 2 2 0,0-2 3 0,0 0-3 16,2 0-2-16,-2 0-4 0,0 0 8 15,0 1-5-15,-2-1 4 0,2 0-3 0,-1-1 1 16,1 1-6-16,-4-1 7 0,2 0-6 0,-1 0 8 15,-1 0-3-15,0 0 0 0,1 0 4 0,-2 0-3 0,-1 0-7 16,2 1 7-16,1-1-6 0,-2 1 23 16,-1-1-20-16,1 0 1 0,0-1-9 0,0 1 11 15,1 1-6-15,0 0 13 0,-1-1-18 0,0 1 13 16,1-1-10-16,-1 0 10 0,3 1-7 0,-2 0 5 0,1-1 1 16,2-1-1-16,-4 2-6 0,2 0 7 0,-1 0-7 15,0-1 15-15,-2 0-12 0,4-1 2 0,-2 2-3 16,0 0 3-16,-2-1-5 0,4 2 7 15,-2-1-5-15,0-1 4 0,-1 1-10 0,2 0 15 16,1 0-1-16,-2 0-5 0,-1 0-2 0,1 0 4 0,1 0-2 16,-1 1 1-16,-1-1-3 0,1 0 6 15,0 0-9-15,1 0 7 0,-2 2-3 0,-1-2 1 0,3 0-4 16,-1 0 8-16,-1 0-7 0,-2 0 7 16,1 0-13-16,-1 0 12 0,2-2-5 0,-3 1 10 15,-2 0-13-15,1 0 8 0,-2 0-5 0,0-1 6 0,-3 0-7 16,1 1 5-16,-1 0-8 0,-2-1 9 0,3 1-1 15,-14 1 2-15,23-2-10 0,-23 2 6 0,19-1-5 16,-19 1 6-16,19-2-7 0,-19 2 7 0,15-1-8 16,-15 1 8-16,16 0-9 0,-16 0 11 15,17 0-12-15,-17 0 14 0,15 1-7 0,-15-1 6 0,15 2-5 16,-15-2 3-16,16 2-3 0,-16-2 5 0,13 4-10 16,-13-4 11-16,18 3-11 0,-18-3 12 15,19 4-7-15,-19-4 5 0,19 5-6 0,-19-5 5 0,19 5-5 16,-19-5 3-16,15 3-1 0,-15-3 3 0,14 5-2 15,-14-5 5-15,11 4-11 0,-11-4 6 16,9 3-3-16,-9-3 3 0,0 0-5 0,14 5 4 0,-14-5-2 16,0 0 1-16,10 4 1 0,-10-4 6 0,0 0-11 15,9 5 8-15,-9-5-2 0,0 0 5 0,0 0-11 16,8 8 5-16,-8-8-3 0,0 0 3 16,0 0-7-16,6 10 31 0,-6-10-25 0,0 0 48 15,0 14-19-15,0-14 11 0,0 11-26 0,0-11 17 0,-4 15-26 16,4-15 25-16,-5 18-31 0,3-9 25 15,-3 2-17-15,3 3 63 0,-1 0 14 0,-1 0 22 16,-2 2-19-16,4 0-18 0,-3 1-8 0,1 1-13 16,-1 0-7-16,2 1-8 0,1-1-3 0,-2 4 5 15,2-2 4-15,2-1 4 0,-3 3-5 0,1 2 15 0,0-4 2 16,0 0-10-16,0 2-41 0,0-2 40 0,1 2-44 16,-2-1 43-16,1-2-50 0,0 1 49 15,0 3-34-15,-2-3 35 0,1-1-36 0,1 1-1 16,-2 2 4-16,0-3 31 0,1 0-41 0,-4 0 32 0,2 0-40 15,-1-2 35-15,1 1-37 0,-1-2 38 0,-1 1-38 16,0 1 39-16,1-2-47 0,-1 2 44 0,3 0-33 16,-4-1 37-16,2 0-42 0,1 1 44 0,-1-1-27 15,1 0 54-15,1 0-30 0,-3 2 34 0,4-1-40 16,-3-1 42-16,2 0-44 0,1 1 38 0,-1-2-43 16,0 1 40-16,0 0-44 0,2-1 57 0,-2 0-51 15,2 0 56-15,-1 0-52 0,1 0 59 0,0-1-66 16,2-2 59-16,-2 1-74 0,2-2 56 0,-2 1-62 15,2-2 58-15,-2 3-67 0,2-14 56 16,0 22-61-16,0-22 58 0,0 21-65 0,0-21 63 16,0 19-64-16,0-19 7 0,2 18 11 0,-2-18-5 0,2 17 4 15,-2-17 4-15,0 16-1 0,0-16 2 0,2 15 1 16,-2-15 2-16,2 14-1 0,-2-14 1 16,0 12-18-16,0-12-40 0,0 0-31 0,2 18-31 0,-2-18-26 15,0 0-42-15,-4 10-43 0,4-10-41 0,0 0-40 16,0 0-36-16,-6 9-47 0,6-9-32 0,0 0-25 15,0 0-100-15,0 0-128 0,-10 5-405 0,10-5-705 16</inkml:trace>
  <inkml:trace contextRef="#ctx0" brushRef="#br0" timeOffset="86032.7731">16569 10315 245 0,'0'0'213'16,"-8"4"-32"-16,8-4-9 0,0 0-34 0,-7 6-7 15,7-6-8-15,0 0-1 0,0 0-16 0,-7 7 23 16,7-7-27-16,0 0 36 0,0 0-38 0,0 0 24 16,-5 7-37-16,5-7 32 0,0 0-12 0,0 0-19 15,0 0-1-15,0 0-7 0,-6 7-7 0,6-7-12 16,0 0-1-16,0 0-14 0,0 0 5 0,-9 5-3 16,9-5 2-16,0 0-3 0,0 0 1 0,0 0 11 15,-9 4 9-15,9-4 3 0,0 0 13 0,0 0 8 0,0 0 9 16,0 0 1-16,0 0 1 0,0 0 1 0,9 4-2 15,-9-4 3-15,0 0-14 0,19 1-2 0,-19-1-2 16,22 0-5-16,-9 0 1 0,3 0-15 16,5-1-10-16,1 1-11 0,2 0-7 0,4 0-4 0,2 0-10 15,2 1-4-15,6 0-6 0,2 0-1 0,2-1-1 16,8 2-3-16,0 0-2 0,3 1-3 0,0-1-1 16,1 2 1-16,3-1 2 0,-1 1-5 0,0 1-1 15,1-1 2-15,0-1-1 0,-1 2 2 0,1-3 16 16,1 3-21-16,-1 1 2 0,2-4 3 0,0 2 1 15,0 0-4-15,-1-1 2 0,2 0 3 0,-3 0 1 16,3-2-2-16,-1 3 1 0,1-2-1 0,-1 0 10 16,1 0-14-16,0-1 14 0,1-1-15 0,0 1-1 15,1-1 0-15,0 1 3 0,0-1-3 0,0 0 2 16,0-1 0-16,0 1 1 0,-1 0 1 0,0-1-1 16,-2 1 1-16,-1 1-10 0,0-2 10 0,-3-1 12 15,0 0-16-15,0 0-2 0,0 1 4 0,-1 2-5 16,-3-5 2-16,2 3-1 0,-1 0 3 0,-2-1-1 15,2 1 0-15,-1-1 1 0,-1 1-2 0,0 0 0 0,-7 1 0 16,1 0 1-16,0 0-2 0,0 0 3 0,-1 0 1 16,8 0 10-16,-3 1-13 0,1 0 3 15,-7 1-4-15,0-1-1 0,2 1 1 0,3-1 2 16,-4 2-4-16,-2-1 4 0,0 0 0 0,8 1 0 0,-9-1-2 16,1 0 4-16,0 1-3 0,-1-1-1 0,0 1 2 15,-1 0 0-15,0 0 0 0,0 0 1 0,1 0 12 16,0 0-13-16,-1 2 11 0,0-3-14 0,0 1 10 15,-1 0-10-15,0 2-3 0,2-2 4 0,-3 1 0 16,1-1-4-16,1 0 7 0,-1 0-1 0,0 1-3 16,1-1 2-16,-2 0 1 0,1 0 10 0,1-1-13 15,-1 1 16-15,-1 0-20 0,0-2 16 0,1 2-15 16,-2 0 19-16,0-2-19 0,-1 1 15 0,1 1-16 16,-2-1-3-16,2 0 6 0,0 0 14 0,-1 0-15 15,0 2 12-15,-4-3-17 0,4 0 21 0,-1 2-17 16,1 0 13-16,-4-2-14 0,5 2 14 0,-7-2-11 15,7 2 12-15,-2 0-16 0,-2-2 14 0,-1 1-14 0,0 1 14 16,4-2-13-16,-4 0 10 0,0 1-8 16,3 1 9-16,-3-2-11 0,0 2 13 0,-1-1-12 15,1 0 16-15,0 1-15 0,3-1 12 0,-4 1-11 16,1-1 5-16,3 0-6 0,-3 2 12 0,3-2-14 0,-4 2 13 16,4-2-14-16,1 1 17 0,-5-1-17 0,4 4 16 15,-3-5-13-15,-1 2 12 0,4-1-12 0,1 1 16 16,-1 0-18-16,-1-1 9 0,1 3-8 15,0-3 12-15,1 2-10 0,-1-2 12 0,1 1-13 0,-1 0 11 16,0 1-13-16,0-2 11 0,-3 1-10 0,-1 0 12 16,0-1-11-16,0 1 13 0,0-1-11 0,1 0 10 15,3 1-17-15,-3-1 12 0,0 0-5 16,3 0 10-16,-3 0-12 0,0 0 10 0,1 0-12 0,-1-2 11 16,0 1-12-16,-1 0 14 0,2 0-13 0,-2 0 12 15,0-1-11-15,0 0 14 0,0 2-14 0,-1-2 14 16,1 0-16-16,-1 0 9 0,0 0-6 0,1 0 9 15,-2 0-8-15,1 0 14 0,-1 0-15 0,-1-2 14 16,0 2-19-16,0 0 18 0,0 0-14 0,0-1 15 16,0 0-17-16,-3 1 16 0,1 0-13 0,2-1 11 15,0 1-15-15,-3 0 10 0,0 0-8 0,1 0 14 16,-2 0-14-16,1 1 14 0,0-1-12 0,2 2 10 16,-3-2-14-16,0 0 18 0,1 0-15 0,0 0 13 15,-4 0-14-15,3 0 14 0,1 0-13 0,-1 0 13 16,-2 0-16-16,1 0 18 0,2 0-16 0,-1 0 14 15,-2 0-15-15,2 0 13 0,0 0-9 0,2 0 13 16,-4 2-17-16,2-2 9 0,0 0-5 0,-1 0 20 16,0 0 14-16,2 0-1 0,0 0-5 0,-2 0 4 15,0 0-12-15,2 0 6 0,-1 0-6 0,0 0 1 16,0 0-10-16,-2-2 9 0,3 2-13 0,-2 0 10 0,-1-1-14 16,1 0 7-16,0 0-3 0,1 1 0 15,-2-1-6-15,1 1 11 0,0 0-12 0,-2 0 11 16,1-2-15-16,0 1 14 0,0 1-7 0,0-1 7 15,0 1-9-15,2-1 6 0,-2 0-6 0,-2 1 7 0,2 0-7 16,0-2 6-16,-2 1-7 0,1 0 8 16,1 0-6-16,-3 1 5 0,2-1-7 0,-1 1 8 15,0-2-8-15,-1 1 9 0,0-1-17 0,2 2 18 16,-1-1-2-16,0 0 2 0,0 1-2 0,-2 0-1 0,4-2-2 16,-1 1-2-16,-2 0 0 0,4 0-13 0,-3 1 11 15,0 0 8-15,2-1-7 0,-1 1 6 0,0-1-10 16,0 0 10-16,-1 0-10 0,0 1 12 15,0-2-6-15,-2 1 2 0,2 1-8 0,-1-2 8 0,-1 1-8 16,2 1 3-16,-2-2-1 0,-1 2 4 0,0-1-4 16,0 0 0-16,-1 1 1 0,3 0 7 0,-2 1-7 15,2-1 6-15,-5 1-3 0,3-1 5 16,-1 0-7-16,-1 2 2 0,0-2 0 0,0 1 1 0,-1 0 2 16,-1 0 9-16,-12-1 8 0,25 0 10 0,-25 0-2 15,23 0-10-15,-23 0 2 0,21 0-10 0,-21 0 3 16,19 0 0-16,-19 0-4 0,17 0-12 0,-17 0 11 15,18 0 1-15,-18 0-3 0,15 0-2 16,-15 0-6-16,14 0 3 0,-14 0 0 0,0 0 0 0,16 1-1 16,-16-1-3-16,0 0-4 0,16 0-19 0,-16 0-24 15,0 0 0-15,15 3-26 0,-15-3-12 0,0 0-46 16,16 2-9-16,-16-2-35 0,0 0-13 16,0 0-38-16,13 2-28 0,-13-2-65 0,0 0-109 0,0 0-606 15,0 0-648-15</inkml:trace>
  <inkml:trace contextRef="#ctx0" brushRef="#br0" timeOffset="87216.3845">16427 11689 170 0,'0'0'403'16,"-2"-20"-69"-16,2 20-18 0,-1-16-78 0,1 16 7 16,-1-20-3-16,1 20-21 0,-1-21-26 0,1 21-12 15,-2-18-3-15,2 18-3 0,-1-15-7 0,1 15-11 16,-1-15-15-16,1 15-18 0,-1-13-25 0,1 13-20 16,0 0-16-16,-1-10 8 0,1 10 10 0,0 0 23 15,0 0-5-15,0 0-2 0,4 15 2 0,-4-15-15 16,4 22-1-16,-2-6-2 0,1 4-7 0,1 3 3 15,-1 2-3-15,0 0-7 0,1 7-6 0,1 2-4 0,-1 2-2 16,0 7-2-16,2 0-7 0,-2 3-7 16,-1 1-1-16,2 1-7 0,-1 2-8 0,0 0-6 15,1 0 27-15,1 2-35 0,-1-2-1 0,1 0-3 0,-1-2 2 16,1-2-5-16,0 0 3 0,0-4 11 0,0-1-15 16,-1-5 1-16,-1-3 3 0,1-2-2 0,-1 0-5 15,1-4 1-15,-2-2 4 0,1-2-4 0,-1-1 5 16,0-2-6-16,-1-3 5 0,1-1-25 15,-3 1-45-15,2-5-49 0,0-2-35 0,-2-10-102 16,3 16-67-16,-3-16-67 0,0 0-113 0,0 0-148 16,0 0-297-16,0 0-523 0</inkml:trace>
  <inkml:trace contextRef="#ctx0" brushRef="#br0" timeOffset="89227.9746">16610 11644 202 0,'-4'-12'369'0,"2"1"-67"0,-1 1-37 0,3 10-18 16,-4-18-40-16,4 18-33 0,-2-18-16 0,2 18-38 15,0-14-19-15,0 14-16 0,2-14-17 0,-2 14-12 16,5-11-10-16,-5 11 7 0,8-10 3 0,-8 10 6 0,12-8-5 16,-4 2-9-16,0 2 0 0,4-1-2 0,0 0 13 15,1 0 16-15,4 1-18 0,1-3-1 0,2 0-18 16,3 0 5-16,3 0-18 0,4-1 8 0,2-2-8 16,8 1 5-16,3-1 2 0,1 1-5 0,4 0-7 15,0 0 8-15,5 2-5 0,0-1-4 0,0-1 4 16,1 4-7-16,1-1-3 0,0 1-5 0,-2 1 2 15,2 0-3-15,-1 0-3 0,3 1 3 0,0 0-2 16,1-1-3-16,2 1-2 0,1 1 4 0,2 0 0 16,0-1-4-16,0 0 4 0,4 3 4 0,-3-1 7 15,0-1 0-15,1 1 5 0,-1 1 3 0,0-2-6 16,1 1 6-16,-1 0 5 0,0 1 3 0,-1 0-7 16,-1 1 0-16,-1-1-6 0,-1 0-1 0,-2 1-1 15,0 0-4-15,-1-1-2 0,-3 1-5 0,0-1 6 16,-2 0-2-16,0 0 2 0,-2 0-1 0,1 1-3 15,-7-1-2-15,6 0-18 0,0-1 21 0,-1 1-6 16,2-2 2-16,-1 1-1 0,0-2-1 0,-1 2 2 16,0-1-2-16,0 0-1 0,0 1-2 0,-8-1 1 15,0 1 1-15,1-2 2 0,-3 1-4 0,0 0 4 16,0 0-3-16,-1 0-3 0,0 0 3 0,-3 1 0 0,1-2 0 16,-1 1-4-16,-5 0 5 0,1 1-1 0,-1-1-2 15,1 1 3-15,-1-2 0 0,-1 1 1 16,1 1-3-16,0 0 4 0,-1 0-4 0,0 0-4 15,0 0 7-15,-1 1-1 0,0-2 1 0,0 2-3 0,1-1 3 16,-1 1 1-16,-1-1-5 0,1 1 5 0,0 0-1 16,0 0 0-16,-1 0-3 0,0-2 3 0,-3 2 0 15,3 0-6-15,-1 0 8 0,-2 0-2 0,0 0 0 16,4 0-3-16,-1 0 2 0,0 0 1 0,-1-1-12 16,0 0 12-16,-2 2-4 0,3-3 2 0,-1 2-2 15,-3-1 4-15,0 0 2 0,4 0-3 0,-4 1-15 16,3-1 18-16,-2 0-13 0,1 0 11 0,1 1-9 15,-2-2 15-15,-1 2-13 0,0 0 15 0,-1-1-16 16,1 0 14-16,0 0-15 0,1 0 17 0,-2 1-2 16,0 0-3-16,1 0 1 0,-2-1-1 0,1 1 2 15,1 0-3-15,-2 0-1 0,-1 0-2 0,2 1 5 16,0-1-2-16,-2 0-1 0,2 0 4 0,-1 2 3 16,0-1 1-16,0-1 0 0,1 0 0 0,-1 1 2 0,1-1 20 15,0 2-5-15,0-2 0 0,0 0-4 0,0 1-9 16,1 0 1-16,-1 0-2 0,1-1-3 0,2 1-5 15,1-1 0-15,0 2 2 0,-4-2-6 16,5 1 3-16,-4 0 1 0,1 0 1 0,-1-1-5 0,0 2 5 16,0-2-1-16,0 0-3 0,0 1 13 0,-1 0 1 15,4 1 0-15,-3-2 3 0,0 1-4 0,2 0-5 16,-2 0-4-16,1 0 3 0,-1 0-2 0,-2 1 0 16,2-1-4-16,-1 1 2 0,0-1-2 0,-1 1-3 15,0-1 4-15,1-1-4 0,-1 2 2 0,1-1 1 16,-1 1-3-16,0 0 0 0,1-1-3 0,-1 0 4 15,2 1 0-15,-3-1 0 0,2 1 0 0,0-1-1 16,-1 2 1-16,1-2-5 0,0 1 6 0,3 1 2 16,-1-1 1-16,0 1 12 0,0 0 5 0,1 1-1 15,-2-3-10-15,2 2 2 0,0 0-2 0,0 0-2 16,-1 1 3-16,0-1-9 0,1 1 1 0,-1-1 2 16,1-1-4-16,-1 1 3 0,-1 0-4 0,1 0 14 15,-3 0-16-15,0-1 13 0,0 1-16 0,0 0 20 16,0-2-21-16,-1 2 1 0,0-2-1 0,0 1 15 15,0-1-16-15,0 2 14 0,0-2-15 0,0-1 8 16,0 2-13-16,0-1 22 0,0 1-16 0,1-1 0 16,-3-1 3-16,3 2 0 0,-1-2-2 0,-1 2 2 15,1-1 1-15,1-1 0 0,-2 2 2 0,2-1 1 16,0 1-3-16,-2-1 0 0,2 0 14 0,-2 0-20 16,2 0 14-16,0 0-7 0,-1 0 11 0,2 1-17 15,0-1 14-15,0 1-13 0,-1-2 15 0,2 2-16 16,0-1 13-16,0 0-10 0,0 0 11 0,-1 0-14 0,2-1 14 15,-1 1-19-15,-2-1 19 0,2 0-23 0,0 1 27 16,-3-1-17-16,2-1 13 0,0 1-16 0,-1-1 17 16,0 1-17-16,0 0 15 0,1-1-13 15,-2 1 15-15,2-1-16 0,-2 1 11 0,0-1-12 0,1 1 17 16,1-1-20-16,-2 0 21 0,2 1-19 0,0-1 21 16,0 1-20-16,2 0 14 0,-1 0-14 0,1 0 18 15,3 0-18-15,-1-2 11 0,1 2-10 0,1 0 18 16,-1 0-19-16,0 0 17 0,-4 0-16 0,0 0 14 15,2 0-14-15,-1 0 16 0,0 0-21 0,1 0 19 16,-3 0-13-16,2 0 15 0,0 0-16 0,-1 0 14 16,0 0-14-16,-2 0 19 0,2 0-19 0,-1 0 13 15,0 0-13-15,-3 0 14 0,1 0-14 0,-1 0 15 16,0 0-15-16,-1 0 16 0,2 0-18 0,-2 0 16 16,-3 0-15-16,1 0 17 0,0 0-15 0,-2 2 12 15,1-2-12-15,-2 0 14 0,1 0-19 0,-1 0 17 16,1 0-14-16,-14 0 17 0,27 0-16 0,-27 0 14 15,22 0-16-15,-22 0 17 0,25 0-15 0,-25 0 13 16,23 2-18-16,-23-2 22 0,22 1-18 0,-22-1 17 16,22 2-15-16,-22-2 14 0,21 2-17 0,-21-2 17 15,23 2-17-15,-23-2 19 0,22 3-20 0,-11-1 19 16,-11-2-9-16,21 2 40 0,-21-2-17 0,19 3 14 16,-19-3-18-16,17 3 13 0,-17-3-11 0,15 3 8 15,-15-3-8-15,18 3 12 0,-18-3-18 0,13 2 11 16,-13-2-16-16,14 3 7 0,-14-3-14 0,11 1 21 15,-11-1-15-15,0 0 13 0,13 3-15 0,-13-3 10 16,0 0-13-16,0 0 7 0,14 3-9 0,-14-3 8 16,0 0-11-16,0 0 13 0,9 3-13 0,-9-3 15 15,0 0-14-15,0 0 14 0,6 7 6 0,-6-7 32 16,0 0 20-16,4 14-16 0,-4-14-7 0,4 11-6 16,-4-11 55-16,2 15-32 0,-2-15 17 0,2 17-34 15,-2-6 102-15,2 1-64 0,-2 1 20 0,2 3-54 16,-1-2 25-16,0 3-14 0,0 1-8 0,1-1-8 15,0 2-10-15,-2 1-12 0,2 0-2 0,-2-1-5 16,0 3-1-16,2-3-5 0,-2 3 0 0,-2 2-31 16,2-1 33-16,-2 2-38 0,0-1 42 0,2 0-36 15,-3-1 36-15,1 2-35 0,0-1 41 0,-2-1-32 16,0 2 7-16,0-1 38 0,0 0 48 0,-1-1-43 0,1 0 32 16,0 1-35-16,0-1 33 0,1-1-30 0,-1 3 44 15,-1-3-40-15,1 0 24 0,1 1-48 0,1-1 35 16,0 0-46-16,0 0 35 0,-1-2-5 15,1-1-10-15,0 1-1 0,2-1-9 0,-2 0-2 0,2 0-5 16,2-1 0-16,-2 0-6 0,0 0-2 0,2-2 0 16,-2 2 4-16,1 0-6 0,0-2-39 0,2 2 45 15,-1-2-39-15,-2 0 43 0,2 0-41 0,0 0 42 16,-2-2-39-16,2 0 39 0,-2-1-37 0,0 0 37 16,1-1-36-16,0 1 42 0,-1 1-42 0,0-3 38 15,0-11-40-15,0 24 41 0,0-24-39 0,0 19 39 16,0-19-39-16,-2 19 43 0,2-19-44 15,0 17 9-15,0-17 0 0,0 14 0 0,0-14-21 0,0 14-28 16,0-14-18-16,0 0-22 0,0 15-77 0,0-15-68 16,0 0-110-16,0 0-108 0,0 0-122 0,0 0-120 15,0 0-714-15,0 0-1026 0</inkml:trace>
  <inkml:trace contextRef="#ctx0" brushRef="#br0" timeOffset="91413.469">16732 12986 443 0,'-10'-4'379'0,"10"4"-46"16,0 0-54-16,0 0-43 0,-9-4-37 0,9 4-32 15,0 0-26-15,0 0-25 0,-15-1-7 0,15 1-16 16,0 0-16-16,-16 1-17 0,16-1-3 0,-14 2 3 16,14-2-8-16,-13 3-5 0,13-3 1 0,-14 3 4 15,14-3 0-15,-14 3 2 0,14-3 0 0,-14 2-8 16,14-2 1-16,-14 3 1 0,14-3-5 0,-16 2-12 15,16-2 0-15,-17 1 13 0,17-1-5 0,-20 1-2 16,20-1 4-16,-20 2 6 0,20-2-11 0,-19 2 2 16,19-2-2-16,-20 1 1 0,20-1-5 0,-16 2-1 15,16-2-3-15,-15 3 7 0,15-3 13 0,-12 3 3 16,12-3 12-16,-9 5 5 0,9-5 7 0,0 0-2 16,-6 8-8-16,6-8-2 0,0 0-8 0,10 8-5 15,-10-8-2-15,15 4-1 0,-15-4 5 0,23 5-5 16,-11-3-3-16,6-1-6 0,2 1-2 0,0-1-3 15,2-1-4-15,5 2-1 0,2-1 13 0,1-1-2 16,2 0 2-16,5 2-8 0,4-2 6 0,5 0-3 16,7 0-5-16,3 0-5 0,4 0-4 0,1 0-4 15,3 0 0-15,2 1-6 0,10-1 5 0,-1 1-8 16,1 0 6-16,-2 2-11 0,0-1-1 0,-1 0-2 0,0 2 1 16,1-1 1-16,-2 0-2 0,2 2-2 15,-2-2 4-15,-9 1 6 0,8-1-5 0,-8 0-8 0,-1 1 4 16,0-1 10-16,1 0-14 0,10 1 4 15,-11-1 1-15,1-1-1 0,0 1 1 0,0 0-1 0,0-3-4 16,10 3 1-16,-10 0 3 0,1-1-1 0,0 1 1 16,-1-1 2-16,-1 3-3 0,0-3 1 0,0 0 0 15,0 1 5-15,0 0-7 0,-1 0 0 0,0 0 3 16,1 0-3-16,-2 0 5 0,0 0-7 0,-2-1 8 16,0 0-4-16,0 0 0 0,-2-1 2 0,0 0-1 15,-2-1 0-15,-2 0-2 0,1 0 3 16,0 0-3-16,-2-1 1 0,1 0 1 0,-1 1 1 0,-1-2-5 15,0 0 0-15,-1 0 4 0,-7 2 1 0,6-3 0 16,-5 1 6-16,4 1 16 0,-4 0 23 0,-1-2-7 16,1 2-7-16,0 0-9 0,4-2-6 0,-4 1 3 15,-1 2-9-15,2-1 1 0,-2 0-3 0,1 1 0 16,1-2-2-16,-1 2-2 0,-1 0 0 0,1 0 0 16,8 0-2-16,-3-1-1 0,-4 0 6 0,-2 1-4 0,1-1-4 15,1 1 3-15,-2-1 1 0,0 1 9 16,-1-1 2-16,-1-1 8 0,2 1-11 0,-1-1 6 15,-3 1-14-15,0 1 13 0,1-1-15 0,-2 1 17 16,0 0-25-16,1 0 19 0,1 0-18 0,-1 0 12 0,0 0-15 16,-1 0 13-16,2 2-12 0,1-2 13 0,-1 1-11 15,-1-1 9-15,4 0-17 0,-4 2 19 0,0 1-13 16,1-3 20-16,-1 2-19 0,0 0 15 0,-2 0-18 16,1-2 18-16,-5 1-23 0,4 0 23 0,-4-1-20 15,5 2 20-15,-5-2-18 0,0 0 16 0,0 0-19 16,0 1 19-16,0-1-17 0,0 0 26 0,0 0-27 15,0 1 16-15,3-3-14 0,-3 2 14 0,0-2-18 16,0 2 32-16,0-1-6 0,0 1-30 0,3-1 20 16,0-2-18-16,-4 1 26 0,0 1-21 0,-1 0 24 15,2-2-20-15,-2 2 12 0,0 0-12 0,-1-2 12 16,1 1-17-16,0 1 17 0,-1-2-18 0,1 1 19 16,-1 0-17-16,0-1 16 0,0 1-20 0,1 1 19 15,-1-2-13-15,0 1 21 0,-1 1-23 0,1-1 15 0,0-1-14 16,-1 2 19-16,0-2-17 0,0 1 17 15,-2 0-21-15,1 2 21 0,1-3-20 0,-2 1 14 16,1 1-16-16,-1 1 19 0,0-2-16 0,-2 1 22 16,3-1-20-16,-4 2 12 0,-1-1-15 0,0 0 15 0,1-1-16 15,-1 1 20-15,0 0-18 0,0 1 16 0,0-1-15 16,1 0 14-16,-4 0-12 0,1 1 12 0,1-1-16 16,-1-1 19-16,1 2-36 0,-1-1 38 15,0 0-12-15,-1 1 9 0,3-2-20 0,-4 1 21 0,3 0-17 16,-1 0 15-16,0 0-15 0,0 1 12 0,0-3-7 15,0 1 19-15,1 1-29 0,-1-1 18 0,1 0-13 16,0 1 15-16,0-1-13 0,0 0 10 0,1 0-18 16,2 0 18-16,1-2-7 0,-3 2 11 0,4-2-14 15,-5 2 18-15,-1-1-23 0,1 0 16 0,1 0-16 16,-3 1 14-16,2 0-8 0,0-2 10 0,-1 2-9 16,0-2 11-16,-1 2-19 0,0-2 19 0,-1 2-16 15,1-1 18-15,-2 0-10 0,0 0-5 0,-1 1 5 16,1 0-10-16,-4-2 5 0,1 2 5 0,-1 0-1 15,0-1 2-15,1 1-4 0,-3 0 3 0,1 0-1 16,-1 0-7-16,0-1 4 0,1 1 6 0,-12 2 10 16,21-3-12-16,-21 3 12 0,20-3-19 0,-20 3 22 15,22-3-19-15,-22 3 12 0,22-3-16 0,-22 3 15 0,20-1-14 16,-20 1 15-16,22-2-15 0,-22 2 13 0,21-1-13 16,-21 1 17-16,21-2-16 0,-21 2 16 15,23 0-13-15,-23 0 64 0,23-1-20 0,-23 1 18 16,22 0-31-16,-8-1 24 0,-14 1-31 0,24 0 31 0,-24 0-31 15,24 0 34-15,-11 0-45 0,-13 0 38 0,26-2-29 16,-26 2 59-16,25-1-31 0,-13 0 48 16,-12 1-36-16,24-2 34 0,-24 2-54 0,22-1 31 15,-22 1-47-15,20-4 34 0,-20 4-35 0,19-1 35 0,-19 1-43 16,18-5 29-16,-18 5-42 0,18-1 34 0,-18 1-40 16,15-2 35-16,-15 2-42 0,18-3 39 0,-18 3-39 15,15-1 38-15,-15 1-45 0,17-1 41 0,-17 1-39 16,20-2 38-16,-20 2-36 0,18-1 37 0,-18 1-42 15,22 0 42-15,-22 0-43 0,21 1 39 0,-21-1-34 16,19-1 35-16,-19 1-37 0,19 1 37 0,-19-1-40 16,15 0 42-16,-15 0-40 0,16 0 40 0,-16 0-37 15,0 0 37-15,16 0-38 0,-16 0 34 0,0 0-39 16,13-1 36-16,-13 1-47 0,0 0-6 0,0 0-88 16,0 0-20-16,0 0-77 0,0 0-58 0,0 0-76 15,0 0-99-15,0 0-51 0,-4-9-96 0,4 9-750 16,-12-2-957-16</inkml:trace>
  <inkml:trace contextRef="#ctx0" brushRef="#br0" timeOffset="92823.2956">18239 8278 287 0,'-11'-3'527'0,"11"3"-88"0,0 0-60 16,0 0-27-16,-6-6 4 0,6 6-41 0,0 0-27 16,0 0-24-16,-6-9-21 0,6 9-22 0,0 0-23 15,0 0-21-15,-3-9-23 0,3 9-25 0,0 0-29 0,0 0-22 16,0 0-15-16,0 0-12 0,0 0-12 15,0 0-4-15,0 0 7 0,0 0-2 0,0 0-10 16,0 0-3-16,0 0 41 0,-11 3-4 0,11-3-18 0,0 0 2 16,-5 9-15-16,5-9 46 0,0 0-2 0,-5 13-14 15,5-13 4-15,-3 9-12 0,3-9-10 0,-4 9 7 16,4-9 49-16,-2 13-15 0,2-13-18 0,-2 11-10 16,2-11-11-16,-1 11 18 0,1-11-41 0,0 12 24 15,0-12-40-15,0 12 30 0,0-12-26 0,1 14 37 16,-1-14-34-16,2 15 38 0,-2-15-42 0,2 19 35 15,1-7-37-15,-1-1 28 0,0 1-41 0,1 1 34 16,-1 1-36-16,1 1 35 0,-1 1-35 0,1 2 32 16,-1-2-6-16,1 1 3 0,-1 1-7 0,0-1-5 15,0 0-2-15,1 0 3 0,-1 1-7 0,0-1 0 16,-1 0-36-16,1-1 45 0,0 1-37 0,1-1 42 0,-2-1-37 16,2-1 38-16,-1-1-38 0,0 0 47 15,0-1-40-15,0-1 40 0,1-1-33 0,1 0 44 0,-4-10-38 16,4 19 36-16,-4-19-40 0,5 17 32 15,-5-17-43-15,5 14 40 0,-5-14-41 0,6 11 37 0,-6-11-40 16,4 11 40-16,-4-11-39 0,5 9 39 16,-5-9-41-16,4 10 37 0,-4-10-38 0,4 8 41 0,-4-8-40 15,0 0 36-15,6 12-39 0,-6-12 40 0,0 0-37 16,5 12 36-16,-5-12-36 0,0 0 38 0,5 10-38 16,-5-10 36-16,0 0-37 0,4 9 36 0,-4-9-43 15,0 0 36-15,0 0-80 0,7 9-3 0,-7-9-71 16,0 0-44-16,0 0-41 0,0 0-77 0,0 0-63 15,0 0-49-15,0 0-20 0,0 0-85 0,-3 10-98 16,3-10-388-16,0 0-614 0</inkml:trace>
  <inkml:trace contextRef="#ctx0" brushRef="#br0" timeOffset="93385.156">18027 8838 331 0,'-5'-9'586'0,"1"-1"-98"0,4 10-7 0,-6-16-19 16,6 16-52-16,-5-15-41 0,5 15-39 0,-4-14-34 15,4 14-30-15,-3-13-30 0,3 13-42 0,-2-10-39 16,2 10-27-16,0 0-23 0,0 0-14 0,2-12 12 16,-2 12-6-16,0 0-9 0,0 0-11 0,14 7 18 15,-14-7-19-15,11 10 11 0,-3-4-30 0,-1 2 10 16,2 2-32-16,0 0 14 0,1 1-30 0,-1 1 37 16,0 1-51-16,3 4 16 0,-1-4-21 0,-1 2 16 15,2 1-24-15,-2-2 31 0,0-2-27 0,2 1 14 16,-1 0-13-16,0-2 1 0,0 0 1 0,0-2-5 15,0 0 8-15,0-1 2 0,1-1 0 0,-1-2-2 0,0 0 4 16,-1-2-3-16,3 0 34 0,-1-1 21 16,2-2 29-16,0-1-34 0,2-3 31 0,0 1-31 15,1-1 64-15,2-5-46 0,1 0 25 0,0-2-57 16,-2-3 31-16,4-1-45 0,0-3 27 0,-2-3-44 0,1 0 33 16,-2 1-37-16,-1-4 28 0,-1 4-42 0,-3-3 39 15,1 2-36-15,-4 1 36 0,-1 2-38 16,0 0 35-16,-2 0-41 0,-1 3 36 0,-1 0-37 0,-1 2 38 15,0-1-41-15,-1 4 37 0,0 1-41 0,-1-1 39 16,-3 10-39-16,5-14 33 0,-5 14-39 0,4-10-4 16,-4 10-77-16,0 0 0 0,0 0-67 0,0 0-49 15,0 0-49-15,0 0-79 0,0 0-26 0,0 0-34 16,0 0-9-16,-8 10-76 0,8-10-78 0,-4 13-444 16,4-13-632-16</inkml:trace>
  <inkml:trace contextRef="#ctx0" brushRef="#br0" timeOffset="94469.3984">18261 10592 278 0,'0'0'396'0,"0"0"-71"15,0 0-9-15,-4-10-34 0,4 10-19 0,0 0-17 0,-4-10-4 16,4 10-28-16,-4-9 19 0,4 9 6 16,-5-9 1-16,5 9-12 0,-5-10 28 0,5 10-52 15,-5-11 11-15,5 11-21 0,-7-11-12 0,7 11-23 16,-6-11-15-16,6 11-17 0,-8-12 4 0,8 12-2 0,-9-12-20 15,9 12 11-15,-5-9-25 0,5 9 12 16,-6-9-35-16,6 9 15 0,-5-7-40 0,5 7 27 0,0 0-38 16,-7-11 28-16,7 11-39 0,0 0 23 0,0 0-41 15,-7-7 31-15,7 7-36 0,0 0 36 0,0 0 28 16,0 0 59-16,0 0-34 0,-3 13 66 0,3-13-60 16,2 17-3-16,-2-17 18 0,4 21-6 0,-2-9 7 15,1 3 10-15,0 1-26 0,2 1-11 0,-2 2-14 16,2 0-13-16,-1 2-10 0,2 1-7 0,-2-1-6 15,2 3-7-15,-1-2-3 0,1 1-2 0,-1 0-4 0,0-3-7 16,0 2 1-16,1-1-5 0,-1-4-3 16,-1 0 5-16,0-1-10 0,-1-2 3 0,1 2-1 15,-1-4 1-15,0-1 2 0,1 0-4 0,-2-1 2 16,1 0-4-16,-3-10 3 0,4 16 2 0,-4-16-2 16,4 13-7-16,-4-13 1 0,3 12 4 0,-3-12-5 15,4 10-2-15,-4-10-28 0,4 9-30 0,-4-9-28 16,0 0 10-16,4 12-92 0,-4-12-4 0,0 0-72 0,0 0-14 15,4 10-13-15,-4-10-38 0,0 0-17 16,0 0-57-16,4 11-46 0,-4-11-7 0,0 0-55 0,0 0-78 16,4 9-522-16,-4-9-713 0</inkml:trace>
  <inkml:trace contextRef="#ctx0" brushRef="#br0" timeOffset="95185.9028">17960 11039 484 0,'0'0'460'0,"-7"-11"-54"15,7 11-28-15,-6-9-21 0,6 9-5 0,-3-12-39 16,3 12-11-16,-2-10-34 0,2 10 8 0,0-13-38 16,0 13 9-16,1-12-21 0,-1 12-5 15,1-11-22-15,-1 11-19 0,3-12-22 0,-3 12-21 0,3-10-18 16,-3 10-8-16,0 0-13 0,3-11-19 0,-3 11-12 16,0 0-17-16,0 0-8 0,3-12-17 15,-3 12 0-15,0 0-5 0,0 0-3 0,0 0-3 0,0 0 0 16,0 0-6-16,0 0 0 0,0 0 22 0,0 0-16 15,8 10 51-15,-8-10-21 0,4 17 55 0,0-7-25 16,-1 4 55-16,1 1-42 0,0 2 42 0,3 1-31 16,-1 1-4-16,2-4-17 0,3 9 3 0,-4-3 1 15,2-2 4-15,1-1-2 0,-1 0-14 0,1 0-14 16,0-2-7-16,0-1-7 0,-2-1-5 0,2-2 10 16,-1-1 13-16,0 0 1 0,1-2 8 0,-1-1 15 0,1-2-10 15,2-2 0-15,0-1-27 0,-1-2 10 0,4-1-27 16,-1-1 14-16,3-4-19 0,-1 1 5 15,4-3-10-15,-2-2-1 0,0-2 1 0,0-3-10 0,0-2-3 16,1-3 0-16,-2-3-2 0,0 1 0 16,0-4-4-16,-3 1 0 0,-1-2 0 0,1 0 0 0,-2 1 0 15,0 0 0-15,-2 1-8 0,-1 3 8 0,-2 1-11 16,0 1 15-16,-1 3-14 0,-1 1 16 0,0 1-16 16,0 0 5-16,1 1-30 0,-2 3-40 0,0 1-34 15,-1-1-80-15,-3 10-79 0,8-14-73 0,-8 14-30 16,10-11-62-16,-10 11-86 0,11-7-42 0,-11 7-89 15,11-3-813-15,-11 3-1079 0</inkml:trace>
  <inkml:trace contextRef="#ctx0" brushRef="#br0" timeOffset="104673.7665">17256 14777 365 0,'-9'-16'553'0,"-1"1"-138"16,0-2 7-16,1 0-40 0,0 1 14 15,1 3-25-15,0-1-10 0,1 1-28 0,1-2-17 16,1 7-20-16,0-3-50 0,0 4-51 0,5 7-44 16,-7-13-25-16,7 13-4 0,0 0 29 0,0 0 9 0,-6 10 72 15,7 2 13-15,1 5 1 0,0 10-4 0,3 5-32 16,0 11-19-16,2 5-13 0,-2 4-28 0,3 10-20 15,-2 5-61-15,0 2 29 0,2 2-14 0,-3 2-12 16,1 0-17-16,0-2-10 0,2-1 32 0,-1-3-51 16,1-2-15-16,-2-12-3 0,2-1-4 0,1-2 1 15,-1-5 3-15,0 1 3 0,0-5-3 0,-1-5-6 16,0-6-2-16,-1-2-3 0,-1-4-36 0,2-4-88 16,-4-1-74-16,1-3-137 0,0-3-66 0,0-2-124 15,-4-11-124-15,5 14-215 0,-5-14-596 0,0 0-1082 16</inkml:trace>
  <inkml:trace contextRef="#ctx0" brushRef="#br0" timeOffset="107257.1878">17276 14436 333 0,'-12'-2'294'15,"12"2"-82"-15,-22-1-35 0,22 1-47 0,-22 0-21 16,22 0-33-16,-22 0-4 0,22 0-21 0,-17-2-1 15,17 2-13-15,-16 0 4 0,16 0-25 0,-13-1 20 16,13 1-15-16,0 0 19 0,-16 0-12 0,16 0 33 16,0 0-10-16,0 0 33 0,-13-2-22 0,13 2 27 15,0 0-31-15,0 0 44 0,-11-2-38 0,11 2 32 0,0 0-42 16,0 0 37-16,0 0-43 0,-9-8 28 16,9 8-36-16,0 0 34 0,0 0-53 0,0 0 38 15,0 0-53-15,0 0 37 0,-6-7-44 0,6 7 31 0,0 0-41 16,0 0 41-16,0 0-45 0,0 0 55 0,13-2-37 15,-13 2 40-15,0 0-9 0,20 2 19 0,-20-2-35 16,20 1 19-16,-7 1-26 0,2-2 26 16,2 0-30-16,4 1 19 0,1-1-15 0,5 1 31 0,2-1-15 15,3 0 15-15,5-1-24 0,2 0 12 0,2 1-18 16,9-5 15-16,1 4-19 0,-1-3 10 0,3 0-13 16,0 1 14-16,0 0-21 0,1 0 15 0,0 1-13 15,0-2 16-15,-2 2-17 0,1-2 16 0,-1 2-15 16,-3 0 12-16,1-1-10 0,-9 1 20 0,1 0-18 15,-2 0 21-15,1 0 32 0,0-1 28 0,-1 1 6 16,8-2 2-16,0 1-15 0,1-3-7 0,2 1-5 16,3 3 10-16,1-4-3 0,2 1-5 0,3 3-12 15,11-4-2-15,2 2-2 0,2 0-6 0,-1 1-6 16,1 2-5-16,-11 0-8 0,12 0-6 0,-10 2-3 0,9 0-5 16,-11 0-2-16,0 2-3 0,-2 1 0 15,0-2-2-15,-2 1-2 0,-2 0 1 0,-1 0-2 16,-4 3 0-16,-1-5 0 0,-1 2-2 0,-4 0 1 0,-5-3-1 15,-2 1 1-15,1-1 0 0,1 0 1 0,-1-1-3 16,0 1 5-16,8-4-5 0,-1 1 2 16,3 0-2-16,2-3 4 0,2 2-3 0,0 0 34 0,2-1 12 15,1-1 5-15,0 2-10 0,0-1 5 0,-1-1-12 16,1 2 7-16,-2 0-19 0,1 2 18 0,-2-1-26 16,-1-2 7-16,-2 3-15 0,-1-2 9 15,-1 2-16-15,-8 2 12 0,-1-3-13 0,-1 2 8 0,-1 1-10 16,-1-1 13-16,-1 1-13 0,1 0 10 0,-6 0-14 15,1 0 26-15,4 0-29 0,0 1 16 0,0 0-14 16,2-1 15-16,-2 1-12 0,1 1 14 0,0-1-19 16,1 0 16-16,0 1-14 0,0 1 16 0,0-2-14 15,1 2 12-15,0-1-15 0,-1 1 22 0,3 0-23 16,5 0 19-16,-7 0-18 0,0-1 19 0,1 3-20 16,-1-4 20-16,1 4-19 0,-1-3 3 0,1 2-1 15,0-3 1-15,-1 4 6 0,2-4-1 0,6 0 11 16,-6 1-13-16,6 2 12 0,0-3-14 0,-4 0 13 15,6 1-15-15,3-1 13 0,-3-1-11 0,-7 1 19 16,7-1-22-16,-7 0 14 0,1 2-17 0,-1-1 5 0,8-1 0 16,-9 0 0-16,0 0 4 0,1 2 3 15,1-2-4-15,0 0 18 0,5 0-16 0,2 1 18 16,-2 1-8-16,3-1 44 0,0 2-27 0,0-2 0 16,2 1-1-16,0 0 2 0,0 0-3 0,1 0 0 0,-2-1 9 15,2 1-4-15,-2-2 4 0,-2 0 9 0,2 1 8 16,-1-1-3-16,0 0-15 0,-3 0-4 0,1-1-4 15,-1 1-9-15,1-3 2 0,-1 1-6 0,-7 1 6 16,7 0-9-16,-1-1 6 0,0 0-7 0,-6 1 0 16,1 0-3-16,6-1-3 0,-6 1 16 0,0 1-20 15,-1 0 3-15,3-2 0 0,-4 2 0 0,1-1 21 16,1 1-20-16,-1-2 2 0,-2 1 3 0,1-1 2 16,-2 1 25-16,0-2 7 0,-2 0-7 0,1 0 0 15,-2 1 32-15,0 0-42 0,-2-3 3 0,1 1 31 16,-1 1-39-16,-5-2 33 0,0 2-42 0,0 0 32 15,1 1-32-15,-3-3-2 0,2 3 3 0,0-1-1 16,-1 1 13-16,1-1 4 0,0 1-10 0,0 0-4 16,-2 1 1-16,2-2-2 0,0 2 31 0,0 1-36 0,0-1 28 15,0-1-36-15,1 0 33 0,-1 1-31 16,0-1 28-16,0-1-36 0,1 1 33 0,1 0-37 16,-1 0 41-16,1 1-43 0,-2-1 34 0,3 1-35 0,-1-2 32 15,0 2-33-15,5 0 37 0,-2-2-36 0,-3 1 33 16,5 0-36-16,1 0 35 0,-4-1-34 0,3 0 33 15,-2 1-31-15,2 0 31 0,-1-2-31 16,-1 4 34-16,3-2-38 0,0-1 35 0,-1 0-35 0,2 1 36 16,-2-1-27-16,5 2 23 0,-3-2-32 0,0 1 38 15,0 0-40-15,3 0 37 0,-5 0-37 16,2 0 41-16,0 0-38 0,1 1 35 0,-1-1-36 16,-1 1 35-16,1 0-34 0,0-1 35 0,-1 1-34 0,-1 0 32 15,-4 0-30-15,3-1 34 0,1 1-39 0,0-1 36 16,1 2-36-16,-1-1 37 0,-1-1-34 0,3 1 35 15,-2-1-37-15,5 4 39 0,-3-4-39 0,0 0 34 16,0 0-33-16,2-1 32 0,-2 2-28 0,1-2 34 16,-1 1-38-16,2 1 37 0,-1-2-38 0,0 1 36 15,1 0-35-15,0 0 36 0,-2-2-37 0,2 1 38 16,-1 1-36-16,1-2 35 0,-2 1-2 0,2-3-6 16,-1 1-2-16,0 1-1 0,-2 0-2 0,1-2 2 15,1 0-3-15,-1 1 0 0,4-3 1 0,1 1-3 16,-2 0-4-16,-5 0-29 0,0 0 40 0,1 0-36 15,-1 0 40-15,0 2-35 0,-1-1 35 0,1 0-31 16,0 1 15-16,0 0-15 0,-1-1 33 0,-1 1-32 16,0 1 35-16,0 0-36 0,-1-1 37 0,0 2-38 15,-4-1 34-15,1 2-34 0,0-1 35 0,-1 1-36 16,0-1 38-16,0 1-5 0,0 0 0 0,0-1-6 16,0 3-2-16,0-2-1 0,-1 2 3 0,-1-2-4 15,1 2-2-15,0-1-2 0,-1 1 0 0,1 0 2 16,-1 1 1-16,-4-1-2 0,3 2-2 0,0-2 1 15,0 1-33-15,0 0 41 0,-1 1-3 0,-3-1-1 16,-1 1-1-16,2-1 0 0,-2 1-34 0,-1 1 41 16,1-2-5-16,0 1 4 0,-1-1-5 0,0 1 1 15,0-1-2-15,-1 1-1 0,1-1 0 0,-2 1 0 16,2 0-1-16,0-2-3 0,-2 4 2 0,1-3 1 16,1 0 3-16,-2 0-3 0,1 1-1 0,0 0-1 15,1-1 4-15,-1-1 0 0,0 2-2 0,0-2-1 16,1 2 2-16,-1-1-3 0,2-1 2 0,0 2 1 15,-1-1-4-15,1-1 1 0,0 3 1 0,-1-3-1 16,1 1 2-16,-1-1-3 0,-1 1 4 0,2-1-2 16,-3 2 4-16,2-2-6 0,0 0 2 0,-2 0 2 15,0 0-3-15,-2 0 2 0,0 1 7 0,-2-1-7 16,1 0-2-16,0 0 4 0,-1 0-3 0,0 0 0 16,0 0 1-16,-2-1 0 0,-12 1 1 0,24 0-2 15,-24 0 1-15,21 0 0 0,-21 0-1 0,18 0 2 0,-18 0-2 16,17 1 8-16,-17-1 17 0,15 0 13 0,-15 0 15 15,14 1 2-15,-14-1 1 0,0 0-3 16,15 1 5-16,-15-1 3 0,0 0 0 0,13 1 15 0,-13-1 17 16,0 0 25-16,0 0-13 0,11 3 34 0,-11-3-14 15,0 0 26-15,0 0-1 0,0 0-66 0,0 0-83 16,7 7 0-16,-7-7 0 0,0 0 0 0,0 0 0 16,0 0 0-16,0 0 0 0,-9 7 0 0,9-7 0 15,0 0 0-15,0 0 0 0,-10 5 0 0,10-5 0 16,0 0 0-16,-10 10 0 0,10-10 0 0,-7 8 0 15,7-8 0-15,-7 12 0 0,7-12 0 0,-5 17 0 16,3-6 0-16,0-1 0 0,1 3 0 0,1-1 0 0,0 1 0 16,3 1 0-16,-2-2 0 0,0 1 0 0,1-1 0 15,-1-1 0-15,-1-11 0 0,1 21 0 0,-1-21 0 16,-4 17 0-16,4-17 0 0,-10 15 0 0,1-10 0 16,-2-1 0-16,-5-1 0 0,0-1 0 0,-3-2 0 15,-3-2 0-15,-3-3 0 0,0 1 0 0,-6-3 0 16,-1 0 0-16,1 0 0 0,0 0 0 0,1-1 0 15,5 1 0-15,1 1 0 0,1-1 0 0,2 3 0 16,4-2 0-16,2 2 0 0,0 1 0 0,4-1 0 16,-1 2 0-16,12 2 0 0,-19-5 0 0,19 5 0 15,-16-6 0-15,16 6 0 0,-11-9-58 0,11 9-1008 16,-8-11-228-16,8 11-528 0,-5-11-1528 0</inkml:trace>
  <inkml:trace contextRef="#ctx0" brushRef="#br0" timeOffset="108490.9502">31293 14010 440 0,'0'0'384'0,"0"0"-1"16,4-11-37-16,-4 11-37 0,0 0-53 0,1-13-56 16,-1 13-30-16,0 0 31 0,1-14 11 0,-1 14-13 15,0 0-16-15,1-12-18 0,-1 12-13 0,0 0-11 16,0 0-8-16,1-14-7 0,-1 14-5 0,0 0-9 16,0 0 0-16,1-12-12 0,-1 12-14 0,0 0-3 15,9-5 2-15,-9 5 21 0,0 0-14 0,15-3-11 16,-15 3-13-16,17 0-4 0,-17 0 5 0,23 1-4 15,-5 1-9-15,1 1-7 0,3 0-10 0,4 2 1 16,2-1 1-16,6 3-9 0,2 0 57 0,7 0-77 0,1 1 53 16,2 2-67-16,1-3 51 0,0 2-61 15,0 0 61-15,0 1-72 0,-3-3 55 0,0 1-55 16,-7-2 50-16,-1-1-53 0,0 0 61 0,-2 0-59 0,-5-1 60 16,-2 0-64-16,0-1 60 0,-2-2-61 0,-4 2 60 15,-2-1-58-15,0-1 56 0,-4-1-51 0,0 1 60 16,-2 0-54-16,-13-1 54 0,24 2-53 0,-24-2 54 15,17 1-56-15,-17-1 57 0,17 0-55 0,-17 0 42 16,12 1-56-16,-12-1 57 0,13 5-56 0,-13-5 53 16,10 1-58-16,-10-1 61 0,11 6-56 0,-11-6 57 15,9 4-57-15,-9-4 56 0,9 8-55 0,-9-8 56 0,9 9-56 16,-9-9 57-16,12 12-43 0,-6-3 87 16,1-1-33-16,0 4 50 0,3 0-53 0,1 1 60 15,0 1-58-15,2 4 43 0,0 0-58 0,1 2 44 0,0 2-47 16,1 0 39-16,-1 3-46 0,1-1 44 0,-2 1-47 15,1 1 37-15,-1 1-46 0,-1 2 42 0,0-1-52 16,-1 2 41-16,-1 1-44 0,0-1 39 0,-2 1-34 16,-1 1 28-16,0 0-35 0,0-2 31 0,-3 1-35 0,0 1 34 15,-1 0-40-15,-3-4 41 0,2 1-34 16,-2-1 33-16,0-1-42 0,0 2 41 0,0-2-35 16,-1 2 36-16,0-3-37 0,0 2 39 0,0 0-31 0,-2-2 39 15,1 1-41-15,1 0 44 0,0 0-44 0,-1 0 39 16,1-1-38-16,0 0 38 0,0 0-37 0,1 1 36 15,1-1-41-15,0 2 40 0,1-2-39 0,-1 0 40 16,1 1-44-16,1-2 40 0,-1 0-38 0,0 1 38 16,-1-2-38-16,0 0 36 0,-1-3-38 0,0-2 35 15,-1 1-37-15,0 0 40 0,0 1-40 0,-1-2 40 16,0 5-38-16,0-5 40 0,0 3-42 0,0 0 38 16,0-3-39-16,-1 3 39 0,1-2-37 0,0-1 37 15,1 1-35-15,0-1 40 0,1 0-29 0,-2 1 29 16,2 0-33-16,1-1 15 0,-1 0-16 0,1-1 38 0,-1 1-40 15,1-3 42-15,0 3-44 0,0-2 39 0,-1 0-41 16,3-1 36-16,-2 1-35 0,0-3 38 0,0-1-43 16,0-1 38-16,-1 0-111 0,0-12-62 0,1 19-108 15,-1-19-231-15,-1 12-187 0,1-12-249 0,0 0-423 16,-12 4-957-16</inkml:trace>
  <inkml:trace contextRef="#ctx0" brushRef="#br0" timeOffset="109458.9461">18151 16330 17 0,'-35'4'72'0,"-1"0"30"0,2 0-70 0,0 0 45 15,1-1-46-15,3 0 32 0,1 1-44 0,0-1 38 16,0 0-55-16,0 1 47 0,0-2-55 0,1 2 44 16,1 0-52-16,-1-1 50 0,2-2-48 0,-1 3 44 15,0-1-47-15,0 0 43 0,-1 0-47 0,2-1 45 16,-2 1-50-16,1 0 41 0,2 0-43 0,-2-1 47 15,1 0-47-15,1 1 40 0,3-2-49 0,0 1 36 16,0-1-61-16,1 0 15 0,1 0-32 0,-1-1-49 0,1-1 41 16</inkml:trace>
  <inkml:trace contextRef="#ctx0" brushRef="#br0" timeOffset="111442.7028">17019 16402 5 0,'0'0'185'0,"-11"-4"8"0,11 4-82 0,0 0 40 16,0 0-39-16,-9-6 37 0,9 6-35 15,0 0 31-15,0 0-34 0,0 0 13 0,0 0-37 0,-8-7 11 16,8 7-25-16,0 0 23 0,0 0-8 0,0 0 30 16,0 0-6-16,0 0-6 0,0 0-15 15,0 0-15-15,0 0-7 0,0 0 2 0,0 0 4 16,0 0-3-16,6 8 10 0,-6-8 1 0,0 0 44 0,13 5-59 16,-13-5 46-16,13 1-62 0,-13-1 45 0,20 1-44 15,-6-2 35-15,2 0-50 0,4 0 35 0,2-2-36 16,3-1 41-16,1 1-44 0,3-1 36 0,3 0-53 15,0-1 36-15,1 1-48 0,0 0 43 0,-5 0-50 16,7 1 45-16,-5 0-53 0,3-2 46 0,-3 2-46 16,-1 1 41-16,1-1-44 0,-1 0 43 0,1 0-44 15,5-1 50-15,0 1-35 0,2-1 71 0,1 1-50 16,8-3 55-16,1 1-44 0,3-1 71 0,0 1-57 16,5-1 57-16,1 1-59 0,3-1 53 0,1 1-68 15,2-1 3-15,0 4-11 0,0-2-3 0,0 0-1 0,0 2-5 16,-2-1-2-16,0 1-2 0,-2 2 52 0,1-1-68 15,-4 1 61-15,0 0-68 0,-2 0 58 16,1 0-64-16,-3 1 60 0,0-1-61 0,0 0 2 16,-7 0 3-16,6-1 5 0,0 1 2 0,-1-1 5 0,2-1-1 15,-1 1 8-15,3-1 22 0,1 0 29 16,0-1 5-16,3 0 2 0,2 0 9 0,0 1-7 16,1 0-4-16,2-1-2 0,-2 3-7 0,2-1-7 0,-2 0-6 15,0-1-6-15,-1 2-3 0,0 2-8 0,0-2-4 16,-1 1-4-16,-1 0-3 0,1-1-1 0,-2 3 0 15,1-2-2-15,1 1-2 0,-2 2 3 0,1-2-5 16,-1 2-1-16,2-2 2 0,-1 1-8 0,1 0 10 16,2 0-1-16,1 1 0 0,2 0 0 0,8 0 6 15,1 0 14-15,-1 2 9 0,-9-2 6 0,-1 0 0 16,0 1-15-16,0-1-8 0,-1 1-1 0,-1-1-4 16,0 1 1-16,0-3-1 0,-2 3-6 0,-1 0 3 15,2 1-1-15,-1-4-1 0,-1 3 2 0,1-1-8 16,-3-1 7-16,0 1-7 0,1-2 9 0,0 0-11 15,0 1 1-15,0-1 1 0,1 0 3 0,1 1 1 16,0-2-7-16,1 3 5 0,2-2-1 0,0 1 2 16,1-1-1-16,0 1 4 0,1 0 10 0,1-1-3 15,0 2 14-15,-1-2-4 0,1 1-2 0,-1 0-9 0,1-1 2 16,-1 1 1-16,1-2-2 0,-1 1-3 16,2 1-1-16,0-3-2 0,-2 2 2 0,1 0 0 15,0 1-1-15,1-1 1 0,9 2-2 0,-10-1-3 0,0 0 6 16,0 0 1-16,0 1 5 0,-1-1 2 0,10 1 0 15,-10 1 47-15,10-1-62 0,1 1 48 0,-11-1-58 16,10 0 52-16,-9-1-55 0,-2 2 46 16,1-4-48-16,0 2 5 0,0 0 5 0,-3-2 4 0,1 1 3 15,1 0 43-15,-2-1-51 0,1 0 52 0,-1 1-49 16,1-1 45-16,1 1-44 0,-3-1 38 0,3-1-48 16,0 2 43-16,-3-1-49 0,2 1 46 0,-2-1-48 15,1 2 42-15,-1-1-44 0,1-1 44 0,-1 2-46 16,-1 1 49-16,1-1-51 0,-2 0 45 0,2 1-45 15,-1-2 33-15,1 2-29 0,-2-1 43 0,-1 1-45 16,0-3 44-16,-1 2-48 0,0 0 48 0,0 0-44 16,-3 0 43-16,3-2-46 0,-4 2 52 0,1-1-53 15,-1-2 47-15,0 1-40 0,-8 0 40 0,2 0-44 16,0-2 44-16,-2 1-46 0,2-1 48 0,-2 1-48 16,0-1 45-16,1 1-42 0,-1-1 39 0,2 1-42 15,-2 0 45-15,0-1-45 0,1 1 46 0,0 0-46 16,-1 0 42-16,1 0-40 0,-2 1 54 0,2-1-57 0,-1-1 46 15,-1 2-43-15,1-2 42 0,-1 1-42 0,-1-1 46 16,3 0-47-16,-2 0 42 0,0 1-43 0,1-1 45 16,0 1-36-16,-1-2 33 0,1 1-37 15,-1 0 42-15,0 0-51 0,-1 1 45 0,0-1-41 0,0-1 46 16,-1 2-44-16,-2-1 39 0,2-1-41 0,-2 2 45 16,0-1-46-16,1 0 47 0,0 1-47 0,-1-2 48 15,1 0-46-15,0 1 40 0,-2 0-38 0,2-1 47 16,-1 0-48-16,-1 0 43 0,2 0-39 0,-1-1 40 15,0 2-45-15,0-2 47 0,-1 0-45 0,2 0 45 16,-2 0-42-16,0 0 33 0,-1 0-34 0,-1-1 43 16,1 0-48-16,-3 0 55 0,1 0-48 0,1 0 41 15,-7-1-42-15,3 2 44 0,2-1-44 0,-2 1 39 16,3-1-37-16,-3 1 39 0,0 0-39 0,-1 1 39 16,2-1-42-16,-1 0 40 0,-2 0-41 0,2 0 42 15,-2 0-38-15,0 1 30 0,1-2-25 0,-1 2 51 16,-2-2-31-16,1 2 51 0,-1-2-50 0,0 2 37 15,0-3-43-15,-1 3 31 0,-1-1-42 0,-2 0 36 16,-1 1-38-16,0-1 33 0,1 0-37 0,-2 0 37 16,2 2-41-16,-1-1 40 0,-2 1-36 0,2-2 36 15,-1 3-38-15,0-1 30 0,1 1-30 0,1-2 38 16,-2 2-39-16,2-1 41 0,1 1-43 0,-2 0 45 16,2 0-41-16,0 0 28 0,1 0-32 0,-2 0 36 0,1 0-37 15,0 0 39-15,0 0-38 0,-3 0 40 16,3-1-34-16,-2 1 46 0,0-1-28 0,1 1 35 15,0-1-38-15,-2 1 30 0,1-1-34 0,0 0 36 16,-1 0-24-16,0 0 43 0,0 0-43 0,0-1 29 16,0 0-39-16,-1 0 32 0,-1 1-39 0,2-1 32 0,-3-1-37 15,2 2 37-15,1-2-36 0,-2 2 27 16,1-1-27-16,0 1 24 0,-1 0-31 0,1 0 39 0,0-2-38 16,0 3 31-16,-1-1-30 0,-1-1 31 0,2-1-32 15,-2 3 33-15,1-3-34 0,-1 2 33 0,1-1-30 16,0 1 29-16,-1 0-31 0,1-1 32 0,0 1-32 15,0-1 28-15,-1 1-23 0,2 0 26 0,-1 0-30 16,0-2 33-16,1 3-28 0,0-1 23 0,1-1-31 16,-1 0 32-16,0 1-31 0,0 0 29 0,1-1-24 15,-1 1 29-15,-1-1-35 0,0 0 40 0,1 2-34 16,0-3 28-16,-1 1-32 0,1 0 33 0,-2-1-32 16,2 1 38-16,0 0-40 0,-2-1 37 0,1 1-36 0,-1 0 35 15,1-1-26-15,-2 0 30 0,2 1-36 16,0 0 34-16,-2 0-31 0,0-1 30 0,0 2-29 0,1-2 34 15,-1 0-28-15,0 0 30 0,-1 0-29 0,1 0 24 16,-2 2-26-16,0-2 25 0,-1 1-24 0,2 0 30 16,0 0-33-16,-2 0 30 0,2 1-34 0,-2-1 33 15,2 0-39-15,-2 1 33 0,1 0-30 0,-1-1 37 16,1 0-34-16,-2 0 28 0,0 2-27 0,-12 0 34 16,23-3-23-16,-23 3 46 0,23-2-39 0,-23 2 28 15,23-3-39-15,-23 3 41 0,20-2-45 0,-20 2 32 16,21-4-40-16,-21 4 40 0,15-1-34 0,-15 1 25 15,15-3-25-15,-15 3 36 0,13-3-34 0,-13 3 24 0,11-4-37 16,-11 4 35-16,11-2-19 0,-11 2 20 0,0 0-35 16,15-3 32-16,-15 3-27 0,0 0 22 0,12-2-19 15,-12 2 26-15,0 0-35 0,11-2 39 0,-11 2-36 0,0 0 35 16,0 0-30-16,14-1 23 0,-14 1-19 16,0 0 13-16,0 0-9 0,12-2 31 0,-12 2-37 15,0 0 36-15,0 0-17 0,0 0 15 0,0 0-18 16,13-1 21-16,-13 1-22 0,0 0 9 0,0 0-18 15,0 0 15-15,0 0-19 0,0 0 22 0,0 0-23 0,0 0 19 16,0 0-25-16,0 0 25 0,0 0-37 16,0 0 49-16,0 0-38 0,11-2 23 0,-11 2-23 15,0 0 32-15,0 0-27 0,0 0 27 0,0 0-23 0,0 0 28 16,0 0-16-16,0 0-2 0,0 0-13 0,0 0 25 16,0 0-23-16,0 0 20 0,0 0-24 0,0 0 23 15,0 0-29-15,0 0 17 0,0 0-102 0,0 0-40 16,0 0-98-16,0 0-111 0,0 0-159 0,-10-7-75 15,-1 4-135-15,-3 0-210 0,-8-3-416 0,-1-2-948 16</inkml:trace>
  <inkml:trace contextRef="#ctx0" brushRef="#br0" timeOffset="113259.5292">18535 13203 126 0,'0'0'376'0,"0"0"-20"16,0 0-36-16,7-8 18 0,-7 8-14 0,0 0-10 15,5-12-2-15,-5 12-30 0,2-10-10 0,-2 10 22 16,1-11 11-16,-1 11 4 0,0-13-30 0,0 13-19 16,0-13-19-16,0 13-21 0,-2-14 22 0,2 14-28 15,-2-13 30-15,2 13-54 0,-3-10 15 0,3 10-63 0,0 0-23 16,-3-14-26-16,3 14 13 0,0 0-51 0,-2-10 18 15,2 10-49-15,0 0 40 0,0 0-15 0,0 0 53 16,-7 8-35-16,7-8 32 0,-2 18 2 16,2-5 67-16,-1 2-74 0,2 4 46 0,0 5-53 0,0 1 93 15,2 6-94-15,1 2 66 0,1 1-89 0,1 6-1 16,2 2-20-16,-2-1-42 0,2 0 0 0,1 1 0 16,-1-2 0-16,0 4 0 0,0-2 0 0,0 1 0 15,0-1 0-15,-1 1 0 0,-2-3 0 0,-1-5 0 16,0 0 0-16,0 0 0 0,-1-2 0 0,0-1 0 15,-1-6 0-15,0 3 0 0,-2-2 0 0,1-2 0 16,-1 0 0-16,0-3 0 0,0-2 0 0,0 0 0 16,0-2 0-16,0 0 0 0,0-2 0 0,0-2 0 15,0 0 0-15,0-3 0 0,1 1 0 0,-1-12 0 0,1 21 0 16,-1-21 0-16,0 15 0 0,0-15 0 16,2 14 0-16,-2-14 0 0,2 12 0 0,-2-12 0 15,3 10 0-15,-3-10 0 0,0 0 0 0,6 13 0 16,-6-13 0-16,0 0 0 0,6 10 0 0,-6-10 0 0,0 0 0 15,7 7 0-15,-7-7 0 0,0 0 0 16,0 0 0-16,6 8 0 0,-6-8 0 0,0 0 0 16,0 0 0-16,0 0 0 0,0 0 0 0,7 5 0 0,-7-5-175 15,0 0-257-15,0 0-45 0,0 0-61 0,6-9-108 16,-6 9-10-16,0 0-99 0,0-16-679 0,0 16-1043 16</inkml:trace>
  <inkml:trace contextRef="#ctx0" brushRef="#br0" timeOffset="113826.4092">18356 14030 83 0,'-3'-11'819'0,"1"1"-184"0,-1 0-94 0,3 10-23 16,-4-19-28-16,2 8-27 0,2 11-35 0,-5-18-8 16,5 18-90-16,-2-18 8 0,2 18-56 0,-1-15 17 15,1 15-74-15,-1-12 6 0,1 12-73 16,0 0 18-16,1-13-75 0,-1 13 20 0,0 0-28 0,0 0 58 15,0 0-61-15,17 3 45 0,-12 5-51 0,3 2 65 16,0 3-55-16,-1 0 56 0,2 5-65 0,1 0 81 16,0 1-112-16,0 1 77 0,1 4-86 0,1-1 61 15,-2-2-106-15,3 2 0 0,-1-1 0 0,0 1 0 16,1-3 0-16,-1-2 0 0,1 1 0 0,0-4 0 16,-1 1 0-16,2-3 0 0,-1 1 0 0,0-3 0 15,-1-2 0-15,0 1 0 0,2-4 0 0,-1-1 0 16,0-1 0-16,0-1 0 0,1-3 0 0,-1-2 0 15,4-2 0-15,-1-1 0 0,3-4 0 0,0-2 0 0,4-6 0 16,0-1 0-16,4-5 0 0,0-4 0 16,-2 1 0-16,2-3 0 0,-1 1 0 0,-1 0 0 15,-2 2 0-15,-2-2 0 0,-1 5 0 0,-1 2 0 16,-3-2 0-16,1 3 0 0,-2 0 0 0,-1 3 0 0,-2 1 0 16,-1 0 0-16,-1 4 0 0,-1 0 0 0,-1 2 0 15,0 0 0-15,-2 2 0 0,0 1 0 16,-6 7 0-16,9-10-347 0,-9 10-97 0,7-7 1 0,-7 7-40 15,0 0-43-15,0 0-51 0,0 0-4 0,0 0-97 16,4 13-625-16,-4-13-905 0</inkml:trace>
  <inkml:trace contextRef="#ctx0" brushRef="#br0" timeOffset="116045.8625">17450 14614 185 0,'0'0'236'0,"0"0"-60"0,0 0-32 15,0 0-23-15,-6-10-3 0,6 10-9 0,0 0 4 16,0 0-21-16,-5-8 1 0,5 8-31 0,0 0-1 16,0 0-17-16,-5-7 2 0,5 7-21 0,0 0 14 15,0 0-16-15,-7-8 27 0,7 8-18 0,0 0 26 16,0 0-16-16,-6-8 29 0,6 8-26 0,0 0 32 15,0 0-30-15,0 0 38 0,-8-7-36 16,8 7 40-16,0 0-12 0,0 0 9 0,0 0-5 0,-8-6 1 16,8 6-9-16,0 0 3 0,0 0-9 0,0 0 23 15,-12-2-1-15,12 2 4 0,0 0 0 0,-13-3-1 16,13 3 4-16,0 0-11 0,-17-2-7 0,17 2 0 0,-14-1-2 16,14 1-4-16,-13 0-11 0,13 0-8 15,-17-3-8-15,17 3-12 0,-20-2-4 0,20 2-5 16,-22-3-4-16,22 3-8 0,-23-3 1 0,12 1-3 15,0 0-7-15,11 2 7 0,-21-4-4 0,21 4-4 0,-20-3 0 16,20 3 2-16,-17-2-1 0,17 2-14 16,-15-2 14-16,15 2 0 0,-14-4 1 0,14 4-4 15,-12-1 2-15,12 1 1 0,-11-3 1 0,11 3-2 0,0 0 1 16,-15-3-4-16,15 3 1 0,0 0 1 0,-13-3 2 16,13 3 0-16,0 0-3 0,-11-4-1 0,11 4 4 15,0 0-1-15,0 0 1 0,-11-3 4 16,11 3 16-16,0 0 8 0,0 0 5 0,0 0 1 0,0 0 1 15,-11-3 1-15,11 3-4 0,0 0 9 0,0 0-1 16,0 0 16-16,0 0-27 0,0 0 10 0,-9-2-21 16,9 2 9-16,0 0-16 0,0 0 12 0,0 0-24 15,-9-6 16-15,9 6-19 0,0 0 17 0,0 0-22 16,0 0 4-16,-10-5 0 0,10 5 1 16,0 0 1-16,0 0-1 0,0 0 2 0,-8-5-3 0,8 5 6 0,0 0 2 15,0 0-2-15,0 0 16 0,0 0-15 16,0 0 21-16,0 0 18 0,0 0 23 0,-9 5-21 15,9-5 7-15,0 0 14 0,-4 14-4 0,4-14-3 16,-1 13 1-16,1-13 4 0,-1 20-7 0,1-20-2 16,-1 23 17-16,1-9 25 0,1 2-19 0,-1 2-14 0,1 0-2 15,0 1-15-15,1 1-1 0,2 3 20 16,-2 0 9-16,1 1-4 0,1 0-4 0,1 1 2 0,-1 0-11 16,1-1-5-16,-1 2-1 0,2-1 29 15,-2 0-16-15,0 1 3 0,1-1 1 0,-1 0 1 16,0 0-48-16,-1 0 42 0,3-1-40 0,-4 1 54 0,2 0 0 15,-2 0 29-15,1-2-60 0,-1 0 32 0,0 0-9 16,1-1-4-16,-1 0-7 0,0-2 22 0,0 0 1 16,0-1-19-16,1 1-12 0,-1-2-7 0,0 1-3 15,-1 0-8-15,2-1-8 0,0-2-3 0,-1 3-2 16,-1-1-3-16,0-2-4 0,0 0 10 0,0 2-20 16,0-2 5-16,0-1 2 0,2 1-5 0,-2-3 7 15,0 0-11-15,-1-1 10 0,1 2-14 0,-1-2 4 16,0 1-1-16,0-2-2 0,0 1 4 0,0-12-6 15,0 23 10-15,0-23-6 0,-1 21 1 0,1-21 0 16,0 22 1-16,0-22 9 0,0 21 3 0,0-21 7 0,-1 20-6 16,1-20-3-16,-1 21-11 0,1-21-2 15,-1 19 0-15,1-19 0 0,0 18 0 0,0-18 0 16,1 17 0-16,-1-17 0 0,0 17 0 0,0-17 0 16,1 19 0-16,-1-19 0 0,1 16 0 0,-1-16 0 0,1 15 0 15,-1-15-3-15,0 16 6 0,0-16-11 16,1 16 16-16,-1-16-8 0,1 17 0 0,-1-17 0 0,-1 16 0 15,1-16 0-15,0 16 0 0,0-16 0 0,-1 14 0 16,1-14 0-16,-1 16 0 0,1-16 0 0,-1 15 0 16,1-15 0-16,-1 13 0 0,1-13 0 0,-1 13 0 15,1-13 0-15,-1 12 0 0,1-12 0 0,-1 11 0 16,1-11 0-16,0 0 0 0,-1 14 0 0,1-14 0 16,0 0 0-16,0 15 0 0,0-15 0 0,0 0 0 15,0 12 0-15,0-12 0 0,0 0 0 0,0 11 0 16,0-11 0-16,0 0 0 0,0 0 0 0,1 14 0 15,-1-14 0-15,0 0 0 0,1 13 0 0,-1-13 0 16,0 0 0-16,1 10 0 0,-1-10 0 0,0 0 0 16,1 13 0-16,-1-13 0 0,0 0 0 0,0 15 0 15,0-15 0-15,0 0 0 0,-1 14 0 0,1-14 0 16,0 0 0-16,-1 14 0 0,1-14 0 0,0 0 0 16,0 15 0-16,0-15 0 0,0 0 0 0,0 13 0 0,0-13 0 15,0 0 0-15,0 12 0 0,0-12 0 16,0 0 0-16,0 0 0 0,0 15 0 0,0-15 0 15,0 0 0-15,0 0 0 0,0 13 0 0,0-13 0 0,0 0 0 16,0 0 0-16,0 12 0 0,0-12 0 0,0 0 0 16,0 0 0-16,0 0 0 0,0 13 0 0,0-13 0 15,0 0 0-15,0 0 0 0,0 0 0 0,0 0 0 16,0 0 0-16,2 12 0 0,-2-12 0 0,0 0 0 16,0 0 0-16,0 0 0 0,3 8 0 0,-3-8 0 15,0 0 0-15,0 0 0 0,0 0 0 0,6 9 0 16,-6-9 0-16,0 0 0 0,0 0 0 0,4 8 0 15,-4-8 0-15,0 0 0 0,0 0 0 0,4 10 0 16,-4-10 0-16,0 0 0 0,7 5 0 0,-7-5 0 16,0 0 0-16,14 6 0 0,-14-6 0 0,16 4 0 0,-3-4 0 15,3 1 0-15,3-2 0 0,5 0 0 16,5-3 0-16,5-1 0 0,10-3 0 0,1-2 0 16,2-2 0-16,1 0 0 0,2-3 0 0,-5 2 0 0,-2 1 0 15,-4-1-556-15,-9 1-136 0,-2 2-99 16,-6-1-210-16,-4 2-630 0,-6 0-1288 0</inkml:trace>
  <inkml:trace contextRef="#ctx0" brushRef="#br0" timeOffset="125715.0393">30334 8419 279 0,'0'0'377'16,"0"0"-92"-16,0 0-18 0,0 0-74 0,0 0 14 15,0 0-56-15,0 0 16 0,0 0-53 0,0 0 27 16,0 0-49-16,0 0 21 0,0 0-3 0,0 0-43 16,10 5 48-16,-10-5 0 0,0 0 2 0,0 0 2 15,0 0 9-15,0 0 2 0,0 0-2 0,0 0-3 16,0 0 1-16,0 0-3 0,0 0 5 0,0 0-2 0,0 0 1 15,0 0 1-15,0 0-9 0,0 0-5 16,0 0-8-16,0 0-14 0,0 0-7 0,0 0-14 0,0 0-9 16,0 0-2-16,0 0-2 0,0 0-3 15,0 0 7-15,0 0 24 0,6 7 19 0,-6-7-4 16,0 0-14-16,5 10-5 0,-5-10 14 0,3 10-19 0,-3-10-3 16,5 12 44-16,-5-12-7 0,5 13-17 0,-5-13-14 15,5 17 2-15,-5-17 18 0,5 19 6 0,-1-9-20 16,-1 0-5-16,-1 2-11 0,0 0-1 15,0 0-4-15,0 1-10 0,-1-1 4 0,1 2 20 0,0 1-5 16,-1 1-2-16,-1-3-7 0,0 5-4 0,0-1 6 16,0 0-9-16,0 0-4 0,-1 1 5 0,0-1-5 15,0 2-16-15,0-2 7 0,0 2 31 16,0-1-84-16,0 1 61 0,-1 0-65 0,1 0 72 16,0 0-76-16,1 1 68 0,-1 0-69 0,1 0 74 15,-1 0-66-15,0 2 73 0,1-2-81 0,-1 3 99 0,0 0-82 16,1-2 34-16,-1 4-34 0,-1-2 0 0,2 2 0 15,-2-1 0-15,1 1 0 0,0 0 0 0,-1-1 0 16,-1 1 0-16,2 0 0 0,-1 1 0 16,0-3 0-16,0 2 0 0,-2 0 0 0,1-1 0 15,0 0 0-15,-1 0 0 0,1-2 0 0,0 2 0 0,0-2 0 16,0 1 0-16,1 0 0 0,0-4 0 0,1 0 0 16,0 1 0-16,1-1 0 0,0 1 0 15,-1-1 0-15,1 0 0 0,1 0 0 0,-1 0 0 0,0-1 0 16,2 1 0-16,-2-2 0 0,1 3 0 0,0-3 0 15,0 2 0-15,0-1 0 0,0 0 0 0,1-1 0 16,-2 1 0-16,1 0 0 0,0 0 0 0,0 0 0 16,0 0 0-16,0 1 0 0,0 0 0 0,-1 0 0 15,1 0 0-15,0 0 0 0,0 0 0 0,2 0 0 16,-2 1 0-16,1-1 0 0,-1 1 0 0,1 0 0 16,0-1 0-16,1 3 0 0,-1-1 0 0,1-1 0 15,-1 2 0-15,2-1 0 0,-1 0 0 0,1 1 0 16,-1-3 0-16,0 0 0 0,-1 0 0 0,2 0 0 15,-2 0 0-15,1 0 0 0,0 0 0 0,0 0 0 16,-1 0 0-16,1 0 0 0,0-1 0 0,-1 1 0 16,-1 0 0-16,0-1 0 0,1 0 0 0,-1 1 0 15,-1 0 0-15,1-1 0 0,0 1 0 0,0 0 0 16,-1 0 0-16,1 0 0 0,-1 1 0 0,1-2 0 16,-1 1 0-16,0 2 0 0,1 0 0 0,-1-2 0 15,0 1 0-15,0 2 0 0,0-1 0 0,0 0 0 16,0 1 0-16,0-1 0 0,0-1 0 0,0 1 0 15,0 0 0-15,0 1 0 0,0 0 0 0,0-1 0 16,0 0 0-16,0 4 0 0,0-4 0 0,0 3 0 16,0 0 0-16,0-2 0 0,0-1 0 0,0 3 0 15,0 0 0-15,-1 0 0 0,1-2 0 0,-1 3 0 16,1-4 0-16,-1 2 0 0,0-1 0 0,-1 2 0 16,1-4 0-16,-1 3 0 0,0-2 0 0,0 2 0 15,-1 0 0-15,0-2 0 0,1-1 0 0,-1 2 0 16,0-3 0-16,1 3 0 0,-1-1 0 0,0 1 0 15,0 0 0-15,0-3 0 0,1 0 0 0,-1 0 0 16,1 1 0-16,-1-1 0 0,1 1 0 0,0-1 0 16,-1 0 0-16,1 0 0 0,1 0 0 0,-1 0 0 15,1 1 0-15,0-1 0 0,0-1 0 0,1 0 0 16,-1 0 0-16,1 1 0 0,0-1 0 0,0 0 0 16,0 0 0-16,1-1 0 0,-1-1 0 0,0 2 0 15,0-1 0-15,0-1 0 0,0 0 0 0,0-2 0 16,0-1 0-16,0 2 0 0,-1-2 0 0,0 1 0 0,1-1 0 15,-1 0 0-15,1 0 0 0,0 0 0 16,-2-1 0-16,2 2 0 0,-1-2 0 0,0 1 0 16,1 0 0-16,-1-1 0 0,-1 0 0 0,4 2 0 15,-2-3 0-15,-2 2 0 0,2-1 0 0,0 0 0 0,2 0 0 16,-2-12 0-16,1 23 0 0,-1-10 0 16,1 0 0-16,-1-13 0 0,1 23 0 0,-1-11 0 0,1 0 0 15,0 1 0-15,-1-3 0 0,0 4 0 0,1-3 0 16,0 2 0-16,0-1 0 0,-1 2 0 0,1-3 0 15,0 3 0-15,0-1 0 0,0 0 0 16,0 0 0-16,0 1 0 0,0-1 0 0,0 0 0 16,-1 0 0-16,1 1 0 0,-1-2 0 0,1 1 0 0,-1 0 0 15,1 2 0-15,0-2 0 0,0 0 0 0,-1 0 0 16,1 0 0-16,0 2 0 0,0-1 0 0,0 0 0 16,0-1 0-16,1 2 0 0,0 0 0 15,-1-2 0-15,1 0 0 0,0 0 0 0,-1-1 0 0,0 1 0 16,0-1 0-16,1 1 0 0,-1-1 0 0,1 0 0 15,-1 1 0-15,1-2 0 0,-2 0 0 0,1 0 0 16,-1-11 0-16,1 23 0 0,-1-23 0 0,0 22 0 16,0-22 0-16,1 21 0 0,-1-21 0 0,0 22 0 15,0-22 0-15,0 22 0 0,0-22 0 0,2 20 0 16,-2-20 0-16,0 23 0 0,0-23 0 0,3 20 0 16,-3-20 0-16,2 19 0 0,-2-19 0 15,2 20 0-15,-2-20 0 0,3 20 0 0,-3-20 0 0,2 18 0 16,-2-18 0-16,3 17 0 0,-3-17 0 0,2 16 0 15,-2-16 0-15,2 14 0 0,-2-14 0 0,2 14 0 16,-2-14 0-16,2 15 0 0,-2-15 0 0,2 15 0 16,-2-15 0-16,2 14 0 0,-2-14 0 0,2 17 0 15,-2-17 0-15,2 15 0 0,-2-15 0 0,3 16 0 16,-3-16 0-16,3 15 0 0,-3-15 0 0,4 15 0 0,-4-15 0 16,4 14 0-16,-4-14 0 0,4 14 0 0,-4-14 0 15,4 15 0-15,-4-15 0 0,5 15 0 0,-5-15 0 16,6 14 0-16,-6-14 0 0,5 17 0 15,-5-17 0-15,6 12 0 0,-6-12 0 0,4 12 0 0,-4-12 0 16,4 9 0-16,-4-9 0 0,5 12 0 0,-5-12 0 16,4 9 0-16,-4-9 0 0,4 9 0 0,-4-9 0 15,4 8 0-15,-4-8 0 0,0 0 0 16,6 12 0-16,-6-12 0 0,0 0 0 0,5 10 0 0,-5-10 0 16,0 0 0-16,6 8 0 0,-6-8 0 0,0 0 0 15,0 0 0-15,6 9 0 0,-6-9 0 0,0 0 0 16,0 0 0-16,0 0 0 0,0 0 0 0,11-4 0 15,-11 4 0-15,0 0 0 0,5-12 0 0,-5 12-473 16,0 0-298-16,6-11-15 0,-6 11-50 16,0 0-71-16,4-14-498 0,-4 14-1007 0</inkml:trace>
  <inkml:trace contextRef="#ctx0" brushRef="#br0" timeOffset="126280.9952">30111 13464 598 0,'-4'-11'474'15,"0"-1"-32"-15,1 3-42 0,1-2 36 0,0-1-3 0,-1 0 2 16,1-1-6-16,1 0-26 0,-1 1-10 0,0-3-27 15,0-1-2-15,-1 4 11 0,1-1-13 0,1 0-32 16,-1 1-32-16,1 0 12 0,0 1-80 0,-1 1 72 16,2 10-106-16,-2-18 69 0,2 18-86 0,0-16-8 15,0 16-171-15,-1-14 0 0,1 14 0 0,0 0 0 16,0-14 0-16,0 14 0 0,0 0 0 0,0 0 0 16,0 0 0-16,0 0 0 0,12 13 0 0,-6-1 0 15,0 2 0-15,1 3 0 0,3 2 0 0,0 3 0 16,1 2 0-16,2 2 0 0,-1-1 0 0,3 3 0 15,-1-2 0-15,4 4 0 0,-1-1 0 0,0-4 0 16,-1-2 0-16,0 1 0 0,0 0 0 0,0-3 0 16,-1-1 0-16,0-2 0 0,-2-1 0 0,0-3 0 15,-2 0 0-15,-1-2 0 0,0-2 0 0,-2 0 0 16,-1-2 0-16,0-1 0 0,1-1 0 0,-8-6 0 16,15 7 0-16,-15-7 0 0,16 4 0 0,-16-4 0 15,17-5 0-15,-5-1 0 0,-1-4 0 0,1-2 0 16,3-3 0-16,0-5 0 0,2-4 0 0,4-5 0 15,-1-3 0-15,1-1 0 0,2-3 0 0,-2 1 0 16,0-1 0-16,0 2 0 0,-1 1 0 0,-1 1 0 16,-1 1 0-16,-3 7 0 0,-3 0 0 0,0 4 0 15,-3 2 0-15,0 3 0 0,0 0 0 0,-2 2 0 16,-2-1 0-16,1 5 0 0,-1-2 0 0,1 4 0 0,-6 7 0 16,8-17-329-16,-8 17-475 0,5-11-71 15,-5 11-110-15,6-7-660 0,-6 7-1307 0</inkml:trace>
  <inkml:trace contextRef="#ctx0" brushRef="#br0" timeOffset="129382.2967">26944 10778 69 0,'0'0'493'16,"-4"-10"-92"-16,4 10-31 0,-3-11-35 0,3 11-39 16,-7-11 11-16,7 11-43 0,-6-11-5 0,6 11-10 15,-5-11-6-15,5 11-39 0,-6-13-1 16,6 13-31-16,-5-12 20 0,5 12-16 0,-6-13-2 0,6 13-24 16,-6-12-11-16,6 12-26 0,-6-11-2 15,6 11-17-15,-2-10 3 0,2 10-1 0,-5-7 0 0,5 7-14 16,0 0 0-16,-2-11-8 0,2 11-9 0,0 0 2 15,0 0-8-15,-4-9 6 0,4 9-5 0,0 0-6 16,0 0-2-16,0 0-4 0,-4-9 1 0,4 9-7 16,0 0 11-16,0 0 6 0,0 0 8 0,0 0-5 15,0 0 2-15,-6-8-3 0,6 8 0 0,0 0-3 16,0 0-1-16,0 0-2 0,0 0-1 16,0 0-5-16,0 0-4 0,0 0-2 0,0 0-5 0,0 0-6 15,0 0-4-15,0 0-1 0,0 0-7 0,0 0-2 16,0 0-5-16,0 0-2 0,0 0 0 0,-4-8-2 15,4 8-2-15,0 0 0 0,0 0-2 0,0 0-1 16,0 0 1-16,0 0-5 0,0 0 3 0,0 0 1 16,0 0-1-16,0 0-1 0,0 0 0 0,0 0-2 15,0 0-1-15,0 0-2 0,0 0 1 0,0 0-1 16,0 0 0-16,0 0-2 0,0 0-5 0,0 0-16 16,0 0-12-16,-11-4-7 0,11 4-7 0,0 0-3 15,0 0-2-15,-16 2 4 0,16-2 5 0,0 0 6 16,-13 2-1-16,13-2 5 0,0 0 7 0,-13 3 3 15,13-3 1-15,0 0 9 0,-14 3 4 0,14-3-1 0,0 0 8 16,-11 4 0-16,11-4 3 0,0 0-3 16,-10 2 1-16,10-2 2 0,0 0 5 0,0 0-1 15,0 0-2-15,-11 4 2 0,11-4 1 0,0 0 3 16,0 0 9-16,0 0 14 0,0 0 12 0,0 0 13 0,-11 4 13 16,11-4 2-16,0 0 2 0,0 0 0 15,0 0 4-15,0 0-3 0,0 0-1 0,0 0 0 16,0 0 6-16,0 0-15 0,0 10 1 0,0-10-2 15,0 0-4-15,0 0-2 0,0 0-2 0,0 0-5 0,3 10-1 16,-3-10 4-16,0 0 7 0,2 9 1 0,-2-9 18 16,4 11-10-16,-4-11 20 0,2 13-32 0,-2-13-8 15,5 14-1-15,-5-14-20 0,4 19-24 0,-2-8 0 16,0-1 0-16,2 2 0 0,-2 1 0 0,0-1 0 16,-2 4 0-16,2-1 0 0,0 1 0 0,0 0 0 15,0 0 0-15,-1 2 0 0,-1-2 0 0,2 2 0 16,-2 0 0-16,2 0 0 0,0 0 0 0,-2 0 0 15,2 0 0-15,0-1 0 0,-2 1 0 0,2 0 0 16,-1-1 0-16,2 1 0 0,-3-1 0 0,2-1 0 16,-2 2 0-16,0-2 0 0,0 0 0 0,0 1 0 15,0-2 0-15,0 2 0 0,0-1 0 0,0 1 0 16,0-1 0-16,2 1 0 0,-2 3 0 0,2-3 0 16,0 0 0-16,0 1 0 0,1 0 0 0,-1 0 0 15,2-1 0-15,0 4 0 0,-1-2 0 0,4 0 0 16,-2 1 0-16,1 0 0 0,-1-1 0 0,3 0 0 0,-2 0 0 15,2 0 0-15,-1 2 0 0,1-2 0 16,0 0 0-16,-1-2 0 0,1 3 0 0,-1-2 0 16,2-1 0-16,-2 1 0 0,0-2 0 0,-1-2 0 15,1 3 0-15,0-2 0 0,-3 0 0 0,3 1 0 16,-1-1 0-16,-1 1 0 0,2-1 0 0,-2 0 0 16,1 0 0-16,-1 0 0 0,-1-1 0 0,2 1 0 15,-2-2 0-15,2 2 0 0,-2-1 0 0,-1 1 0 16,1 0 0-16,0-1 0 0,-1 0 0 0,-1 1 0 0,3 0 0 15,-3-1 0-15,0 2 0 0,1-1 0 0,-1 1 0 16,0-1 0-16,0 0 0 0,0 1 0 16,0 0 0-16,1 0 0 0,-2 0 0 0,0 1 0 0,-1 0 0 15,2-2 0-15,0 1 0 0,1 1 0 0,-3-2 0 16,2 3 0-16,-2-2 0 0,2 0 0 0,-1 1 0 16,-1-2 0-16,0 1 0 0,0-1 0 0,0 0 0 15,0-1 0-15,0 0 0 0,2 1 0 0,-2 0 0 16,0-1 0-16,0 1 0 0,0 0 0 0,0-1 0 15,0 1 0-15,0 0 0 0,2 1 0 0,-2-3 0 16,0 4 0-16,2-3 0 0,-2 1 0 0,0-2 0 16,0 2 0-16,0-1 0 0,2 0 0 0,-2-1 0 15,2 3 0-15,-2-4 0 0,0 2 0 0,0-1 0 16,0 0 0-16,-2-1 0 0,2-1 0 0,0 3 0 16,0-3 0-16,0 1 0 0,0 0 0 0,0-12 0 15,0 23 0-15,0-11 0 0,0-12 0 0,0 24 0 16,-2-14 0-16,4 3 0 0,-2-13 0 0,0 22 0 15,0-22 0-15,0 23 0 0,0-23 0 0,0 22 0 16,0-22 0-16,2 23 0 0,-1-11 0 0,0-1 0 16,-1 1 0-16,1-2 0 0,-1-10 0 0,2 24 0 15,-2-13 0-15,0 0 0 0,0-11 0 0,2 22 0 16,-2-22 0-16,0 22 0 0,0-22 0 0,0 21 0 0,0-21 0 16,0 20 0-16,0-20 0 0,0 21 0 15,0-21 0-15,0 17 0 0,0-17 0 0,-2 18 0 0,2-18 0 16,0 17 0-16,0-17 0 0,-2 19 0 0,2-19 0 15,-1 19 0-15,1-19 0 0,-2 17 0 0,2-17 0 16,-4 18 0-16,4-18 0 0,-2 18 0 0,2-18 0 16,-4 18 0-16,4-18 0 0,-3 18 0 0,3-18 0 15,-2 19 0-15,2-19 0 0,-3 18 0 0,3-18 0 16,-4 19 0-16,2-8 0 0,2-11 0 0,-3 16 0 16,3-16 0-16,-4 18 0 0,4-18 0 0,-2 17 0 15,2-17 0-15,-2 17 0 0,2-17 0 0,-3 15 0 16,3-15 0-16,-4 17 0 0,4-17 0 0,0 14 0 15,0-14 0-15,-4 13 0 0,4-13 0 0,0 14 0 16,0-14 0-16,-4 13 0 0,4-13 0 0,-1 12 0 16,1-12 0-16,-1 13 0 0,1-13 0 0,-2 12 0 15,2-12 0-15,0 11 0 0,0-11 0 0,-2 11 0 0,2-11 0 16,-2 12 0-16,2-12 0 0,0 0 0 0,-2 15 0 16,2-15 0-16,-2 12 0 0,2-12 0 0,0 11 0 15,0-11 0-15,-1 10 0 0,1-10 0 0,0 0 0 16,-2 16 0-16,2-16 0 0,-2 12 0 0,2-12 0 15,0 12 0-15,0-12 0 0,-2 13 0 0,2-13 0 16,0 12 0-16,0-12 0 0,0 12 0 0,0-12 0 16,-2 12 0-16,2-12 0 0,0 13 0 0,0-13 0 15,0 11 0-15,0-11 0 0,0 14 0 0,0-14 0 16,0 13 0-16,0-13 0 0,0 13 0 0,0-13 0 16,2 14 0-16,-2-14 0 0,0 15 0 0,0-15 0 15,2 14 0-15,-2-14 0 0,2 14 0 0,-2-14 0 16,2 14 0-16,-2-14 0 0,1 16 0 0,-1-16 0 15,2 14 0-15,-2-14 0 0,2 16 0 0,-2-16 0 0,4 12 0 16,-4-12 0-16,2 14 0 0,-2-14 0 16,3 14 0-16,-3-14 0 0,5 15 0 0,-5-15 0 0,2 12 0 15,-2-12 0-15,5 15 0 0,-5-15 0 0,4 13 0 16,-4-13 0-16,2 12 0 0,-2-12 0 0,4 11 0 16,-4-11 0-16,5 10 0 0,-5-10 0 15,2 11 0-15,-2-11 0 0,0 0 0 0,7 12 0 0,-7-12 0 16,0 0 0-16,3 8 0 0,-3-8 0 0,0 0 0 15,0 0 0-15,4 10 0 0,-4-10 0 0,0 0 0 16,0 0 0-16,0 0 0 0,0 0 0 0,0 0 0 16,0 0 0-16,0 0 0 0,0 0 0 0,0 0 0 15,0 0 0-15,2-12-421 0,-2 12-415 0,-2-12-66 16,2 12-210-16,-7-17-447 0,5 7-1201 0</inkml:trace>
  <inkml:trace contextRef="#ctx0" brushRef="#br0" timeOffset="130065.7374">26764 13684 53 0,'2'-11'577'0,"0"2"-173"0,-2 9-3 0,3-20-71 15,-3 20 30-15,4-18-13 0,-4 18-2 0,2-18 3 16,-2 18-13-16,4-17-3 0,-4 17-10 0,0-16-12 16,0 16 16-16,2-16-33 0,-2 16 2 0,0-13-26 15,0 13-6-15,0-13-18 0,0 13-15 0,-2-12-22 16,2 12-21-16,0 0-30 0,0-13-25 0,0 13-18 15,0 0-19-15,0 0-7 0,2-13-12 0,-2 13 8 16,0 0-28-16,0 0 78 0,0 0-79 0,6 8 87 0,-6-8-78 16,5 13 75-16,1-5-84 0,-2 1-35 15,2 1-20-15,0 1 0 0,-1 1 0 0,1 3 0 16,1-1 0-16,0 1 0 0,0 2 0 0,1 2 0 16,-1 0 0-16,2-1 0 0,-2 2 0 0,0-1 0 0,-1 2 0 15,1 0 0-15,2-1 0 0,-2-1 0 0,1 3 0 16,-3-2 0-16,4 0 0 0,-4 0 0 0,2 0 0 15,-3-1 0-15,2-2 0 0,0 0 0 0,-2-1 0 16,0 1 0-16,1-1 0 0,-1-1 0 0,0 0 0 16,-1-1 0-16,1-1 0 0,1 0 0 0,0-1 0 15,-3-2 0-15,2 0 0 0,0-1 0 0,-4-9 0 16,7 16 0-16,-7-16 0 0,4 12 0 0,-4-12 0 16,8 12 0-16,-8-12 0 0,8 8 0 0,-8-8 0 15,7 7 0-15,-7-7 0 0,0 0 0 0,14 6 0 16,-14-6 0-16,0 0 0 0,13-1 0 0,-13 1 0 15,9-6 0-15,-9 6 0 0,12-12 0 0,-4 4 0 16,-1-3 0-16,2-2 0 0,0-4 0 0,0-3 0 16,5-3 0-16,-1-4 0 0,5-6 0 0,0 0 0 15,4-2 0-15,1 0 0 0,1 0 0 0,5 1 0 16,0 0 0-16,-1 2 0 0,3 1 0 0,-1 1 0 16,-1 3 0-16,-2 1 0 0,2 1 0 0,-4 2 0 0,-2 4 0 15,-4-1 0-15,2 1 0 0,-4 1 0 0,-1 2 0 16,-3-2 0-16,-3 3-933 0,-1-4-345 0,-5 2-607 15,2 0-1609-15</inkml:trace>
  <inkml:trace contextRef="#ctx0" brushRef="#br0" timeOffset="1.82305E6">14989 5607 57 0,'0'0'346'0,"4"-12"-90"0,-4 12-70 0,0 0-34 15,0 0-50-15,-4-11 4 0,4 11-30 0,0 0-12 16,-8-6-25-16,8 6 3 0,0 0-15 0,-11-5 6 16,11 5-25-16,0 0-8 0,-13-1-20 0,13 1-16 15,0 0-20-15,-16 1-22 0,16-1-19 0,0 0-60 16,-13 0-174-16,13 0 213 0</inkml:trace>
  <inkml:trace contextRef="#ctx0" brushRef="#br0" timeOffset="1.82449E6">15470 5488 186 0,'22'-2'526'0,"-4"1"-105"0,-5 0-117 16,0 1-4-16,-13 0-64 0,24-2 67 0,-24 2-14 15,17-1 25-15,-17 1-11 0,0 0-10 0,17 0-13 16,-17 0-17-16,0 0-16 0,0 0-22 0,0 0-26 16,0 0-28-16,0 0-10 0,0 0-28 0,-12 5-9 15,12-5-24-15,-24 5-15 0,7-1 54 0,-6 1-22 16,-3 0-24-16,-5 3-22 0,-10 2-8 16,-3 1-14-16,-4 0-12 0,-4 1-7 0,-11 3-5 0,-5 2 0 15,-4 0-13-15,-2 0 2 0,-3 2-6 0,-1 0-1 16,-3 1-35-16,1-1 40 0,-1 1-27 0,3 0 24 15,-3 1-33-15,4-3 32 0,1 1-32 0,4 0 35 16,2-1-35-16,5-1 27 0,7-2-24 0,9-1 25 16,5-3-26-16,4 1-4 0,7-2-13 0,5-1-3 0,4-1 8 15,2 1 4-15,1-1 2 0,5-2-3 0,3 3 8 16,0-1 2-16,1 1-21 0,3 0 32 16,-1 2 3-16,2-2 3 0,1 2 5 0,1 1-5 0,0 0 4 15,0 1-1-15,4-2 9 0,-4 5-10 0,3-3 5 16,1 1-3-16,0 2 11 0,0-2-12 0,0 4 36 15,2-2-14-15,-2 1 25 0,2 1-31 0,0 2 35 16,-1 2-14-16,-1 2 80 0,2 2-50 0,0 1 28 16,-2 5-47-16,0 1 25 0,-1 2-49 0,3 0 7 15,-2 2 9-15,0 1 10 0,1 7 9 0,-1 3-13 16,2-1-6-16,0 5 31 0,2 2-33 0,-1 2 32 16,1 1-41-16,3 12 37 0,-1-1-40 0,3 1 2 15,-1-1 5-15,1 2 14 0,3 1 22 0,1-2-5 16,1 2-2-16,0 1 36 0,3 0-33 0,-2 1 73 15,0 0-65-15,-3 0-3 0,2 2-7 0,-3-3-13 16,0 6 7-16,0-1-10 0,-2 1 9 0,1 1 19 16,-1 2 28-16,1-1-65 0,-4 0 30 0,2 0-55 0,-1 2-12 15,-1 0 0-15,2 2 0 0,-2 0 0 0,2 1 0 16,-2 1 0-16,1 0 0 0,1 0 0 0,0 0 0 16,0 1 0-16,1 0 0 0,0 2 0 0,-1 0 0 15,3 1 0-15,-2-1 0 0,-2-1 0 0,1 3 0 16,-2-2 0-16,2 0 0 0,-2-2 0 0,0 5 0 15,-1-3 0-15,-1 1 0 0,-2 0 0 0,2-1 0 16,-2 1 0-16,0 0 0 0,0 1 0 0,0-1 0 16,-2 1 0-16,2-1 0 0,0 0 0 0,0-1 0 15,0 0 0-15,0-2 0 0,2 1 0 0,-2-1 0 16,2 0 0-16,2 2 0 0,-2-3 0 0,-1 2 0 16,3-1 0-16,1-1 0 0,-1-1 0 0,-1 0 0 15,1 0 0-15,-2-1 0 0,2 0 0 0,-1-2 0 16,-1 0 0-16,0-1 0 0,2-1 0 0,-3-1 0 15,0 0 0-15,-1 0 0 0,0-1 0 0,-1 1 0 16,-1 1 0-16,-1-1 0 0,1 1 0 0,0-2 0 16,0 1 0-16,1-3 0 0,0 2 0 0,0-1 0 0,-1-2 0 15,2 1 0-15,0-1 0 0,-2 1 0 0,2-2 0 16,0 1 0-16,0-2 0 0,0 0 0 16,0-2 0-16,0-1 0 0,0 1 0 0,2 0 0 0,-2 0 0 15,0-2 0-15,-2 1 0 0,2-2 0 0,0-9 0 16,-2 10 0-16,2-11 0 0,-2 1 0 0,2-2 0 15,-2 2 0-15,2-1 0 0,-1 0 0 0,-1 0 0 16,0-1 0-16,2 1 0 0,-2-2 0 0,-1-1 0 16,1-1 0-16,0-1 0 0,2-2 0 0,-1-2 0 15,0-1 0-15,2-1 0 0,-1-10 0 0,1 8 0 16,-1-7 0-16,2-1 0 0,0 0 0 0,3-2 0 16,-3 0 0-16,0-1 0 0,1-1 0 0,-3-1 0 0,2-4 0 15,0 1 0-15,0-2 0 0,-2 1 0 16,2-2 0-16,-1-1 0 0,0 2 0 0,-1-2 0 0,0-1 0 15,1 1 0-15,-1-4 0 0,0 0 0 0,-1-1 0 16,1 0 0-16,-1 0 0 0,0 0 0 0,1-3 0 16,-2 1 0-16,2-1 0 0,0 1 0 0,0-4 0 15,0 0 0-15,-2-1 0 0,2 0 0 0,0-1 0 0,0-12 0 16,0 22 0-16,0-22 0 0,-2 18 0 0,2-18 0 16,2 16 0-16,-2-16 0 0,-2 15 0 0,2-15 0 15,0 14 0-15,0-14 0 0,-2 12 0 0,2-12 0 16,-2 13 0-16,2-13 0 0,-1 17 0 0,1-17 0 15,-2 16 0-15,2-16 0 0,-7 20 0 0,7-20 0 0,-4 20 0 16,3-9 0-16,-1-1 0 0,0 3 0 16,0-1 0-16,0 1 0 0,0-1 0 0,0 2 0 0,2-1 0 15,-2 0 0-15,-1-1 0 0,3 0 0 0,0-1 0 16,0-11 0-16,0 21 0 0,0-21 0 0,0 19 0 16,0-19 0-16,2 16 0 0,-2-16 0 0,1 13 0 15,-1-13 0-15,0 0 0 0,2 16 0 0,-2-16 0 0,0 0 0 16,4 11 0-16,-4-11 0 0,0 0 0 15,9 7 0-15,-9-7 0 0,11 3 0 0,-11-3 0 0,11 1 0 16,-11-1 0-16,18 0 0 0,-18 0 0 0,20-1 0 16,-6 1 0-16,4 0 0 0,4 0 0 0,4-1 0 15,3-1 0-15,8 1 0 0,4-2 0 0,13 2 0 16,5-4 0-16,16 1 0 0,6-2 0 0,5 0 0 16,4-1 0-16,7-2 0 0,1-2 0 0,24-2 0 15,1 0 0-15,1-2 0 0,-1-1 0 0,0-2 0 0,-1-1 0 16,-1-1 0-16,-2-2 0 0,-2 0 0 0,-4 0 0 15,-3 0 0-15,-21 4 0 0,-3 0 0 0,-5 0 0 16,-4 1 0-16,-7 0 0 0,-6 2 0 0,-14 3-4 16,-5 0-547-16,-2 1-79 0,-11 1-65 0,-3 2-61 15,-7 0-123-15,-5 2-605 0,-4 1-1107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7-25T09:47:25.4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1722 1482 285 0,'0'0'507'0,"0"0"22"0,0 0-50 15,0 0 19-15,0 0-73 0,0 0-39 0,-10-6-24 0,10 6-25 16,0 0-26-16,0 0-33 0,0 0-49 16,0 0-48-16,0 0-26 0,0 0-14 0,-14 2 2 15,14-2-3-15,-4 10 27 0,4-10-16 0,-4 16 17 16,1-5 40-16,1 4-27 0,0 1-15 0,0 4 1 0,-3 3-20 15,3 2-10-15,0 0 8 0,-1 2-57 0,1 5 13 16,0 0-45-16,0 1 14 0,1-1-46 0,1-4 30 16,-1 0-40-16,1-1 19 0,1 0-34 0,0-1 27 15,1-1-36-15,0-2 32 0,1-1-31 0,-1-3 23 16,0-1-24-16,-2 1 31 0,2-5-29 0,1-2 24 16,-1-1-20-16,-2-11-15 0,0 19 192 0,0-19 21 15,3 14 2-15,-3-14-69 0,0 0-127 0,0 0 0 16,0 0 0-16,0 0 0 0,0 0 0 0,-5-11 0 15,1-3 0-15,1-3 0 0,0-5 0 0,-1-3 0 16,0-6 0-16,0-5 0 0,1 0 0 0,0-8 0 16,-2-2 0-16,3 0 0 0,0-1 0 0,-2 3 0 15,3-1 0-15,0 1 0 0,0 6 0 0,1 2 0 16,0 2 0-16,0 6 0 0,1 3 0 0,0 3 0 0,0 3 0 16,1 2 0-16,1 4 0 0,3 2 0 0,-1 2 0 15,3 4 0-15,-8 5 0 0,21-1 0 16,-9 6 0-16,4 2 0 0,0 4 0 0,1 4 0 0,0 5 0 15,2 0 0-15,-1 4 0 0,1 4 0 0,0 2 0 16,-2 0 0-16,0 1 0 0,-2-5 0 0,-1 1 0 16,-2-2 0-16,0-1 0 0,-1-3 0 15,-2-2 0-15,-2-2 0 0,2-3 0 0,-4 0 0 0,2-5 0 16,-3 1 0-16,1-2 0 0,-5-8 0 16,8 12 0-16,-8-12 0 0,0 0 0 0,0 0 0 0,11-12 0 15,-8 1 0-15,2-5 0 0,0-7 0 0,2-4 0 16,0-3 0-16,1-1 0 0,0-2 0 0,3-4 0 15,0 1 0-15,-1 7 0 0,0 0 0 0,0 4 0 16,-2 2 0-16,-1 4 0 0,2 0 0 0,-3 5 0 16,-1 2 0-16,1 3 0 0,2 2 0 0,-8 7 0 15,14-2 0-15,-14 2 0 0,16 7 0 0,-7 3 0 16,0 3 0-16,1 4 0 0,0 4 0 0,-2 4 0 16,1 3 0-16,-1 1 0 0,-1 3 0 0,-1-1 0 15,-1 1 0-15,1 1 0 0,0 1 0 0,0-2 0 16,0 0 0-16,0 1 0 0,0-2 0 0,0-2 0 15,-1 2 0-15,1-1 0 0,-1-5 0 0,0-2 0 0,-1 1 0 16,1-1 0-16,-1-2 0 0,-1-4-103 0,0 1-172 16,0-3-8-16,0-1-111 0,0-2-31 0,-1-2-151 15,0 1-55-15,-2-11-43 0,3 14-164 0,-3-14-423 16,8 9-869-16</inkml:trace>
  <inkml:trace contextRef="#ctx0" brushRef="#br0" timeOffset="499.8229">2619 2067 218 0,'0'0'858'0,"-4"-16"-154"0,1 7-63 0,-1-1-2 16,2-1-28-16,-1 0-120 0,0 0 5 0,1 0-111 16,0-2-28-16,1 1-96 0,1 0 1 0,0 0-67 15,1 0 0-15,3 1-78 0,2-2 13 0,0 2-60 0,1 1 15 16,3-1-54-16,3 4 29 0,-1 1-45 16,3 1 29-16,-1 3-45 0,2 0 38 0,-2 4-45 0,4-1 37 15,-2 5-40-15,1-1 36 0,0 3-42 0,1 3 41 16,-2 1-37-16,-1-1 37 0,-1 1-45 0,-1 1 44 15,-3-2-38-15,-1 1 40 0,0 0-42 16,-2 0 43-16,-2 1-44 0,-1-2 46 0,-1 0-43 0,-1-2 38 16,-2-9-30-16,-3 23 34 0,0-15-31 0,-2 2 31 15,-3-2-40-15,-3 0 44 0,-1 0-40 16,0-2 36-16,-4-2-41 0,0 2 25 0,-2-3-22 0,-1-2 36 16,0 0-40-16,0-3 33 0,1-1-33 0,-1 0 42 15,0-2-30-15,2-1 24 0,1-1-44 0,2-3 41 16,1 2-42-16,2-3 35 0,3 0-36 0,-1 0 43 15,4 0-51-15,2 0 44 0,1 1-45 0,2 10 25 16,-1-17-71-16,1 17 14 0,5-15-86 0,-5 15 7 16,10-11-123-16,-10 11-60 0,12-9-83 0,-12 9-77 15,15-1-108-15,-15 1-157 0,19 4-423 0,-8-1-786 16</inkml:trace>
  <inkml:trace contextRef="#ctx0" brushRef="#br0" timeOffset="1260.716">3085 1979 1066 0,'0'-21'803'0,"0"21"-43"16,0-20-65-16,0 20-77 0,0-21 36 0,0 21-107 16,0-17 4-16,0 17-62 0,0-16-102 15,0 16-43-15,0-13-91 0,0 13-38 0,0 0-57 0,2-13-10 16,-2 13-53-16,0 0-4 0,0 0-40 0,13 1 37 15,-13-1-50-15,10 10 42 0,-4-2-25 0,-1 0-50 16,3 3-5-16,-1 1 0 0,-1 3 0 0,1-1 0 16,-1 0 0-16,2 1 0 0,-1 0 0 0,-1 0 0 15,0 0 0-15,2 0 0 0,0 3 0 0,-2-5 0 16,1 0 0-16,-2-1 0 0,1-3 0 0,-2 2 0 16,2-3 0-16,0 1 0 0,-6-9 0 0,6 9 0 15,-6-9 0-15,9 8 0 0,-9-8 0 0,0 0 0 16,14-3-20-16,-14 3 28 0,11-10-29 0,-4 0 7 0,0-1-16 15,0-3-6-15,-1 0 18 0,2-2-2 16,-2 2 9-16,0-3-1 0,0 3 1 0,0-1 7 0,0 0-1 16,-1 3-1-16,0-1-1 0,-1 4 0 0,0 1 3 15,-4 8-10-15,6-14-3 0,-6 14 0 0,8-8 12 16,-8 8-8-16,10-5 17 0,-10 5-9 0,12 1 6 16,-12-1 1-16,17 9-5 0,-9-3 4 0,1 0-9 15,4 2 2-15,-2 0 16 0,2 0-18 0,0 1 3 16,0-1 2-16,1-1-4 0,0 1 7 0,0-1 0 15,-1 1 3-15,1-2 1 0,-2-2-3 0,-1 0 1 0,1-1 2 16,-1 0 11-16,-11-3-6 0,20 3-6 0,-20-3 4 16,19-3 1-16,-7 1 5 0,-2-3 5 0,1 0-13 15,-1-3 17-15,0-1-17 0,2-1-5 0,-2-2-12 16,0-1 12-16,2-1 2 0,0 0 3 0,-2 0-14 16,3 1 3-16,-4 1 9 0,2 2-8 0,0 0-4 15,-1 1 6-15,-1 2-3 0,0 2-3 0,1 1 10 16,-10 4-7-16,20-3-4 0,-20 3 10 0,21 3-3 0,-10 1-1 15,1 3 4-15,0 0-3 0,-1 3 6 16,-1 0-13-16,0 3 3 0,0 2-12 0,0 1 18 0,0 1 0 16,-1 0-4-16,-1 1-1 0,-1-1 4 0,-1 0 5 15,-1-1-7-15,-2 0-32 0,-1-1 48 0,-2-1-36 16,-1 0 31-16,-1-1 16 0,-5 1-2 0,1-3 0 16,-4 1 4-16,-1-4 3 0,-3 0 14 0,0-2-22 15,-4-2 43-15,-1-1-40 0,0-2 31 0,-3-4-47 16,1 1 22-16,-2-4-29 0,0-2 0 0,0-2 0 15,1-1 0-15,4 0 0 0,0-2 0 0,3-1 0 16,1 1 0-16,5 1 0 0,1-1 0 0,1 3 0 16,1 0 0-16,6 10 0 0,-2-17 0 0,2 17 0 15,7-14 0-15,-1 7 0 0,-6 7-267 0,16-8-44 16,-4 5-145-16,-1 2-62 0,-11 1-154 0,24 0-107 0,-12 1-863 16,1 2-1303-16</inkml:trace>
  <inkml:trace contextRef="#ctx0" brushRef="#br0" timeOffset="1600.5445">4219 1451 1019 0,'-10'-37'881'0,"-3"1"-192"0,3 6-21 15,1 1-16-15,-1 1-28 0,2 2-63 0,0 5-134 16,2 0 43-16,-2 2-31 0,3 3-78 0,0 2-26 16,2 4-112-16,0 0-10 0,3 10-67 0,-6-10-3 0,6 10-58 15,0 0 30-15,0 0-20 0,4 19-50 16,-1-2-45-16,0 6 0 0,1 4 0 0,0 14 0 16,1 3 0-16,2 4 0 0,-2 2 0 0,0 1 0 0,0 4 0 15,2 7 0-15,-2-8 0 0,5 7 0 0,-3-8 0 16,0-1 0-16,2-4 0 0,0-1 0 0,0-2 0 15,1-1 0-15,1-3 0 0,-3-3 0 0,0-7-30 16,1 0-435-16,-2-5-117 0,0-4-90 0,-1-2-125 16,0-5-108-16,1-1-599 0,1-2-1131 0</inkml:trace>
  <inkml:trace contextRef="#ctx0" brushRef="#br0" timeOffset="1816.8963">4568 1983 1317 0,'-1'-10'1066'0,"1"10"-195"0,-3-16-1 0,3 16-102 0,-1-13-89 16,1 13-71-16,0 0-122 0,-3-12-93 0,3 12-59 15,0 0-18-15,0 0-32 0,0 0-85 16,0 0-199-16,0 0 0 0,5 12 0 0,-5-12 0 16,5 14 0-16,-1-5 0 0,-1 1 0 0,1 1 0 0,0-1 0 15,0 0 0-15,0 1 0 0,1 2 0 0,-1-3 0 16,3 0 0-16,-4 1 0 0,3-3-494 15,-1 3-207-15,0-3-126 0,-5-8-126 0,9 15-697 0,-9-15-1315 16</inkml:trace>
  <inkml:trace contextRef="#ctx0" brushRef="#br0" timeOffset="2017.8161">4572 1701 1155 0,'-5'-21'954'0,"1"1"-168"0,0 2 27 0,2 2-65 16,-1-2-200-16,0 4 33 0,0-3-115 0,1 4-87 16,0 1-85-16,2 12-64 0,-2-20-45 0,2 20-42 15,0-16-48-15,0 16-93 0,8-9-92 0,-8 9-157 16,12-2-85-16,-12 2-249 0,18 7-148 0,-9 0-164 16,1 0-539-16,1 2-1042 0</inkml:trace>
  <inkml:trace contextRef="#ctx0" brushRef="#br0" timeOffset="2938.4489">4890 1469 1146 0,'0'-20'1005'0,"-1"3"-180"0,0-1 56 0,1 3-66 0,-2-1-98 16,2 3-52-16,0 1-117 0,-2 2-117 0,2 10-80 15,-2-17-76-15,2 17-54 0,0 0-46 0,0 0-39 16,0 0-136-16,0 0 0 0,-2 14 0 0,5 3 0 15,0 4 0-15,-1 7 0 0,1 5 0 0,1 3 0 16,0 5 0-16,1 3 0 0,0 0 0 0,2-1 0 16,-1 1 0-16,1-3 0 0,0-1 0 0,-1-6 0 15,1-1 0-15,-1-3 0 0,-2-4 0 0,1-3 0 16,-2 0 0-16,0-5 0 0,-1-1-39 0,1-2-15 16,-2-2-22-16,0-2 60 0,-1-11-35 0,-2 16 48 15,2-16 1-15,-5 9 2 0,5-9-2 0,0 0 5 16,-13 0 11-16,13 0-2 0,-12-10 1 0,4 4 49 0,1-2 19 15,1 0-23-15,1-2-58 0,0 1 0 16,0-3 0-16,1 1 0 0,2 0 0 0,0 0 0 16,2-1 0-16,1 0 0 0,2 0 0 0,2-1 0 15,3-1 0-15,1-1 0 0,4 1 0 0,2-1 0 0,1 0 0 16,4 0 0-16,1-1 0 0,-1 2 0 0,1-2 0 16,-3 2 0-16,-2 1 0 0,0-2 0 0,-1-1 0 15,-1 0 0-15,-3-1 0 0,0 0 0 0,-1-1 0 16,-2 1 0-16,-1 1 0 0,-2 0 0 0,-1 0 0 15,-1 1 0-15,0 0 0 0,-2 2 0 0,0 0 0 16,0 1 0-16,-2 0 0 0,1 12 0 0,0-19 0 16,0 19 0-16,-2-14 0 0,2 14 0 0,0-13 0 15,0 13 0-15,0 0 0 0,0 0 0 0,0 0 0 16,0 0 0-16,-3 18 0 0,3-4 0 0,0 4 0 16,0 4 0-16,2 3 0 0,0 3 0 0,1 5 0 15,1 1 0-15,1 0 0 0,0-1 0 0,-1 3 0 16,3-4 0-16,-2 1 0 0,1-1 0 0,-1-2 0 15,1 0 0-15,-1-5 0 0,1 0 0 0,-1 0 0 16,0-5 0-16,0 1 0 0,0-5 0 0,-1 0 0 16,1-2 0-16,-2-3 0 0,1-1 0 0,0-2 0 15,-4-8 0-15,8 11 0 0,-8-11 0 0,11 4 0 0,-11-4 0 16,13-6 0-16,-5-1 0 0,2-1 0 16,-1-2 0-16,1 1 0 0,0-2 0 0,-1 1 0 0,0-1 0 15,-1 2 0-15,0-1 0 0,-1 2 0 0,0 0 0 16,-2 2 0-16,-5 6 0 0,11-12 0 0,-11 12 0 15,9-6 0-15,-9 6 0 0,0 0 0 0,16 0 0 16,-16 0 0-16,15 6 0 0,-15-6 0 0,15 9 0 16,-7-4 0-16,2 5 0 0,-2-3 0 0,3 0 0 0,-2 0 0 15,1 1 0-15,1-1 0 0,-1 0 0 16,-2 0 0-16,1 0 0 0,1-1 0 0,-1-2 0 0,-1 1 0 16,-8-5 0-16,16 10 0 0,-16-10 0 0,12 4 0 15,-12-4 0-15,0 0 0 0,15 2 0 0,-15-2 0 16,8-5 0-16,-8 5 0 0,6-13 0 0,-6 13 0 15,6-19 0-15,-4 10 0 0,3-3 0 0,-3 2 0 16,-1-2 0-16,1 3 0 0,-2 9 0 0,3-19 0 16,-3 19 0-16,2-17 0 0,-2 17 0 0,2-12 0 15,-2 12 0-15,0 0 0 0,2-12 0 0,-2 12 0 0,0 0 0 16,0 0 0-16,0 0 0 0,9 8 0 0,-9-8 0 16,8 10 0-16,-8-10 0 0,8 14 0 15,-3-6 0-15,0 1 0 0,0-1 0 0,1 0 0 0,-1 1 0 16,1-1-302-16,-1 0-291 0,0-1-88 0,-5-7-111 15,6 12-103-15,-6-12-666 0,0 0-1205 0</inkml:trace>
  <inkml:trace contextRef="#ctx0" brushRef="#br0" timeOffset="3134.3682">5666 1652 602 0,'-5'-17'889'0,"0"3"-190"0,2 0 47 0,0 2-98 15,1 0 10-15,-1 3-152 0,3 9-57 0,-3-18-135 16,3 18-28-16,-1-14-99 0,1 14-36 0,0 0 8 16,0 0-73-16,11-3-9 0,-11 3-155 0,10 10-46 15,-4-1-202-15,1 2-121 0,1 1-167 0,-1 2-156 16,0 3-528-16,3-1-901 0</inkml:trace>
  <inkml:trace contextRef="#ctx0" brushRef="#br0" timeOffset="3459.5521">6030 1833 75 0,'0'0'956'0,"17"-1"-164"0,-17 1-31 16,14-5-101-16,-14 5 31 0,11-4-62 0,-11 4-31 0,8-4-73 15,-8 4-59-15,0 0-68 0,12-6-81 0,-12 6-49 16,0 0-59-16,0 0-39 0,0 0-19 0,0 0-37 16,0 0 23-16,-7 6-15 0,0 0-13 0,-1 1-66 15,-1 1-43-15,-2 2 0 0,0 2 0 0,-1 1 0 16,-1 1 0-16,1 0 0 0,1 2 0 0,-1 0 0 15,3 0 0-15,0-1 0 0,1 0 0 0,3-1 0 0,1 1 0 16,2-4 0-16,3 3 0 0,1-3 0 0,4 2 0 16,4-1 0-16,6-1 0 0,4-1 0 0,8-1 0 15,2-2 0-15,3-1 0 0,4-1 0 0,1-3 0 16,1 0 0-16,1-2 0 0,0 0 0 0,-2-2 0 16,-1 1 0-16,-1-2 0 0,-1-1 0 0,-1 1 0 15,-5 0 0-15,-2-1 0 0,-3 1 0 0,-3-1 0 16,-2 0 0-16,-2 1 0 0,-1-1 0 0,-3-1 0 15,-3 0 0-15,-10 5 0 0,9-8-465 0,-9 8-494 16,0 0-145-16,-6-11-684 0,6 11-1486 0</inkml:trace>
  <inkml:trace contextRef="#ctx0" brushRef="#br0" timeOffset="4627.961">7669 1383 477 0,'1'-22'737'0,"-2"2"-102"0,1 2 22 0,0 0-45 0,0 2-48 16,0 3-68-16,-1 0-80 0,1 2-89 0,0 11-68 16,-2-16-53-16,2 16-26 0,0 0 14 0,0 0-13 15,-10 8 27-15,3 5-39 0,1 7 6 0,-3 7-59 16,0 9-14-16,-3 6 16 0,3 2-49 0,-2 3 19 0,0 1-43 15,1 2 20-15,1 2-41 0,-1-1 25 16,4 0-33-16,-1-3-9 0,2-1-4 0,-2-3 5 16,3-2-3-16,3-7-25 0,-1-1 29 0,0-7-29 0,2 0 34 15,-1-4 6-15,1-4-9 0,-1-2-22 0,1-3 58 16,0-14 19-16,0 18 21 0,0-18-51 0,0 0 26 16,0 0-41-16,0 0 36 0,0 0-18 0,2-20-11 15,1-3-6-15,1-6-1 0,2-12-6 0,2-6-15 16,-1-6-2-16,4-12-13 0,4-4 2 0,-1-3 10 15,3-2 21-15,-2-2-24 0,2 0 23 0,-3 1-32 16,2 1 30-16,-3 3-41 0,0 4 31 0,-2 3-33 16,-3 13 37-16,1 2-35 0,-1 7 30 0,-2 4-24 15,0 7 30-15,1 6-35 0,-2 4 27 0,1 2-32 16,1 7 29-16,2 3-25 0,-9 9 38 0,17-4-25 0,-6 11 36 16,1 4-18-16,4 9 57 0,2 10 31 0,-1 3-11 15,2 6 38-15,2 11-48 0,0 2 26 0,1 3-17 16,2 2-81-16,1 4 0 0,0-1 0 0,3 0 0 15,0 1 0-15,3-3 0 0,-1 0 0 0,-1-2 0 16,0-1 0-16,-1-3 0 0,0-2 0 0,-3-4 0 16,-6-8 0-16,-1-4 0 0,0 0-57 0,-6-7-229 15,-1 0-109-15,-1-5-73 0,-3-3-108 0,-1-2-123 16,-2-2-37-16,-2-4-95 0,-2-11-482 0,0 19-916 16</inkml:trace>
  <inkml:trace contextRef="#ctx0" brushRef="#br0" timeOffset="4835.1395">7979 1901 585 0,'-27'-13'973'0,"0"2"-267"0,0 0 9 0,6 1-52 15,0 0 52-15,1 1-113 0,2-1-25 0,3 2-48 16,2-1-59-16,2 2-86 0,1-1-69 0,2 2-63 16,8 6-46-16,-7-12-44 0,7 12-34 0,6-8-28 15,3 3-17-15,6-1-57 0,7 2-26 0,4 1 0 0,8-2 0 16,4 4 0-16,3 0-89 0,1 1-162 15,9 1-143-15,0 0-75 0,0 4-178 0,0-1-79 0,-1 3-109 16,-3-2-681-16,-1 2-1147 0</inkml:trace>
  <inkml:trace contextRef="#ctx0" brushRef="#br0" timeOffset="5185.1933">8636 1795 285 0,'0'0'874'0,"5"-19"-141"16,-4 9 16-16,1-2-77 0,0-1 5 0,1 1-101 15,0-3 21-15,1 2-65 0,0 0-31 0,1-1-78 16,1 1-54-16,-2 3-82 0,1 0-50 0,0 2-58 16,3 1-22-16,0 1-39 0,1 3-11 0,2 0-38 0,-11 3-20 15,25 5-49-15,-11-1 0 0,3 6 0 0,2 1 0 16,-2 2 0-16,4 4 0 0,0 1 0 0,-2 1 0 16,0 1 0-16,-2 1 0 0,1-2 0 0,-2 2 0 15,-2-4 0-15,-3 0 0 0,1 1 0 0,-3-5 0 16,-2 0 0-16,-1-1 0 0,1 0 0 0,-4-4 0 15,1 3 0-15,-4-11 0 0,5 13 0 0,-5-13 0 16,0 0 0-16,0 0 0 0,-5 10 0 0,5-10 0 16,0 0 0-16,-13-10 0 0,13 10 0 0,-10-14 0 0,6 4 0 15,-1-3 0-15,1-2 0 0,1-1 0 0,0 0 0 16,2-2 0-16,1 1 0 0,2-1 0 0,1 0 0 16,0 3-112-16,1-2-118 0,2 4-103 0,-1 0 8 15,3 0-115-15,2 3-9 0,0 0-50 0,2 3-61 16,2 1-43-16,0 2-92 0,3-1-550 0,-1 2-854 15</inkml:trace>
  <inkml:trace contextRef="#ctx0" brushRef="#br0" timeOffset="5420.0191">9458 1608 359 0,'0'0'883'0,"8"-12"-79"0,-8 12-120 16,5-10 14-16,-5 10-145 0,0 0 23 0,0-16-79 15,0 16-144-15,0 0 28 0,-7-12-75 0,7 12-60 16,-9-3-50-16,9 3-33 0,-12 2-17 0,12-2-13 15,-17 10-14-15,7-1 6 0,0 3 2 0,-2 2-14 16,3 4-14-16,-1 1-23 0,4 1-12 0,0 1-13 16,3 1-1-16,2 0-21 0,2 0 0 0,4 3-10 15,2-2-1-15,5 2 10 0,4-3-41 0,2 0-48 0,2-2-57 16,2-2-37-16,2-2-40 0,-1-1-42 0,-2-6-48 16,1 0-69-16,0-2-4 0,1-1-109 15,-4-4-3-15,2-2-38 0,0-1-26 0,1-3-61 0,0-2-54 16,0-3-269-16,1-4-489 0</inkml:trace>
  <inkml:trace contextRef="#ctx0" brushRef="#br0" timeOffset="6019.0079">10001 1244 763 0,'-4'-48'730'16,"-3"4"-46"-16,0 3-17 0,-2-1-34 0,-3 5-98 16,0 1 56-16,0 7-90 0,-1 4 53 0,4 4-10 0,-1 0-80 15,2 7-100-15,1-1-75 0,1 7-61 0,0 2-37 16,6 6-22-16,-14 2 29 0,6 6-112 15,1 2-86-15,0 7 0 0,-2 4 0 0,4 8 0 0,-1 4 0 16,2 9 0-16,1 3 0 0,2 4 0 0,2 2 0 16,1 4 0-16,1 0 0 0,3 9 0 0,0 0 0 15,3-2 0-15,-2-9 0 0,-1-1 0 0,1-4 0 16,-1-1 0-16,0-3 0 0,-2 0 0 0,0-9 0 0,-2-2 0 16,0-5 0-16,1-2 0 0,-2-4 0 0,0-1 0 15,1-4 0-15,-1 0 0 0,0-5 0 16,-1-12 0-16,2 20 0 0,-2-20 0 0,3 12 0 0,-3-12 0 15,0 0 0-15,0 0 0 0,11-5 0 0,-6-3 0 16,0-5 0-16,2-2 0 0,3-3 0 0,0-2 0 16,0 0-183-16,3-2 35 0,-2 1-4 0,2 0 61 15,-2 2-12-15,0 1 53 0,1 0-21 0,-5 6 48 16,2-1-21-16,-1 2 48 0,1 2-26 0,-1 2 48 16,0 1-8-16,-8 6 15 0,16-4 44 0,-16 4-8 15,15 2 7-15,-15-2 11 0,15 10-10 0,-7-3-4 0,-1 3-16 16,1-2-1-16,1 3-19 0,0 0-3 15,0 0-8-15,1 0-2 0,1 1-5 0,2 3-6 16,2-5-10-16,-1 2 18 0,0-2-13 0,-2-2-2 0,2 0-5 16,-2-1 8-16,2 0-9 0,-3-3 4 0,0 1-4 15,1-1 13-15,-12-4-8 0,18 3-2 0,-18-3 5 16,17-3-8-16,-17 3 0 0,15-10 0 0,-10 2 0 16,2-2 0-16,-3-2 0 0,-1 0 0 0,-1-1 0 15,-1 1 0-15,-1 0 0 0,0 12 0 0,0-22 0 16,0 22 0-16,-1-20 0 0,1 20 0 0,-2-15 0 15,2 15 0-15,-3-13 0 0,3 13 0 0,0 0 0 16,-4-7 0-16,4 7 0 0,0 0 0 0,0 0 0 0,-2 12 0 16,2-12 0-16,2 12 0 0,-2-12 0 15,7 17 0-15,-2-7 0 0,0-1 0 0,2 2 0 0,0-1 0 16,0 0-167-16,0-2-370 0,-1 0-100 0,1 1-143 16,-2-1-99-16,-5-8-764 0,8 11-1304 0</inkml:trace>
  <inkml:trace contextRef="#ctx0" brushRef="#br0" timeOffset="6218.6207">10370 1488 1190 0,'-6'-17'960'16,"0"3"-66"-16,2 1-59 0,0 2-24 0,1-1-96 0,0 3-91 15,1-2-96-15,2 11-116 0,-3-18-86 0,3 18-70 16,1-13-60-16,-1 13-30 0,6-7-39 0,-6 7-30 15,12-3-66-15,-12 3-156 0,20 4-78 0,-11 2-153 16,4 0-41-16,-1 1-160 0,-1 4-65 0,2-3-86 16,-2 4-145-16,1-2-529 0,-1 0-982 0</inkml:trace>
  <inkml:trace contextRef="#ctx0" brushRef="#br0" timeOffset="6487.7114">10816 1155 544 0,'-7'-29'1014'0,"0"-2"-133"0,0 2-56 16,0 5-55-16,-1-2-120 0,2 2-28 0,0 2-29 15,-1 3-176-15,3 3 96 0,-1 2-100 0,1 1-93 16,0 6-59-16,4 7-44 0,0 0-66 0,0 0-151 16,-15 6 0-16,12 6 0 0,0 5 0 0,0 6 0 0,2 6 0 15,1 6 0-15,1 11 0 0,1-1 0 16,2 5 0-16,0 2 0 0,4 1 0 0,0 11 0 0,3-2 0 15,0-2 0-15,0-2 0 0,0-8 0 16,-2-5 0-16,1 2 0 0,-1-6 0 0,-1-1 0 0,-2-6 0 16,-2-2-95-16,-2-7-509 0,0-1-30 0,-2-4-127 15,-1-2 20-15,-1-1-88 0,-1-4-609 0,1-4-1050 16</inkml:trace>
  <inkml:trace contextRef="#ctx0" brushRef="#br0" timeOffset="6869.1276">10795 1826 154 0,'-5'-13'1019'0,"2"2"-173"0,-1 0-123 0,2 1 55 16,-1-1-57-16,-1 2-29 0,4 9-12 0,-5-17-81 16,5 17-95-16,-4-14-77 0,4 14-75 0,-3-11-76 15,3 11-53-15,0 0-41 0,4-12-167 0,-4 12-15 16,12-2 0-16,-12 2 0 0,22 0 0 0,-8 2 0 16,5-1 0-16,1 3 0 0,6-2 0 0,0 1 0 0,1 0 0 15,1 0 0-15,0-1 0 0,1-1 0 16,0-1 0-16,-2 0 0 0,0-2 0 0,-2-1 0 15,0-1 0-15,-1-3 0 0,-2-1-17 0,-1 0-4 0,-2-3 6 16,-2-1 1-16,-1 1 7 0,-5 0-2 16,0 0 16-16,-3-1 6 0,-2 3 5 0,-2-1-1 0,-4 10 3 15,2-19-12-15,-2 19-8 0,-7-17 0 0,7 17 0 16,-13-9 0-16,13 9 0 0,-18-5 0 0,18 5 0 16,-22 1 0-16,11 4 0 0,-1 2 0 0,1 1 0 15,0 3 0-15,1 1 0 0,1 1 0 0,1 1 0 16,1 2 0-16,2-1 0 0,0 2 0 0,2-1 0 0,2 0 0 15,1 1 0-15,2-1 0 0,4 1 0 16,-2-2 0-16,5 0 0 0,-1 1 0 0,5-1 0 0,0-2-32 16,5 0-294-16,-1 0-134 0,4-4-61 0,3 3-141 15,-1-3-74-15,0-2-88 0,2-2-645 0,-5-3-1091 16</inkml:trace>
  <inkml:trace contextRef="#ctx0" brushRef="#br0" timeOffset="7620.4855">11763 1673 533 0,'2'-17'726'0,"0"2"-43"16,0 1-113-16,-2 2 58 0,1-1-95 0,-1 13-6 0,-1-21-41 16,1 21-64-16,-3-18-48 0,3 18-39 15,-5-11 18-15,5 11-37 0,-11-2-13 0,11 2 18 0,-12 7-29 16,4-1-54-16,1 5-10 0,0 1-19 0,0 3-95 16,1 4-114-16,1 2 0 0,1 1 0 0,1 0 0 15,2 1 0-15,1 2 0 0,1-1 0 0,2 1 0 16,1 0 0-16,5 1 0 0,3-1 0 0,2 0 0 15,5-2 0-15,-2-3 0 0,5-1 0 0,0-3 0 0,1-1 0 16,-2-5 0-16,2-2 0 0,-1-2 0 16,1-3 0-16,-1-1 0 0,-1-5 0 0,1 0 0 15,1-4 0-15,4-5 0 0,-2-4 0 0,3-6 0 0,-1-6 0 16,-2-3 0-16,-1-7 0 0,1-11 0 16,-2-1 0-16,-1-4 0 0,-4-3 0 0,-5-1 0 0,-1-3 0 15,-7 8 0-15,-3-1 0 0,-3 0 0 0,-3-1 0 16,-5-6 0-16,-4 1 0 0,1 11 0 0,-5-4 0 15,3 10 0-15,-2 4 0 0,1 3 0 0,1 9 0 16,5 3 0-16,0 5 0 0,3 1 0 0,-2 5 0 16,2 4 0-16,6 9 0 0,-11-5 0 0,11 5 0 15,-12 10 0-15,6 3 0 0,4 6 0 0,0 5 0 16,4 5 0-16,2 12 0 0,2 6 0 0,4 3 0 0,3 11 0 16,3 3 0-16,-1 0 0 0,2 1 0 0,2 0 0 15,-3-3 0-15,-1-1 0 0,-1-6 0 0,-3-8 0 16,-2-1 0-16,-1-3 0 0,-2-2 0 0,-3-8 0 15,-1-1 0-15,0-6 0 0,0-2 0 0,-2-5 0 16,0-2 0-16,0 0 0 0,2-4 0 0,-2-1 0 16,0-12 0-16,0 14 0 0,0-14 0 0,0 0 0 15,0 0 0-15,0 0 0 0,0 0 0 0,0 0 0 0,0 0 0 16,0 0 0-16,2-16 0 0,-2 16 0 16,1-15 0-16,-1 15 0 0,2-14 0 0,-2 14 0 15,0-15 0-15,0 15 0 0,0-15 0 0,0 15 0 0,0-16 0 16,0 16 0-16,-2-16 0 0,2 16 0 0,0-13 0 15,0 13 0-15,0-15 0 0,0 15 0 0,2-13 0 16,-2 13 0-16,5-14 0 0,-5 14 0 0,8-11 0 16,-8 11 0-16,12-12 0 0,-4 8 0 0,2-1 0 15,-2 0 0-15,3 2 0 0,-1-1 0 0,1 2 0 16,3 0 0-16,-3 0 0 0,2 0 0 0,1 2 0 16,-3-3 0-16,5 2 0 0,-5 0 0 0,5 0 0 0,-3 1 0 15,0 0 0-15,1-2 0 0,-1 1 0 0,1 1 0 16,-3-2 0-16,-11 2 0 0,21-1 0 0,-21 1 0 15,19-2 0-15,-19 2 0 0,16-1 0 0,-16 1 0 16,11-2 0-16,-11 2 0 0,12-6 0 0,-12 6-97 16,0 0-247-16,0 0-131 0,4-8-34 0,-4 8-161 15,0 0-45-15,-4-10-51 0,4 10-699 0,0 0-1084 16</inkml:trace>
  <inkml:trace contextRef="#ctx0" brushRef="#br0" timeOffset="8172.0773">12670 1655 227 0,'0'0'775'0,"0"0"-108"0,0 0 5 0,0 0-93 16,-11-3 84-16,11 3-79 0,0 0 19 0,0 0-71 0,0 0-28 16,0 0-27-16,-9-6-42 0,9 6-63 0,0 0-41 15,0 0-49-15,0 0-50 0,0 0-44 16,0 0-120-16,0 0-68 0,0 0 0 0,-9 7 0 0,9-7 0 16,0 11 0-16,0-11 0 0,0 16 0 0,0-16 0 15,3 21 0-15,-1-9 0 0,0 1 0 0,2 1 0 16,1 1 0-16,0 0 0 0,1 0 0 0,3 1 0 15,0 0 0-15,2-1 0 0,-1 1 0 0,3-1 0 16,-4-4 0-16,3 1 0 0,-2-2 0 0,3 1 0 0,-1-3 0 16,-1 0 0-16,3-1 0 0,-1-2 0 15,-2-1 0-15,1-1 0 0,-12-3 0 0,17 3 0 0,-17-3 0 16,19-4 0-16,-19 4 0 0,15-9 0 0,-7 0 0 16,-2 0 0-16,0-3 0 0,-3-2 0 0,1-3 0 15,1 1 0-15,-3-3 0 0,-1-1 0 0,-1 0 0 16,0 0 0-16,0-1 0 0,-1-3 0 0,-1 6 0 15,-1 0 0-15,1 2 0 0,0 3 0 0,0 0 0 16,1 2 0-16,1 11 0 0,-2-18 0 0,2 18 0 16,-2-10 0-16,2 10 0 0,0 0 0 0,0 0 0 0,0 0 0 15,7 10 0-15,-3-1 0 0,1 2 0 0,2 0 0 16,-1 3 0-16,5 0 0 0,1 3 0 0,1-1 0 16,1 0 0-16,1 0 0 0,4 2 0 0,-2-1-344 15,-1-4-204-15,2 1-122 0,-2 0-15 0,1-3-14 16,-2 0-70-16,-2-4-653 0,1 1-1031 0</inkml:trace>
  <inkml:trace contextRef="#ctx0" brushRef="#br0" timeOffset="8860.9726">13252 1764 602 0,'2'-16'783'0,"0"1"-28"0,1 1-68 0,2 1 55 16,-3-1-40-16,2 2-117 0,-1 3 108 0,5-2-88 15,-4 3-100-15,4 0-73 0,-1 3-45 0,-7 5-57 16,19-6-19-16,-19 6-239 0,23 4-72 0,-9 0 0 15,1 4 0-15,4 2 0 0,-2 2 0 0,1 4 0 16,5 0 0-16,4 6 0 0,-1-1 0 0,-3-1 0 16,-1-1 0-16,-1 1 0 0,-3-2 0 0,-2-2 0 15,-3 0 0-15,0-2 0 0,-1 0 0 0,-4-2 0 16,-1 0 0-16,0-3 0 0,-2 0 0 0,-5-9 0 0,4 14 0 16,-4-14 0-16,0 0 0 0,-4 13 0 15,4-13 0-15,0 0 0 0,-16 0 0 0,16 0 0 0,-13-7 0 16,6 3 0-16,-1-3 0 0,0 0 0 0,3 0 0 15,-1-2 0-15,1 0 0 0,0-2 0 0,1 2 0 16,2-2 0-16,2 0 0 0,0 0 0 0,2 0 0 16,0 0 0-16,2 3 0 0,4-4 0 0,0 1 0 15,-1 3 0-15,7-3 0 0,-3 4 0 0,4 0 0 16,3-2 0-16,3 1 0 0,-1 1 0 0,3 1 0 16,1 0 0-16,3 0 0 0,-2 1 0 0,7-1 0 0,-1-2 0 15,3 2 0-15,-3-1 0 0,1 0 0 0,-1-1 0 16,-2-2 0-16,0 2 0 0,-3-3 0 15,-5 2 0-15,0-2 0 0,-1 0 0 0,-3-1 0 0,-2 1 0 16,0 0 0-16,-4 0 0 0,-1 0 0 0,-2-1 0 16,-1 4 0-16,-3 0 0 0,2-1 0 0,-6 9 0 15,2-14 0-15,-2 14 0 0,-6-12 0 0,6 12 0 16,-10-7 0-16,10 7 0 0,-14-3 0 0,14 3 0 0,-20 3 0 16,11 0 0-16,-3 2 0 0,2 4 0 15,0-1 0-15,-1 4 0 0,2 1 0 0,3 1 0 16,-1 1 0-16,2 1 0 0,1 2 0 0,1 0 0 0,1 1 0 15,2-1 0-15,2 0 0 0,1 0 0 0,1 2 0 16,6 0 0-16,0-1 0 0,5 1 0 0,4 1 0 16,4-3 0-16,6 2 0 0,2-2 0 0,3-2 0 15,4-2 0-15,0-1 0 0,5-2 0 0,0 0 0 16,2-4 0-16,-1 0 0 0,2-2 0 0,-8-2 0 16,2-1 0-16,-2-1 0 0,2-2 0 0,-4-1 0 15,0 0 0-15,-6 0 0 0,-3-2 0 0,0 3 0 0,-2-2 0 16,-4 1 0-16,-2 0 0 0,-2-1 0 0,-1 1 0 15,-4 1 0-15,2 0 0 0,-14 1 0 0,19-4 0 16,-19 4 0-16,12 0 0 0,-12 0 0 0,0 0 0 16,0 0 0-16,0 0-446 0,0 0-412 0,-18 4-77 15,6-3-157-15,-6 0-449 0,1 0-1177 0</inkml:trace>
  <inkml:trace contextRef="#ctx0" brushRef="#br0" timeOffset="9887.444">1600 2720 30 0,'0'0'488'15,"0"0"-92"-15,-11 4-69 0,11-4 14 0,0 0-19 16,-6 7 13-16,6-7-35 0,0 0 27 0,0 0-15 16,10 10 5-16,-10-10-9 0,20 5-8 0,0-2-19 15,6-1-25-15,10 1-11 0,5-1-67 0,16-1 52 16,8-1-69-16,20 0 39 0,6-3-76 0,9 1 37 15,9-1-55-15,27-2 39 0,9 1-60 0,6-1 31 16,6 0-52-16,6 1 31 0,8-1-56 0,1 3 29 16,4-2-44-16,2 2 30 0,2 3-46 0,0-1 37 15,-3 2-46-15,0 1 3 0,-1-1 37 0,-3 1-42 16,-2 0 33-16,-7-1-39 0,-6 1 7 0,-6-1 0 16,-7 1-2-16,-7-2-2 0,-29-1 10 0,-5 0-5 0,-5-2 3 15,-7-1-1-15,-7 2 1 0,-6-4 0 16,-17 2-1-16,-4 0 8 0,-6-1-5 0,-4 0-3 15,-9-1 1-15,-4 1 2 0,-8 1-2 0,0-2 0 16,-4 3 13-16,-4-3-13 0,-2 2 0 0,-2-1-2 0,-2 1 1 16,-3 1-4-16,2-1-5 0,-12 3-18 0,16-5-55 15,-16 5-57-15,14-4-80 0,-14 4-47 0,13-3-162 16,-13 3-49-16,12-4-68 0,-12 4-107 0,13-1-630 16,-13 1-887-16</inkml:trace>
  <inkml:trace contextRef="#ctx0" brushRef="#br0" timeOffset="10604.6019">8365 2646 476 0,'-28'-2'368'0,"-1"-1"-17"16,1 0-8-16,0 0-24 0,0 0 60 0,1 0-28 15,3 0-20-15,4 1-46 0,1-1 66 0,3 1-92 16,1-1 46-16,4 1-106 0,-1 1 34 0,12 1-98 15,-16-5 61-15,16 5-80 0,0 0 63 0,0 0-59 16,0 0 7-16,12-10-11 0,6 8-9 0,7 0 44 16,10-1-61-16,6 0 3 0,16 0 4 0,16 0 59 15,12 0-39-15,9 1 29 0,8 2-37 0,10 2-17 0,30 2 6 16,7 2-18-16,8 1-1 0,7-2-2 16,6 5-10-16,8 0-5 0,7 1-15 0,4 2-10 15,5-1-4-15,5 1 0 0,4 1-5 0,1 0-7 16,-3-2-23-16,-4 1 22 0,-4-2-4 0,-5 0-2 0,-11-4-29 15,-4 1 30-15,-10-4-29 0,-7-2 35 0,-6-1-9 16,-10-2-4-16,-10-2-2 0,-25-1-3 0,-3-3 3 16,-8 0-3-16,-6 0-17 0,-2-3 22 0,-4 2-1 15,-3-2-3-15,-5 1 0 0,-5-1-1 0,-4 1 0 16,-9 1 1-16,-4 1 1 0,0-3-7 0,-5 4-1 16,-2 1 1-16,-7 0-2 0,-4 1 0 0,1 0-7 15,-7 2 0-15,-3-1-6 0,2 1-18 0,-8 0-21 16,2 1-21-16,-3-1-16 0,-3 1-10 0,-2 0-13 15,1-1-11-15,-1 2-10 0,-13 0-27 0,19-1-34 16,-19 1-58-16,15-2-15 0,-15 2-133 0,14-1-40 16,-14 1-44-16,0 0-113 0,11-2-85 0,-11 2-304 15,0 0-585-15</inkml:trace>
  <inkml:trace contextRef="#ctx0" brushRef="#br0" timeOffset="32228.2008">5309 5263 437 0,'-13'1'534'0,"13"-1"-87"16,-23 0-22-16,23 0-12 0,-18 0-53 0,18 0-34 15,-19-3-39-15,19 3-19 0,-17-1-25 0,17 1-18 16,-14-1-28-16,14 1-23 0,-12-3-35 0,12 3-18 15,0 0-16-15,-14-2-7 0,14 2-14 0,0 0-7 16,0 0-5-16,0 0 12 0,0 0 11 0,0 0 0 16,0 0-4-16,12-4 6 0,0 3-30 0,6 0 23 15,3 1-15-15,8-1-10 0,7 0-9 0,5-2-10 16,10 1-10-16,3-1-35 0,4 1 31 0,1 0-37 0,2-2 27 16,2 2-27-16,10-3 22 0,-10 4-4 0,-2-3-17 15,-2 3-2-15,-3-1-57 0,-4 0-23 16,-11 0-20-16,-4 1-11 0,-7 1-25 0,-3 0-24 15,-5-1-13-15,-3 2-28 0,-5-1-30 0,-14 0-38 0,20 1-22 16,-20-1-14-16,0 0-40 0,0 0 3 0,0 0-29 16,0 0-19-16,-12 9-347 0,12-9-249 15</inkml:trace>
  <inkml:trace contextRef="#ctx0" brushRef="#br0" timeOffset="32501.1543">5996 5228 138 0,'-19'-4'609'0,"19"4"-97"0,-14-3-50 15,14 3 16-15,-14-4-20 0,14 4-28 0,-13-6-20 16,13 6-15-16,-11-2-21 0,11 2-54 0,-9-5-19 16,9 5-77-16,0 0-29 0,-10-4-34 0,10 4 29 15,0 0-35-15,0 0 43 0,-7 6-54 0,7-6 29 16,4 10-35-16,-4-10 14 0,7 18-46 0,-2-5 22 16,1 0-53-16,2 6 30 0,-1-1-5 0,2 1-25 15,-2 0-4-15,2 2-22 0,-2 0-10 0,2-1-7 16,-1 0-7-16,2 1-3 0,-2-2-8 0,0 1 7 15,0-1-14-15,1-1 4 0,-1 0-1 0,1-2-8 16,1 1-18-16,-3-4-54 0,-1-1-25 0,1 0-56 0,-2-3-41 16,0 1-46-16,0-3-30 0,-5-7-23 0,8 14-16 15,-8-14-48-15,7 11-51 0,-7-11-75 16,0 0-51-16,0 0-132 0,0 0-411 0,0 0-692 0</inkml:trace>
  <inkml:trace contextRef="#ctx0" brushRef="#br0" timeOffset="33162.474">6225 5439 338 0,'5'-10'956'15,"-5"10"-181"-15,8-14-60 0,-8 14-12 0,4-12 33 16,-4 12-110-16,4-11-34 0,-4 11-133 0,0 0-27 16,4-10-147-16,-4 10 21 0,0 0-98 0,0 0 70 15,0 0-117-15,11 4 71 0,-11-4-110 0,8 15 53 16,-4-7-114-16,1 3-30 0,0 3-31 0,1-1 0 15,-1 1 0-15,2 3 0 0,0-2 0 0,-1 3 0 16,1 0 0-16,0 0 0 0,0-2 0 0,-1 0 0 16,0-1 0-16,1 0 0 0,0-1 0 0,-1-1 0 15,-1 0 0-15,1-1 0 0,-1-2 0 0,-1-2 0 16,1 1-34-16,-5-9-18 0,6 12 8 0,-6-12-17 16,7 7-20-16,-7-7-3 0,0 0 2 0,0 0-8 0,13-3 2 15,-13 3-2-15,10-12-1 0,-10 12-5 0,9-18 2 16,-5 8 11-16,1 0 17 0,-1 1 12 15,1-1 10-15,-1 3 9 0,-4 7 9 0,7-17 3 16,-7 17 2-16,6-12 0 0,-6 12 5 0,6-8 2 0,-6 8 3 16,8-6 6-16,-8 6 0 0,0 0 2 0,13 0 5 15,-13 0 4-15,11 4 3 0,-11-4 1 0,14 8 1 16,-14-8-3-16,17 9 1 0,-6-5 1 0,2 2 2 16,1 0 3-16,1-2-1 0,2 1-4 0,-1-1 0 15,3 0-1-15,-1-1 6 0,1 0-15 0,1-1 0 16,0-1 3-16,-1 1-4 0,1-2-7 0,-1 0-1 15,0-1-1-15,-3 0 1 0,2-2-1 0,-2-1 8 16,0-1-5-16,-2 0 2 0,-1-3 1 0,-1 0 2 16,0-2-1-16,-1-1 2 0,-2-2 2 0,1 1 0 0,-3-1 10 15,-1-1 18-15,-1 2 4 0,-1-1 3 0,-3 1 6 16,1 2-6-16,-2 10-33 0,0-21 47 16,0 21-44-16,-3-15 37 0,3 15-43 0,-5-12 35 15,5 12-31-15,-10-6 23 0,10 6-18 0,-14 1 54 0,14-1-47 16,-17 7 43-16,9 0-36 0,0 0 43 15,1 2-9-15,1 0-1 0,1 1 7 0,1 1-54 16,1 1 69-16,1-2-72 0,3 1 71 0,0 1-61 0,4-2 83 16,0 0-85-16,2 1 64 0,2-3-85 0,4 1 73 15,1-1-85-15,5-1 73 0,2-2-104 0,3 0-15 16,2-1-61-16,1 0-84 0,0-2-93 0,2 0-85 16,-1-2-58-16,1 0-113 0,-1 0-119 0,-1-1-155 15,-1-1-579-15,-1 0-1016 0</inkml:trace>
  <inkml:trace contextRef="#ctx0" brushRef="#br0" timeOffset="33779.4186">7940 5216 607 0,'-9'-13'851'0,"-1"1"-194"0,1-1-101 16,0-1 2-16,0 2 60 0,1-2-39 0,0-1-55 16,0 2-45-16,0-1 3 0,1 0-16 0,2 2-28 15,-2 1-116-15,1 0 21 0,2 3-122 0,4 8 16 16,-6-14-114-16,6 14 7 0,0 0-130 0,0 0 0 16,0 0 0-16,0 0 0 0,7 15 0 0,1-3 0 15,1 5 0-15,1 3 0 0,3 5 0 0,2 1 0 16,2 6 0-16,0 1 0 0,2 1 0 0,2-1 0 15,-1 1 0-15,3-1 0 0,3-1 0 0,0-1 0 0,3-3 0 16,0 0 0-16,2-2 0 0,-2-2 0 16,1-2 0-16,0-3 0 0,-4-3 0 0,-1-4 0 15,-3-1 0-15,-2-3 0 0,0-1 0 0,-3-1 0 0,-2-3 0 16,-1-2 0-16,-2-2 0 0,0-2 0 0,1-3 0 16,-3-3 0-16,-2-2 0 0,1-4 0 15,-3-4 0-15,-2-2 0 0,0-4 0 0,-2-1 0 0,0 1 0 16,-2-5 0-16,0 2 0 0,-1 0 0 0,-1 0 0 15,-1 3 0-15,1 1 0 0,-1 1 0 0,0 5 0 16,0 1 0-16,1 1 0 0,0 3 0 0,1 2 0 16,-2 1 0-16,3 10 0 0,-5-14 0 0,5 14 0 15,0 0 0-15,0 0 0 0,0 0-417 0,0 0-68 16,0 0-32-16,-3 13-59 0,3-13-69 0,11 17-67 0,-2-6-165 16,2 0-374-16,6 0-859 0</inkml:trace>
  <inkml:trace contextRef="#ctx0" brushRef="#br0" timeOffset="34381.0515">8974 5336 663 0,'10'-6'786'0,"-2"0"-112"0,-8 6-11 15,12-13-15-15,-12 13-67 0,9-13-33 0,-9 13-121 16,3-14-32-16,-3 14-102 0,-1-15-4 0,1 15-86 0,-5-12-19 16,5 12-27-16,-12-10-34 0,12 10-21 0,-16-7-12 15,16 7-66-15,-21-1 30 0,10 3-46 16,0 1 34-16,0 1-42 0,0 3 33 0,0 1-42 0,3 1 35 15,0 0-38-15,1 2 37 0,3 1-40 16,2-1 37-16,1 1-1 0,2 0-6 0,4 2-3 0,2 0 0 16,4 0 2-16,1 2-7 0,5-3-1 0,5 2 8 15,0 1-11-15,3-2 1 0,0-1 0 0,1 1-1 16,0-1-2-16,-1-1-2 0,0 0 2 0,-4-2 1 16,0 0-1-16,-3 0-2 0,1 0 5 0,-3-1-6 15,-2-1-8-15,-2 0 9 0,-1-1 3 0,-4 0 1 16,-2 0 1-16,-5-7 0 0,6 12 0 0,-6-12 3 15,-4 11-39-15,4-11 43 0,-15 10-4 0,3-6 2 16,-3 1-3-16,-4-2-4 0,-1 0 1 0,0 0-2 16,-1 0 0-16,0-3-2 0,1 1 0 0,1-1-12 15,5-1-17-15,-1-1-30 0,3-1-35 0,1-1-21 16,11 4-17-16,-12-10 9 0,12 10 20 0,0-12 9 0,0 12 0 16,11-17 23-16,-1 8-16 0,5-5 6 0,2 2-5 15,1 0 9-15,5-2 8 0,2-1 9 16,1 1 13-16,2-1 8 0,0 1 6 0,0 0 11 15,0 0 6-15,0 1-1 0,-1-2 13 0,-1 2 18 0,-1 0 18 16,-2 0 0-16,-5 2 54 0,-1-1-18 16,-2 2 34-16,-2-1-38 0,-2 1 37 0,-3 1-42 0,-1-2 29 15,-2 2-54-15,-5 9 28 0,3-17-39 0,-3 17 44 16,-4-13-25-16,4 13 34 0,-12-9-37 0,12 9 62 16,-17-4-31-16,17 4 31 0,-18 0-39 0,18 0 27 15,-17 7 17-15,8-3 1 0,1 3 66 0,1-1-67 16,1 3 55-16,0 0-74 0,3 1 85 0,1 1-92 15,1 1-3-15,0-1-21 0,3 1 56 0,0 1-111 16,1 0 0-16,4 1 0 0,-2-1 0 0,3 0 0 16,1 0 0-16,1-1 0 0,1 0 0 0,0-3-39 15,4 2-220-15,0 0-125 0,3-1-118 0,-1-2-126 16,2 0-140-16,1-1-202 0,0-1-503 0,-1-1-1094 16</inkml:trace>
  <inkml:trace contextRef="#ctx0" brushRef="#br0" timeOffset="34779.9307">9923 5436 123 0,'-4'-8'1002'15,"0"-1"-236"-15,0 0-52 0,0 1-28 0,4 8 30 16,-7-17-84-16,7 17-19 0,-5-15-96 0,5 15-58 0,-4-11-88 16,4 11-67-16,0 0-41 0,0-11-5 0,0 11 0 15,0 0-12-15,0 0-16 0,18 0-197 0,-10 5-33 16,1 1 0-16,4 1 0 0,-2 1 0 0,1 3 0 15,3 2 0-15,-1 0 0 0,1 1 0 0,-1 2 0 16,1 0 0-16,-1 1 0 0,-1 0 0 0,-1 1 0 16,-2 1 0-16,1-4 0 0,-3 1 0 0,-2-2 0 15,-1-1 0-15,1-1 0 0,-4 0 0 0,-2-12 0 16,2 18 0-16,-2-18 0 0,-2 14 0 0,2-14 0 16,-6 11 0-16,6-11 0 0,-9 6 0 0,9-6 0 15,0 0 0-15,-20-3 0 0,11 0 0 0,1-3 0 16,1-1 0-16,-2-3 0 0,3-2 0 0,1 0 0 15,2-3 0-15,2-2 0 0,1 0 0 0,2 1 0 16,2-2 0-16,1 1 0 0,2-1 0 0,1 1 0 16,0 0 0-16,3 1 0 0,1 1 0 0,0 1 0 0,2 1 0 15,-1 1 0-15,1 2 0 0,0 2 0 16,1 1 0-16,-1-1 0 0,1 3-84 0,1 0-526 0,-2 0-119 16,-1 5-70-16,0-2-204 0,-1 2-570 0,-12 0-1219 15</inkml:trace>
  <inkml:trace contextRef="#ctx0" brushRef="#br0" timeOffset="35681.2453">10969 5266 304 0,'0'0'559'0,"0"-13"-86"0,0 13-52 16,0 0-6-16,-5-11-41 0,5 11-34 0,-5-7-34 0,5 7-35 15,-7-7-22-15,7 7-36 0,-10-8-28 0,10 8-19 16,-9-6-20-16,9 6-13 0,-12-3-1 16,12 3-13-16,-16-1-6 0,16 1-3 0,-20 0-8 15,9 1-16-15,0 3 2 0,-2-2-2 0,-1 4 17 0,0 0-25 16,0 0 24-16,1 1-20 0,-2 2 19 15,3-1-35-15,-1 0 31 0,2 1-51 0,-1 0 34 0,3 0-49 16,2 1 47-16,1-3-16 0,2 4 44 0,4-11-15 16,-2 16-10-16,2-16-5 0,6 18-6 0,0-9-13 15,3 0-8-15,3 2-4 0,0-3-11 0,2 2-6 16,3-2 0-16,2 1-2 0,4 2-34 0,-2-3 44 16,0 1-30-16,-1-2 40 0,3 1-30 0,-1 0 54 15,1-1-39-15,-1-1 37 0,-1 2-47 0,0-2 40 16,-4-1-6-16,0 1-43 0,-3-1 49 0,1 1-56 15,-2-1 42-15,-2 0-50 0,0 0 48 0,-3 0-53 16,0 1 49-16,-8-6-52 0,14 10 59 0,-14-10-62 16,6 10 49-16,-6-10-55 0,0 0 53 0,-3 15-55 15,3-15 62-15,-12 11-66 0,2-5 57 0,-1 0-58 0,-3 0 36 16,0-1-94-16,-3 1-9 0,0-2-48 16,-2 1-50-16,-3 0-62 0,0 1-44 0,-1-2-43 0,2-2-36 15,0 0-50-15,-1-1-28 0,-1 0-33 0,1-2-44 16,-3-1-121-16,1-1-391 0,0-1-659 0</inkml:trace>
  <inkml:trace contextRef="#ctx0" brushRef="#br0" timeOffset="40652.2279">4214 7004 4 0,'5'-10'668'0,"-5"10"-158"0,1-10-111 0,-1 10 16 0,-2-12-22 16,2 12-55-16,-6-13-33 0,1 4-13 0,-2 1-43 16,1 2-41-16,-1 0-14 0,0-1-12 0,-3 1-29 15,2 2-27-15,-2 0-23 0,1-1-20 0,-2 2-16 16,0 0-16-16,11 3-5 0,-24 0-13 0,24 0-7 16,-24 3-5-16,13 0-5 0,-3 3-1 0,2-1 1 0,1 2-9 15,0 0 3-15,2-1-6 0,2 1 6 16,1 3-9-16,0-2 6 0,2 1-12 0,4-9 7 0,-3 19-5 15,5-8 7-15,3 0-2 0,3 1 7 0,3 1-6 16,5 1 3-16,4 0-11 0,4 1 12 16,3 0-8-16,6 3 11 0,2-1-12 0,2-2 9 15,0 1-11-15,0-1 15 0,-2-1-12 0,-5-2 5 0,-2 1-7 16,-1-2 7-16,-6 0-7 0,-1-3 9 0,-3 2-12 16,-2-3 16-16,-4 0-3 0,-1 1 12 0,-4-2 22 15,-6-6-1-15,3 13-3 0,-3-13 3 0,-10 14 5 16,-1-8 6-16,-4 2-10 0,-5 1-2 0,-4-1-3 15,-5 2-11-15,-3-2 4 0,-1 1-11 0,-2-1-10 16,0 0 5-16,0-2-3 0,0 0-1 0,1 0-5 16,1-1 4-16,5-3-3 0,2 2-4 0,4-2 1 15,3 0-2-15,4-1-17 0,2-1-41 0,0-1-51 16,13 1-48-16,-16-4-48 0,16 4-42 0,0 0-39 16,-6-7-69-16,6 7-4 0,9-7-79 0,0 2-79 15,1 1-359-15,5-1-431 0</inkml:trace>
  <inkml:trace contextRef="#ctx0" brushRef="#br0" timeOffset="42125.1127">4602 7109 503 0,'5'-15'742'0,"-2"2"-153"0,-1-1-39 0,0 2-35 15,0-1 4-15,-1 1-65 0,0-1-59 0,-1 13-74 16,0-21-4-16,0 21-73 0,1-18-6 0,-1 18-42 15,0-15-51-15,0 15-30 0,0 0-22 0,4-11-13 16,-4 11-11-16,0 0 26 0,8 5-2 0,-8-5 11 16,11 15-17-16,-4-3-15 0,-1 0-11 0,1 2-15 15,2 4-7-15,-2 1-4 0,2-1-7 0,-2 2-6 16,1 2-6-16,-1-1 0 0,0 2-6 0,-1-2-2 16,2 1 0-16,-2-2-2 0,0 2-2 0,-1-3 1 15,0-2 1-15,-1-1-7 0,1 0-6 0,-2-1-12 16,1-2-7-16,-2-2-5 0,0-1-8 0,-2-10-32 15,5 18 49-15,-5-18-1 0,3 12 23 0,-3-12-85 16,0 0 34-16,0 0 13 0,0 0-7 0,0 0 14 0,0 0-10 16,0 0-3-16,11-9-4 0,-11 9 9 0,3-14 4 15,-3 14 4-15,5-13 9 0,-5 13-2 16,5-13 10-16,-5 13 3 0,5-10 0 0,-5 10 1 16,4-10 3-16,-4 10-3 0,0 0 0 0,10-7 3 0,-10 7 0 15,0 0-1-15,11 1 6 0,-11-1 6 0,10 5-8 16,-10-5 0-16,12 6 4 0,-12-6-3 0,13 9 3 15,-6-3-2-15,3-1-17 0,-2 2 23 0,3 0-18 16,0-2 24-16,-1 0-22 0,2 0 23 0,2 1-32 16,-1-1 31-16,0-2-44 0,2 1-7 0,2-2-19 15,-1 0-3-15,1-1 4 0,-1-1 10 0,0 0 1 16,1-1 6-16,1-1 3 0,-2 0 3 0,0-2 8 16,-3 0 4-16,0-2 2 0,-1 0 9 0,-1-3 1 15,-2 1 2-15,-2 0 3 0,-2-1 1 0,-1-1 1 16,1-1-2-16,-5 11 13 0,2-20 10 0,-2 20 4 15,-2-21 13-15,-2 12 14 0,1-1-4 0,3 10-3 16,-8-15 23-16,8 15-16 0,-10-14 0 0,10 14 1 16,-12-8 18-16,12 8-9 0,-13-3 14 0,13 3-16 15,-14 3 36-15,14-3-10 0,-14 8-9 0,14-8-6 16,-10 14-2-16,3-7 11 0,7-7-14 0,-6 18-10 16,6-18-7-16,-2 19-4 0,4-8 5 0,0-2-5 0,2 2-6 15,2-2-6-15,2 2-6 0,1-1-1 0,3-2-35 16,0 1 32-16,1-1-32 0,3-2 32 15,0 0-36-15,2-1 37 0,1 0-5 0,0-2 4 16,1-2-11-16,3-1-6 0,-2 2-12 0,0-4-18 0,2 2-1 16,-4-2 4-16,1 0 5 0,-1-3 4 0,-2 0 0 15,0-1 5-15,-3-1 2 0,2-5 2 0,-3 0 1 16,0-2 8-16,-3-3-7 0,0-2 0 0,-2-2 2 16,0-2 0-16,-2-6 2 0,-2-1 0 0,-1 1 0 15,-1-4 2-15,-2 3-37 0,-2-3 59 0,0 1-20 16,-1 1 43-16,-1 5-7 0,0 0 52 0,0 3-34 15,-2 2 54-15,2 1-14 0,-1 3-6 0,1 3-16 16,0 1-15-16,1 3-13 0,3 10-42 0,-9-14 33 16,9 14-50-16,0 0 43 0,-12-3-41 0,12 3 47 15,-8 12-50-15,4-3 43 0,0 4-40 0,0 3 63 16,2 2 0-16,1 5-9 0,0 2-8 0,2 1-5 16,1 1 1-16,0 4-12 0,2 3-7 0,0-3 4 15,0 2-5-15,1-1-46 0,1 0 55 0,1-4-47 0,1 1 46 16,0-1-50-16,1-2 51 0,2-1-43 15,0 0 52-15,-1-5-54 0,2-1 7 0,0-2 4 16,1-2 4-16,2 0 10 0,0-5-6 0,2 0 3 0,0-3 3 16,-1-2 0-16,2-2-1 0,1 0 1 0,0-6 51 15,0 0-61-15,2-2 54 0,1-3-60 0,-2-4 48 16,1-4-57-16,0-2 56 0,-1-3-56 0,-3-3 58 16,-1-2-14-16,-4-1 0 0,3-7-8 0,-3-1-52 15,-4 6 56-15,-1 0-49 0,-1 0 53 0,-3 5-51 16,-1 6 56-16,0-3-54 0,-2 3 53 0,0 3-49 15,0 1 52-15,0 1-53 0,0 2 54 0,0 11-59 16,-2-16 51-16,2 16-48 0,0 0 57 0,-7-7-56 16,7 7 53-16,-8 7-50 0,8-7 49 0,-6 15-51 15,4-5 53-15,1 2-5 0,1 0 4 0,1 2-57 16,-1 2 51-16,3 0-2 0,0 2-3 0,0 0 3 16,4 1-56-16,-2-4 56 0,5 6-49 0,-2-4 50 15,1 0-47-15,1 0 55 0,0-2-53 0,3 0 56 0,-2-1-57 16,0-3 60-16,3 0-60 0,-2-2 54 15,2-1-53-15,0 0 58 0,2-2-59 0,-1-2 56 16,2-1-53-16,-3-1 49 0,1 0-51 0,-1-2 55 16,1-2-51-16,-2 0 52 0,-1-2-55 0,1 0 58 0,-1-3-57 15,0 1 51-15,-4-1 3 0,-1 0-11 0,-1-2-2 16,-1 0-8-16,0 2 0 0,-5 7-4 0,5-19-2 16,-5 19 3-16,1-15-4 0,-1 15-3 0,-1-13 4 15,1 13-4-15,-4-11-3 0,4 11 0 0,-5-8 1 16,5 8-3-16,0 0 1 0,0 0 0 0,0 0 0 15,0 0 1-15,0 0 4 0,-10 3-2 16,10-3 5-16,3 9-2 0,-3-9-5 0,7 14-1 0,-1-7 7 16,1 1-7-16,2 1 5 0,0 0-47 0,3 1 63 15,-1 0-55-15,4 2 50 0,0-1-42 0,2 0 50 16,0 1-49-16,0-1 48 0,0 0-45 0,1-1 51 16,-2 1-53-16,0 0 56 0,-3-2-54 0,1 0 52 15,-1-2-52-15,-2 2 3 0,-1-1 5 0,-1-3 3 16,-1 4-1-16,-1-4 3 0,-7-5 4 0,9 11 4 15,-9-11-1-15,0 0 1 0,2 14-1 0,-2-14 3 16,-5 7-3-16,5-7-25 0,-15 3 5 0,15-3-96 16,-20 2 3-16,20-2-91 0,-24 0-42 0,12-2-58 0,0 0-99 15,12 2-91-15,-18-5-55 0,18 5-153 0,-13-10-645 16,13 10-957-16</inkml:trace>
  <inkml:trace contextRef="#ctx0" brushRef="#br0" timeOffset="43090.8624">7967 7311 163 0,'-2'-9'716'0,"-3"-1"-170"16,0 0-71-16,-1 2 30 0,-1-5-36 16,-1 5-18-16,-3-3-58 0,0 1-36 0,-1 2-47 0,-2-2-8 15,-1 2-35-15,-1 1-44 0,0 3 13 16,-3 0-10-16,0 1-17 0,0 3-21 0,-1 0-7 0,1 4-35 15,0 1-9-15,-1 1 3 0,2 4-46 0,0-1 32 16,2 4-60-16,1-1 43 0,4 2-43 0,0-1 22 16,3 1-51-16,3-2 30 0,0 2-50 0,3 1 43 15,1-2-54-15,2-1-2 0,2 3 1 0,0-3 2 16,4 1-4-16,1-1-3 0,3-1 1 0,0-1-16 16,1-1-28-16,2 1-28 0,-1-3-14 0,1 0 25 15,0-1-44-15,0-3 37 0,-3 2-32 0,0-3 51 16,-11-2-22-16,22 2 49 0,-22-2-27 0,18-4 39 15,-9-2-28-15,-2 1 37 0,-1-4-33 0,1 1 45 16,-3-4 1-16,0 0 8 0,-2-3 4 0,1 0 5 16,-3 3 27-16,2-1 11 0,-2-1 4 0,0 2 6 15,-1 0 12-15,1 12 5 0,-2-20-1 0,2 20-6 16,-2-17-8-16,2 17-61 0,-1-14 36 0,1 14-9 0,0 0-16 16,0 0-5-16,0 0 2 0,0 0-50 15,0 0 56-15,0 0-48 0,0 0 60 0,10 5-56 16,-10-5 48-16,10 16-53 0,-5-8 51 0,2 1-54 0,1 2 51 15,-1-2-51-15,3 4 48 0,-1-4-50 0,0 2 48 16,1 1-49-16,0-2 52 0,0 1-58 0,1-3 49 16,-2 1-64-16,2 0 25 0,0-3-56 15,-1 1 27-15,-1-2-35 0,-9-5 44 0,18 7-26 0,-18-7 45 16,17 4-26-16,-17-4 38 0,16-4-36 0,-16 4 41 16,15-9-32-16,-7 3 44 0,-1-3-39 0,-1-1 39 15,0-2-1-15,1 0 3 0,-1 2-8 0,-1-1 0 16,-1 0 1-16,1 2 1 0,-2 1-4 0,-3 8 10 15,9-17 5-15,-9 17 6 0,5-12-10 0,-5 12-5 16,6-10-3-16,-6 10-2 0,0 0-1 0,9-7-1 16,-9 7 6-16,0 0-7 0,14 4-1 0,-14-4 3 15,9 7 1-15,-9-7-38 0,9 11 41 0,-3-4-37 16,0 0 43-16,-1 3-37 0,1-3 42 0,-1 3-38 16,1-1 38-16,1-2-37 0,-1 2 39 0,0 0-38 15,-1-2 37-15,0-1-36 0,-5-6 42 0,11 12-39 16,-11-12 42-16,7 10-44 0,-7-10 40 0,9 4-38 15,-9-4 40-15,0 0-40 0,14 0 41 0,-14 0-43 16,9-5 39-16,-9 5-38 0,7-14 33 0,-2 6-32 16,-1-1 34-16,1-1-36 0,-2 0 41 0,1-1-44 15,-1 2 37-15,0-1-26 0,0 1 30 0,1 0-42 0,-4 9 42 16,6-13-42-16,-6 13 41 0,7-10-42 0,-7 10 43 16,9-5-40-16,-9 5 41 0,0 0-39 15,20 2 38-15,-20-2-36 0,16 8 41 0,-7-2-44 0,3 2 39 16,1 0-39-16,1 2 42 0,2 0-45 0,3 1-4 15,0 0-110-15,1-1-74 0,3 2-104 0,-1-3-94 16,-1 1-98-16,1-1-79 0,-1-2-139 0,-2 0-692 16,0-2-1019-16</inkml:trace>
  <inkml:trace contextRef="#ctx0" brushRef="#br0" timeOffset="43550.0944">8849 7035 426 0,'-4'-34'847'0,"-1"2"-168"0,0 1-15 16,1 0 39-16,0 2-58 0,-1 5-17 0,2 4-37 0,0 1-72 16,1 2-16-16,-1 4-167 0,1 1-11 15,2 12-131-15,-1-14 27 0,1 14-36 0,0 0-4 16,0 0 42-16,16 8-28 0,-8 4-69 0,3 5-126 0,3 6 0 16,-2 3 0-16,3 7 0 0,1 4 0 0,-1 0 0 15,1 2 0-15,-2-2 0 0,1 2 0 0,-2 1 0 16,2-2 0-16,-3 1 0 0,1-5 0 15,-4-2 0-15,0-3 0 0,1-1 0 0,-3 1 0 0,-1-8 0 16,0 0 0-16,-2-4 0 0,1-1 0 0,-1-2 0 16,-1 0 0-16,1-4 0 0,-2 1 0 0,-2-11 0 15,5 15 0-15,-5-15 0 0,4 10 0 0,-4-10 0 16,0 0 0-16,0 0 0 0,0 0 0 0,0 0 0 16,0 0 0-16,-3-18 0 0,3 18 0 0,-7-18 0 15,2 8 0-15,-2 0 0 0,-1-2 0 0,-1 2 0 16,-2 0 0-16,-2 1 0 0,-1 2 0 0,-1 1 0 15,-2 0 0-15,-1 3 0 0,-2 2 0 0,1 1 0 16,-1 2 0-16,-1 2 0 0,1 3 0 0,0-2 0 0,3 3 0 16,1 1 0-16,3-2 0 0,2 3 0 15,1 1 0-15,3-1 0 0,3-1 0 0,4-9 0 16,-2 16 0-16,2-16 0 0,10 18 0 0,1-11 0 0,4 0 0 16,6-1 0-16,3-1 0 0,3-1 0 0,1-1-206 15,2-1-338-15,1-2-146 0,0 0-146 0,-2-4-1029 16,0 1-1584-16</inkml:trace>
  <inkml:trace contextRef="#ctx0" brushRef="#br0" timeOffset="45091.1012">10049 6873 305 0,'8'-12'652'0,"-4"0"-161"0,-1 1-39 16,0 2-14-16,-1-3-28 0,-2 12-15 0,0-20-64 15,0 20-1-15,-4-19-35 0,4 19-32 0,-7-17-33 16,7 17-26-16,-13-11-43 0,13 11-2 0,-14-2-31 15,14 2 28-15,-23 9-30 0,10 0 39 0,-3 6-47 16,-2 5 21-16,2 2-58 0,-3 8 30 0,4 3-22 16,0 3-9-16,4 1-18 0,3-5-12 0,3 1-9 15,2 0-7-15,2 2-4 0,5 1-33 0,2-4 32 16,3 7-43-16,4-5 42 0,4 0-40 0,3-2 21 16,1-2-19-16,4-3 6 0,3-2 0 0,1-2-2 15,1-3 7-15,-2-5-3 0,0-2-1 0,0-4 3 16,-4-1 4-16,0-2-4 0,0-3 2 0,-3 0 33 0,-2-3-41 15,1-3 36-15,-1-3-35 0,-1 0 30 16,0-6-41-16,-1 0 39 0,-1-2-5 0,0-5 1 0,0-2-12 16,-2 1 1-16,0-1-2 0,-3 2-2 15,1 0 0-15,-2 1-1 0,0 1-2 0,0 1-1 0,-1 2-1 16,-1 2 3-16,0 2-11 0,2 1 2 0,-1 5 1 16,0-2 1-16,-9 6 0 0,20 0 1 15,-20 0 2-15,20 6 0 0,-10 1 3 0,0 1 1 0,1 0-1 16,-2 2-2-16,0 1 1 0,-2 1-35 0,0 1 45 15,-1-1-37-15,-2 2 44 0,-1-1-42 0,-1-1 45 16,-1 1-43-16,-1-1 44 0,-2 0-39 0,0 0 36 16,-1-2-36-16,-1 2 41 0,-1-2-42 0,-2-1 40 15,1 0-37-15,-1-2 37 0,-1 0-40 0,-2-2 40 16,1-2-36-16,9-3 32 0,-19 3-37 0,19-3 37 16,-19-4-39-16,10-1 33 0,-2-4-42 0,2 1 25 15,1-3-40-15,-1-2 46 0,4 0-2 0,1-1-4 16,1-1-1-16,3 3 1 0,0-3 0 0,3-2 2 15,1 3-5-15,2-3 9 0,4 1-5 0,0-1 2 0,1 0-1 16,3 5-1-16,0-3 3 0,2 5-3 16,0-1 8-16,3 3-3 0,-1 3 8 0,-1 2-24 15,3 0 54-15,-1 1 4 0,1 5-27 0,1-1 46 0,1 4-47 16,-1 0 44-16,0-1-39 0,-1 5 31 0,0-3-43 16,-2 3 35-16,-1-2-42 0,0 4 34 0,-2-2-40 15,0 0 36-15,-2 0-39 0,-1 1 35 0,0-3-35 16,-1 2 33-16,-1-1-39 0,0 0 35 0,-3-2-37 15,0 1 40-15,1-2-42 0,-8-6 41 0,11 12-38 16,-11-12 44-16,10 7-37 0,-10-7 38 16,0 0-40-16,13 3 35 0,-13-3-36 0,8-6 31 0,-8 6-36 15,10-14 38-15,-6 6-39 0,3-1 36 0,-1-2-4 16,0 0 1-16,1-2-5 0,1 1-1 0,-2 1 5 16,1 0-10-16,0 0-2 0,-1 1-1 0,1 2 0 15,-1 0-4-15,0 2-1 0,-6 6 1 0,12-11 3 16,-12 11 0-16,16-5 0 0,-16 5 4 0,15-2-2 15,-15 2 5-15,18 5-5 0,-18-5 5 0,19 8-2 16,-10-3 0-16,0-1-1 0,-1 3-2 0,2 0 4 16,-1 1-2-16,-1 0 0 0,1-2-1 0,-1 3-1 15,-1-2-36-15,0 2 42 0,1-2-37 0,-2 0 46 16,1 1-43-16,-3 0 38 0,-4-8-37 0,12 12 41 16,-12-12-38-16,6 13 41 0,-6-13-36 0,6 9 38 0,-6-9-33 15,7 6 37-15,-7-6-42 0,0 0 38 16,0 0-40-16,14-1 38 0,-14 1-5 0,9-12-5 0,-4 5 0 15,1-1-3-15,-1-1-1 0,2-1-1 0,-2 0 0 16,1 2-2-16,0-2 4 0,1 1-4 0,-2 2 0 16,0-2 2-16,0 2 2 0,-5 7-3 0,10-14-3 15,-10 14 0-15,7-10-5 0,-7 10-1 0,9-5 2 16,-9 5 5-16,0 0-2 0,18 3 0 0,-18-3 3 16,15 8-6-16,-7-1 6 0,2 1-4 0,0 1 3 15,-2 1-33-15,2 0 39 0,1 1-35 0,0 0 37 16,2 3-77-16,1-2-44 0,-1 1-86 0,1 0-54 15,-1-1-84-15,0-1-102 0,-1 0-75 0,-1 0-88 16,1-1-199-16,-3-3-378 0,-1 1-789 0</inkml:trace>
  <inkml:trace contextRef="#ctx0" brushRef="#br0" timeOffset="46517.4082">11810 7241 1115 0,'-2'-13'797'0,"0"2"-63"0,1 0-15 16,-1 0 9-16,0 1-101 0,2 10-37 16,-4-18-115-16,4 18-17 0,-2-14-149 0,2 14-14 15,-1-11-116-15,1 11 18 0,0 0-93 0,0 0 36 0,0 0-79 16,10-4 57-16,-10 4-87 0,13 9 57 0,-6-2-76 16,0 0 60-16,3 2-77 0,-1 2 72 0,1 0-80 15,0 1 73-15,2 1-84 0,-3-2 63 0,1 4-68 16,0-2 69-16,-1 0-73 0,0-1 76 0,-1-1-78 15,0 1 74-15,-2 0-76 0,1-4 67 0,-2 0-67 16,-5-8 66-16,9 17-71 0,-9-17 61 0,9 11-56 16,-9-11 69-16,4 8-66 0,-4-8 66 0,0 0-66 15,7 6 52-15,-7-6-62 0,0 0 51 0,8-6-59 16,-8 6 50-16,6-11-50 0,-6 11 54 0,7-15-51 16,-3 5 51-16,2 2-43 0,-2-2 50 0,2 2-45 15,-2-1 58-15,1 0-55 0,1 1 50 0,-2 0-46 16,2 1 50-16,-6 7-52 0,9-12 48 0,-9 12-47 15,8-11 43-15,-8 11-44 0,9-6 49 0,-9 6-46 16,0 0 53-16,18 2-46 0,-18-2 60 0,13 5-61 16,-13-5 49-16,15 11-44 0,-7-5 52 0,-2 1-52 15,4 1 60-15,-1 0-64 0,-1 1 49 0,2 1-51 16,-3-1 52-16,0-1-53 0,1 1 53 0,-1-2-53 0,0 1 50 16,-1-1-50-16,1 0 57 0,-2-1-60 0,-5-6 49 15,12 13-52-15,-12-13 59 0,8 9-61 0,-8-9 55 16,7 5-64-16,-7-5 15 0,0 0-49 0,15-2 42 15,-15 2-35-15,12-7 37 0,-6 0-38 0,1-1 43 16,2-2 6-16,-2 0 1 0,0-2 9 0,1 2-4 16,-1-1 8-16,0-2-3 0,-2 4 8 0,1 0-3 15,-2 1 0-15,2 0 8 0,-6 8-7 0,8-13-1 16,-8 13-3-16,7-11 2 0,-7 11-4 0,7-6 2 16,-7 6 7-16,0 0-2 0,20 3 1 0,-20-3 2 15,15 8 4-15,-3-2-7 0,-3-1-31 0,1 3 41 0,2 1-36 16,1-1 42-16,1 1-39 0,2 2 43 15,2-1-39-15,-2-1 42 0,4 1-40 0,0-1 35 16,0 0-35-16,1-2 38 0,1 1-37 0,-2-1 31 0,2-1-33 16,1-2 38-16,-3 0-39 0,-2-2 36 15,1-2-36-15,0 0 38 0,-2 0-39 0,0-3 37 16,1-1-32-16,-5-2 33 0,3-1 0 0,-5-1-2 16,1-2-7-16,-1-1 1 0,-2 0-8 0,-2-1 5 0,-2 0-2 15,-1 0-1-15,-2 2 2 0,0 0 4 16,-2 10 6-16,0-21-7 0,-4 11 3 0,0 1-4 15,-1 1 11-15,-2 1-9 0,7 7 1 0,-17-8 7 0,7 5-38 16,-1 0 44-16,11 3-35 0,-25 1 46 0,14 4-36 16,0-3 48-16,-3 4-42 0,3 2 34 0,-1 0-40 15,1 1 47-15,1 2-48 0,2-1 46 0,2 2-45 16,3-2 39-16,1 2-43 0,2-12 43 0,0 23-47 16,2-11 42-16,3-1-46 0,4 0 48 0,-2 1-53 15,4-2 42-15,1 0-59 0,1-1 14 0,2-1-67 16,-1-1 11-16,1 0-49 0,1-2 45 0,-2 0-37 15,2-1 53-15,-3-3-28 0,1-1 57 0,-14 0-29 16,25 0 47-16,-16-3-28 0,1-2 41 0,-1-2-34 16,-1 0 43-16,0-3 0 0,-3-2 17 0,-1 0-21 15,0 1 0-15,-2-1 2 0,1-2 5 0,-2 3 2 16,-1-1 28-16,0 0 15 0,0 12 8 0,0-21 5 16,0 21 5-16,-1-16 3 0,1 16-11 0,0-14-11 0,0 14-14 15,0 0-7-15,-3-13-5 0,3 13-4 16,0 0 5-16,0 0-3 0,0 0 9 0,0 0-8 15,4 10 0-15,-4-10 1 0,6 11-40 0,-1-2 39 0,-1-1-38 16,2 2 44-16,2-1-46 0,0 2 41 0,1-2-43 16,0 2 43-16,1-1-43 0,1 1 34 0,-1-3-78 15,2 1 2-15,-3-1-60 0,2-1 33 0,-2 0-31 16,2-3 55-16,-2 1-27 0,1 0 51 0,-10-5-26 16,15 4 46-16,-15-4-28 0,16 0 43 0,-16 0-38 15,13-4 48-15,-6-3-33 0,0 0 37 16,-2 0-32-16,3-5 40 0,-3 1-4 0,1 0 5 0,-1-4 8 15,0 4 20-15,-1 0 29 0,1 0 5 0,-1 2 3 16,0-1 15-16,0 0 6 0,-4 10-35 0,8-15 19 16,-8 15-53-16,4-12 26 0,-4 12-46 0,0 0 37 15,7-8-47-15,-7 8 63 0,0 0-28 0,0 0 47 16,13 6-64-16,-13-6 51 0,7 10-62 0,-7-10 68 16,9 14-78-16,-5-5 58 0,1-1-70 0,-1 2 57 15,2 1-61-15,-2-1 59 0,0 1-67 0,1-1 59 0,-1 2-62 16,0-2-1-16,1-1 14 0,0 0-1 15,-1-1 6-15,-4-8 2 0,5 15 4 0,-5-15-1 0,6 10 3 16,-6-10 8-16,5 10-12 0,-5-10 15 0,0 0-7 16,11 5 2-16,-11-5-7 0,0 0 67 0,11-11-83 15,-11 11 67-15,7-14-67 0,-3 3 62 0,0-1-74 16,2-2 65-16,-2-2-67 0,1 1 66 0,1 0-67 16,-2 0 63-16,-1 2-64 0,4 1 63 0,-3-1-61 15,-1 5 73-15,1-2-85 0,-4 10 68 0,6-14-63 16,-6 14 63-16,7-7-60 0,-7 7 66 0,0 0-61 15,18 0 59-15,-18 0-59 0,13 7 64 0,-5 0-62 16,0 0 60-16,1 1-60 0,0-1 64 0,3 4-69 16,-1 0 71-16,1-1-69 0,1 2 64 0,2-1-77 15,1 1-14-15,-1-1-111 0,3-1-29 0,-3 0-117 16,4-1-63-16,-3-3-71 0,-1 1-122 0,0-2-53 16,0 0-162-16,1-2-600 0,-3-2-989 0</inkml:trace>
  <inkml:trace contextRef="#ctx0" brushRef="#br0" timeOffset="47333.9208">13944 6767 814 0,'-2'-25'814'0,"2"2"-91"16,-2 2-62-16,2 2 1 0,0 1-29 0,0 4-87 15,0 1-74-15,0 1-105 0,0 12-73 0,4-17-50 16,-4 17-20-16,9-5-11 0,-9 5-12 0,13 9-69 15,-1-1 47-15,1 7-58 0,5 6 20 0,0 7-71 16,2 4-8-16,-2 2-3 0,-2 1 57 0,2 5-90 16,0-2 65-16,-2 5-87 0,-1-4 65 0,1 3-75 15,-1-2 69-15,-1-1-81 0,0 0 74 16,1-3-83-16,-2-2 76 0,1 1-82 0,-4-7 13 0,1-2-1 16,0-3 3-16,-2-1 5 0,-1-3 6 0,0 0 0 15,-2-5 7-15,-1 0-3 0,1-1-3 0,-1-3 5 16,-3-1 2-16,3 0 11 0,-5-9-5 0,7 12-4 0,-7-12 7 15,0 0 0-15,8 7-5 0,-8-7-4 16,0 0-1-16,0 0-2 0,3-8 1 0,-3 8-1 16,-1-15 69-16,-2 5-82 0,0-1 75 0,-3 1-85 0,1-3 81 15,-2 1-87-15,0-2 68 0,-3 3-81 0,0-1 81 16,-1 2-74-16,2 1 75 0,-2 0-79 0,0 1 76 16,1 3-79-16,-1 0 72 0,0 2-68 0,-2 2 75 15,-1 2-73-15,1 2 70 0,-1 1-72 0,-1 1 75 16,-1 1-74-16,2 3 78 0,0 0-77 0,1 1 83 15,1 1-80-15,2 1 68 0,1 1-73 0,2-2 7 16,0 1 14-16,4 1 1 0,1-3 2 0,2-10 11 16,3 22 1-16,-1-12 2 0,8-1 2 0,0 1 5 15,1 0-1-15,5-3-1 0,0-1 3 0,4 0-3 16,1-3 0-16,2 0 3 0,-2-1-1 0,2-2-1 16,2-1 8-16,2-2-12 0,0 0 4 0,-3-2 3 15,3-2-4-15,2-1-2 0,-1-2 76 0,-2-4-88 16,0 1 74-16,-1-2-89 0,-2-3 76 0,0 0-80 15,-3-1 83-15,-2-1-90 0,-2 0 80 0,-1-1-80 0,-3 3 74 16,-3-1-72-16,0 0 70 0,-5 4-74 16,2 0 78-16,-2-2-79 0,-3 4 72 0,-1 2-80 15,0-1 79-15,0 12-73 0,-3-20 85 0,3 20-89 0,-8-16 73 16,8 16-76-16,-6-10 81 0,6 10-83 16,-9-7 66-16,9 7-78 0,0 0 60 0,0 0-61 0,0 0 57 15,-11 1-59-15,11-1 60 0,0 0-51 0,2 12 59 16,-2-12-48-16,8 12 51 0,-3-5-45 0,4 1 56 15,1 0-53-15,1 1 60 0,1-1-55 0,4 3 51 16,0 1-50-16,4-2 51 0,1-1-47 16,0 2 49-16,4 0-51 0,1 0 61 0,1 3-60 0,-1-3 48 15,2 0-46-15,-2 0 51 0,-2 1-51 0,-2-2 49 16,-1 1-48-16,-2-2 31 0,-1 1-30 0,0 2 53 16,-5-5-56-16,0 2 55 0,-3 0-52 0,0-1 7 15,-3 0 4-15,-2-1 5 0,-5-7 7 0,5 14 4 16,-5-14-1-16,-3 13 0 0,3-13 0 0,-14 12-3 15,2-5-2-15,-3-2-14 0,-1-1-99 0,-5 3-101 16,0-4-156-16,-4 0-177 0,1-2-191 0,0-1-1036 16,-4 0-1474-16</inkml:trace>
  <inkml:trace contextRef="#ctx0" brushRef="#br0" timeOffset="48752.5849">15605 7388 255 0,'0'0'785'0,"0"0"-207"0,0 0-116 16,0-13-76-16,0 13-54 0,0 0-39 0,0 0-23 15,0 0-24-15,0 0-16 0,0 0-29 0,0 0-22 16,0 0-9-16,0 0-12 0,-5 13-38 0,5-13-7 15,-6 15-28-15,6-15-5 0,-6 17-25 0,1-8 0 16,-1 3-21-16,-1 0 3 0,-2 1-6 0,1-1-5 16,-3 3-9-16,-1 0-45 0,0 1-83 0,-1-2-54 15,0 2-106-15,0-3-72 0,-1 2-101 0,2-1-145 16,0-4-425-16,4 0-618 0</inkml:trace>
  <inkml:trace contextRef="#ctx0" brushRef="#br0" timeOffset="50869.1996">16264 6845 337 0,'8'-22'537'15,"2"-4"-107"-15,-4 2-35 0,0 1-38 0,-2 0-9 16,1-1 2-16,0 0-45 0,-2 4-23 0,-1 0-11 16,-1 3-28-16,0 1-35 0,-1 2-28 0,1 2-37 15,-1 12-34-15,-2-17-16 0,2 17-13 0,0 0 11 16,-14 0 8-16,6 6-6 0,-2 6-11 0,-3 4-17 15,-1 4-2-15,-1 5-16 0,-2 6 7 0,2 3-3 16,2 1-15-16,-1 1-6 0,2 2-6 0,1 2-2 0,0-2-9 16,2 2-5-16,2 0 6 0,2-7-5 15,2 0 0-15,1-1 0 0,2-2-2 0,4-3 5 0,0 3 0 16,3-3-5-16,1 0-7 0,4-4 5 0,-2-2-2 16,1-3 1-16,2-1-2 0,0-2-5 15,2-3 4-15,-3-3 3 0,1-1-1 0,1-1 1 16,0-1-6-16,0-5 4 0,-1 0-1 0,2-3 1 0,-2 0-2 15,1-2 0-15,0-3-1 0,0-1-5 16,1-3 7-16,-1-1-6 0,1-1 8 0,-2-2-6 0,1-1 1 16,-1-1 3-16,1 1-4 0,2-2-1 0,-2 3 5 15,-2 0 1-15,-1 1 0 0,3 2 1 0,-2 1-1 16,1 2 0-16,-1 0 8 0,1 2-7 0,2 2 3 16,-3 1 0-16,2 4 2 0,-1-2-8 0,0 4 1 15,-1-1-5-15,0 2 9 0,-1 2-4 0,1 2 6 16,-1 0-6-16,0 2 0 0,-4 1 0 0,-1-1 10 15,-1 0-10-15,0 2 2 0,-2-2-4 0,-1 2 2 16,-2-11-7-16,0 22 9 0,-2-12-11 0,-1 0 18 16,-2 1-8-16,0-3 2 0,-1 0 0 0,-1 0 1 15,0-2-2-15,0 1 2 0,-1-2-2 0,8-5-2 16,-14 5 2-16,14-5 2 0,-15 0-14 0,15 0 33 0,-14-6-32 16,14 6 4-16,-13-14-7 0,8 4-1 15,1 0-1-15,-1-3-5 0,3 1 7 0,0-2 2 16,2 0 2-16,1-1 1 0,1 1 1 0,2-1 3 0,0-1-5 15,2 3 2-15,2 0 9 0,1 1 16 0,1 0 10 16,3 1 9-16,-1 3 22 0,0 2-12 0,3 1 24 16,-2 1-30-16,1 1 22 0,0 2-37 15,0 1 28-15,-2 2-21 0,4 1 36 0,-3 2-43 0,1 0 31 16,1 3-42-16,-2-2 43 0,1 2-62 0,-1 0 42 16,1 1-43-16,-3 0 37 0,0 0-42 0,0 0 34 15,-1 0-37-15,-1-1 41 0,0 0-44 0,-2-1 34 16,-1 0-37-16,1-1 36 0,-7-6-36 0,11 10 41 15,-11-10-33-15,8 8 39 0,-8-8-43 0,7 7 41 16,-7-7-37-16,0 0 35 0,0 0-40 0,9 6 40 16,-9-6-41-16,0 0 50 0,6-7-55 0,-6 7 39 15,0 0-40-15,7-14 40 0,-7 14-34 0,7-11 29 16,-7 11-35-16,9-14 36 0,-9 14-34 0,12-11 34 16,-12 11-29-16,10-9 39 0,-10 9-37 0,10-8 45 0,-10 8-33 15,12-6 43-15,-12 6-34 0,11-2 49 16,-11 2-41-16,0 0 37 0,19 2-48 0,-19-2 46 15,11 4-41-15,-11-4 38 0,13 5-42 0,-13-5 29 0,12 8-6 16,-12-8-2-16,11 8-5 0,-11-8-6 0,13 11-4 16,-13-11-3-16,10 9 1 0,-10-9-2 15,8 8-40-15,-8-8 46 0,9 10-44 0,-9-10 47 16,7 8-42-16,-7-8 41 0,5 6-38 0,-5-6 38 0,0 0-38 16,8 9 41-16,-8-9-39 0,0 0 39 0,0 0-50 15,0 0 29-15,0 0-41 0,15-4 37 16,-15 4-10-16,7-9-6 0,-7 9 7 0,8-12 0 0,-3 3 3 15,0 2 1-15,0-2-36 0,0 2 46 0,0-1-32 16,0 1 36-16,-1-1-33 0,2 0 43 0,-6 8-40 16,8-13 44-16,-8 13-41 0,7-12 39 0,-7 12-44 15,6-10 43-15,-6 10-42 0,5-7 38 0,-5 7-39 16,0 0 40-16,10-7-27 0,-10 7 30 0,0 0-38 16,12 1 43-16,-12-1-41 0,9 6 40 0,-9-6-3 0,12 7-5 15,-12-7-2-15,14 10-2 0,-5-5 3 16,0 0-4-16,2 2 0 0,1-1-36 0,1 0 36 15,1 0-66-15,2 1 19 0,1-2-49 0,0-1 20 16,1-1-27-16,-1 1 37 0,1-1-21 0,-1-1 29 0,-2 0-10 16,-1-1 35-16,0-1-22 0,-1-1 31 15,0-1-11-15,-2-3 21 0,-1 1-14 0,0-2 20 16,-2-4-14-16,0 1 16 0,-2-3-14 0,-1-3 19 0,0 0-14 16,-3-3 16-16,0-1-18 0,0-5 7 0,-2-1 17 15,-2-1 25-15,0-6-10 0,0-3 31 0,-3 2-9 16,1-2 27-16,-2-1-37 0,1 2 70 0,-3 1-25 15,2 0 31-15,-1 2-9 0,0 3 15 0,1 3 22 16,0 5-54-16,-2-1 57 0,4 4-57 0,-1 2 27 16,1 1-71-16,1 3 29 0,-1 3-59 0,4 8 38 15,-7-9-54-15,7 9 50 0,0 0-56 0,-12 10 53 16,7-2-61-16,1 6 47 0,0 3-49 0,1 4 49 16,-2 4-52-16,3 0 8 0,2 4 8 0,-1 5-4 15,2 3 46-15,3-2-53 0,1 9 46 0,-1-3-37 16,1 1 35-16,2-2-50 0,-2-5 48 0,3-2-51 15,-2-1 47-15,1-1-48 0,0-1 44 0,-2-6-47 16,2-1 46-16,-3-1-51 0,0-3 45 0,0-2-44 0,-1-2 49 16,-1-4-48-16,0 1 45 0,0-1-40 0,-2-11 48 15,3 15-49-15,-3-15 47 0,0 0-51 16,0 13 40-16,0-13-41 0,0 0 33 0,0 0-72 0,-5-7 45 16,5 7-43-16,-5-15 42 0,2 5-54 0,1-2 42 15,1-1-37-15,-1-3 30 0,2-1-31 0,0 0 42 16,2 0-38-16,0-2 25 0,1 2-9 15,2 1 47-15,-1 1-36 0,3-1 39 0,0 3-33 0,0 1 37 16,2 0-32-16,2 1 37 0,-1 2-33 0,2 3 7 16,1 0 36-16,-1 2-35 0,1 4 35 0,-1 0-34 15,2 2 37-15,-1 3-35 0,1 0 36 0,1 2-41 16,-1 3 43-16,1-3-40 0,0 5 41 0,0-2-38 16,-3 0 37-16,1 1-30 0,-2-1 33 0,-1 1-42 15,1-1 37-15,-4-2-38 0,0 1 44 0,-1 0-42 16,-1-1 39-16,-5-8-44 0,8 14 46 0,-8-14-38 15,4 15 41-15,-4-15-40 0,1 13 47 0,-1-13-46 16,-2 14 39-16,2-14-39 0,-3 14 37 0,3-14-36 16,-5 13 41-16,5-13-35 0,-5 13 39 0,5-13-43 0,-5 12 34 15,5-12-37-15,-4 9 39 0,4-9-39 16,-3 9 36-16,3-9-40 0,0 0 40 0,-4 12-39 16,4-12 39-16,0 0-36 0,0 0 40 0,-4 11-38 0,4-11 39 15,0 0-38-15,0 0 36 0,0 0-36 0,-5 7 35 16,5-7-36-16,0 0 34 0,0 0-39 0,0 0 34 15,0 0-71-15,0 0-2 0,0 0-80 0,0 0-14 16,-2-9-55-16,2 9-45 0,0 0-12 0,3-12-30 16,-3 12-25-16,2-11-33 0,-2 11-5 0,2-11-29 15,-2 11-40-15,1-13-33 0,-1 13-83 0,1-12-283 16,-1 12-359-16</inkml:trace>
  <inkml:trace contextRef="#ctx0" brushRef="#br0" timeOffset="51885.9437">17763 6765 333 0,'-3'-18'753'0,"-4"-2"-164"0,3-1-62 15,-1 0 10-15,0 1-15 0,0-1-62 0,1 1-37 0,0 2-56 16,-1 1-13-16,2 0 11 0,0 1-33 16,0 2-22-16,1 0-38 0,0 3-39 0,0 0-33 0,2 11-70 15,-3-20 5-15,3 20-63 0,-2-12 17 0,2 12-20 16,0 0-3-16,0 0 19 0,0 0-25 16,0 0 40-16,4 18-36 0,0-1 57 0,-2 1-68 0,2 3 18 15,0 4-17-15,0 6-6 0,2 3 4 0,0 6-5 16,-2 3-11-16,2 2 3 0,0 2-6 0,0 0-11 15,-2 3 2-15,2-1-8 0,1-1-1 0,-1 1-1 16,2-1-1-16,-3 0-8 0,1-1-2 0,-1-5-6 16,1 0 12-16,-1-6-15 0,2 3 15 0,-2-5-8 15,0-2 11-15,-1 1-18 0,0-4 11 0,-1-2-1 16,2-4 1-16,-2 1 4 0,-1-2-7 0,1-4 0 16,0 0-5-16,-1-4 5 0,0 1 0 0,-1-5 2 15,1 2 13-15,-2-12-13 0,4 17 1 0,-4-17-1 16,4 11-4-16,-4-11 0 0,0 0 0 0,11 4 0 0,-11-4-12 15,8-7-11-15,-3 1-15 0,-1-3-18 16,4-2-5-16,-3-3-4 0,-1-2-1 0,1 0 7 16,-1-6-7-16,0 0 1 0,-1-2 38 0,-1-2-38 0,-1-1 49 15,-1 0-40-15,-2-1 41 0,0-5-47 0,-2 3 49 16,-1-2-38-16,0 0 42 0,-1 1-29 16,-2 1 41-16,2 0-36 0,-1 1 38 0,0 0-33 0,1 4 38 15,0 2-36-15,2 0 5 0,0 1 6 0,1 2 5 16,1 3-2-16,0-1-1 0,2 5-2 0,1 0-8 15,2 1 1-15,1-1-2 0,3 2 7 0,4 3-1 16,1 0 7-16,3 3-1 0,1 4 35 0,1 1-38 16,2 0 34-16,0 4-36 0,2 2 38 0,0 5-40 15,-1-3 41-15,0 4-44 0,-1 5 42 0,0-2-38 16,-2 5 41-16,-2-4-43 0,-4 3 39 0,1-1-37 16,-4-1 38-16,-2 1-35 0,-1-2 41 0,-2 0-40 15,-2 0 37-15,-1-2-35 0,-1-1 36 0,-2 2-36 16,-2 0 36-16,0-3-37 0,-2 1 42 0,-2-1-45 0,-2-1 41 15,1-2-41-15,-3 1 36 0,-1-2-38 0,0-1 39 16,0-2-37-16,0 1 34 0,0-3-41 16,2 1 41-16,-1-3-37 0,13-1 34 0,-22 0-41 15,22 0 31-15,-17-1-44 0,17 1 31 0,-14-4-42 0,14 4 35 16,-9-4-38-16,9 4 43 0,0 0-39 16,0 0 39-16,0 0-32 0,6-12 42 0,-6 12-36 15,13-2 38-15,-13 2-41 0,20-2 23 0,-8 1-49 0,2 1 16 16,1 0-69-16,3 0 2 0,1-2-38 0,0 2 14 15,1 0-2-15,1-2 19 0,-2-1 24 0,1 2 9 16,-1 1 21-16,-2-3 14 0,0-2 13 0,-2 2 12 16,0-2 12-16,-3-1 16 0,1-2 35 0,-4 1 17 15,0-1-18-15,1-2 37 0,-4-1-11 0,-1-1 30 16,0-1-10-16,-3 1 56 0,1 2-38 0,-2-3 72 16,0 2-48-16,-1 11 42 0,1-20-40 0,-1 20 31 15,0-17-45-15,0 17 19 0,-1-13-64 0,1 13 29 16,0 0-63-16,0-15 32 0,0 15-50 0,0 0 38 15,0 0-27-15,0 0 20 0,0 0-48 0,0 0 44 16,7 11-47-16,-7-11 38 0,7 16-42 16,-3-6 38-16,1 0-40 0,1 1 38 0,0 2-51 0,1-1-45 15,0 0-118-15,0-1-42 0,-1 1-71 0,3-2-79 16,-3-1-81-16,0 1-76 0,-1-3-62 0,-5-7-187 0,11 12-437 16,-11-12-834-16</inkml:trace>
  <inkml:trace contextRef="#ctx0" brushRef="#br0" timeOffset="52102.3939">18276 6831 945 0,'-4'-21'837'0,"-1"1"-111"16,1 2-46-16,0 0 0 0,1 2-24 0,0 0-143 15,1 3-32-15,0 1-123 0,-1-1-31 0,3 13-112 16,-3-18-17-16,3 18-77 0,0-12 9 0,0 12-61 15,0 0 22-15,0 0-99 0,0 0-45 0,18 7-116 16,-12 0-89-16,1 3-74 0,3 2-107 0,-3 1-107 16,2 3-149-16,1 1-743 0,-2 1-1050 0</inkml:trace>
  <inkml:trace contextRef="#ctx0" brushRef="#br0" timeOffset="52353.1779">18549 6832 1085 0,'2'-13'868'0,"0"0"-117"16,1 1-32-16,-1 3 26 0,0-4-74 0,-2 13-16 16,2-21-141-16,-2 21-86 0,3-16-102 0,-3 16-75 15,4-10-44-15,-4 10-38 0,0 0-8 0,0 0-12 16,13 4-39-16,-6 3 2 0,1 6-39 0,0 3-13 16,1 3-4-16,1 2 10 0,0 4-51 0,1 4-15 15,0-2 0-15,-1 4 0 0,-1-1 0 16,1 1 0-16,-1 0 0 0,-1-2 0 0,1 0 0 0,-2-2-83 15,0-3-159-15,-2 0-78 0,0-3-90 0,2 1-69 16,-1-3-60-16,0 1-67 0,-1-5-43 0,1-1-127 16,1-2-518-16,0-1-898 0</inkml:trace>
  <inkml:trace contextRef="#ctx0" brushRef="#br0" timeOffset="52703.1981">18875 7217 645 0,'0'0'704'0,"1"-18"-107"0,-1 18 3 0,0-15-20 15,0 15-20-15,1-14-5 0,-1 14-102 0,1-11-22 16,-1 11-109-16,0 0-24 0,2-16-94 0,-2 16 3 0,7-7-84 16,-7 7 7-16,12-2-59 0,-12 2 20 15,16-2-55-15,-16 2 24 0,23 0-74 0,-10 0-5 16,1 2-66-16,-1-2 9 0,1 1-32 0,-14-1 31 0,23 0-25 16,-23 0 15-16,23-1 3 0,-23 1 51 0,21-5-41 15,-21 5 31-15,16-5-2 0,-16 5 19 0,14-10-7 16,-14 10 15-16,8-11-3 0,-8 11 11 15,4-12-1-15,-4 12 24 0,0-13-5 0,0 13 16 0,-4-12 2 16,4 12 17-16,-8-11-22 0,8 11 44 0,-9-8-30 16,9 8 40-16,-14-6-37 0,14 6 51 0,-13 0-27 15,13 0 49-15,-16 6-20 0,8-1 28 0,1 0-49 16,0 3 37-16,0 1-43 0,3 1 58 0,1 0-43 16,1 2 24-16,2-12-55 0,1 23 28 0,3-9-49 15,2 0 31-15,4 1-47 0,2-1-1 0,3 0-125 16,2-1-44-16,3-1-114 0,-1-1-86 0,3 0-70 15,-1-2-97-15,0-2-51 0,2 2-88 0,0-3-665 16,0-1-932-16</inkml:trace>
  <inkml:trace contextRef="#ctx0" brushRef="#br0" timeOffset="53020.7013">19447 7111 348 0,'3'-12'768'15,"-2"1"-139"-15,-1 11 3 0,3-19-46 0,-3 19-15 16,3-17-45-16,-3 17-69 0,3-14-98 15,-3 14-28-15,4-8-73 0,-4 8 16 0,0 0-56 0,16-2 10 16,-16 2-70-16,16 8 2 0,-5 1-66 0,1 0 19 16,1 4-58-16,1-1 23 0,0 3-49 0,1 2 31 15,-1 0-51-15,1-2 33 0,-3 2-39 0,0 1 33 16,1-2-45-16,-3 0 35 0,-2-2-42 0,0 1 39 16,-3-1-34-16,0-2 34 0,-2-1-36 0,-3-11 37 15,2 21-35-15,-2-21 36 0,-2 14-32 0,2-14 36 16,-6 11-34-16,6-11 41 0,-11 6-34 0,11-6 55 15,-11 3-48-15,11-3 33 0,-13-4-43 0,13 4 40 16,-14-11-45-16,9 4 38 0,0-2-43 0,3 0 34 16,0-3-44-16,4 0 32 0,0-1-63 0,3 0 2 0,1 0-83 15,3-1-13-15,0 0-72 0,3 2-37 16,2-2-45-16,-1 1-71 0,3 2-58 0,-1 1-38 16,2-1-60-16,-1 3-175 0,2-2-447 0,-3 3-763 15</inkml:trace>
  <inkml:trace contextRef="#ctx0" brushRef="#br0" timeOffset="53654.5976">20229 7059 722 0,'0'0'587'0,"7"-17"-66"0,-7 17-10 0,8-12-8 16,-8 12-42-16,7-11-12 0,-7 11-43 0,8-8-64 16,-8 8-13-16,8-7-47 0,-8 7 38 0,0 0-34 15,19 3 37-15,-12 1-54 0,1 3 1 0,3 3-51 16,-2 0 29-16,0 1-90 0,2 4 52 0,0 0-102 16,-1 2 63-16,-1-2-98 0,1 3-13 0,-2 0-11 15,0 0-8-15,-1-3-11 0,-2 1-20 0,1-1 11 16,-4 0-2-16,0-2-2 0,-2 1-3 0,-2-2 3 0,-2 0-1 15,-1-1-7-15,-5 0 1 0,-1-1-4 16,-3-2-1-16,-3-3-1 0,-2 1 1 0,1-5 4 16,-3 1-9-16,-2-4 0 0,0-2-7 0,-2-1-10 0,-1-5 59 15,-1-1-95-15,4-2 56 0,2-1-76 0,1-3 51 16,3-2-73-16,5 0 9 0,4-1-46 16,1-2 28-16,2-3-46 0,2 0 18 0,4-3-39 15,1-6 54-15,5 1-21 0,0-5 3 0,3 0 48 0,-1-1-11 16,1 0 46-16,-1 1-28 0,0 0 55 0,-1 4-28 15,-4 0 40-15,-1-1 1 0,-2-1 5 0,-2 1-4 16,-3-2 0-16,-2-4 16 0,-4 2 4 0,-1-3-25 16,-3 4 48-16,0 0-29 0,-3 3 70 0,2 1-36 15,-3 4 39-15,4 6-22 0,0 3 30 0,2 4-45 16,2 3 17-16,-1 2-48 0,2 5 36 0,1 2-23 16,8 5 36-16,-17 1-2 0,9 7 39 0,1 1 8 15,2 6 34-15,1 2-54 0,4 8 64 0,2 6-68 16,3 5 72-16,3 5-93 0,3 5 74 0,5 8-100 0,2 3-4 15,7 3-2-15,2 3 1 0,4 1-6 16,3 1-2-16,3-4-3 0,2 0 0 0,0-4-5 16,0-2-6-16,-2-4-4 0,2-4-14 0,-4-4-12 15,-4-2-26-15,-4-9-13 0,-1-4-5 0,-3-3-8 0,-4-3-12 16,-2-4-21-16,-2-4-37 0,-3 0-39 0,-1-4-46 16,-1-1-47-16,-2-2-104 0,-8-7-155 15,13 9-132-15,-13-9-953 0,0 0-1281 0</inkml:trace>
  <inkml:trace contextRef="#ctx0" brushRef="#br0" timeOffset="54486.9251">21132 6922 175 0,'-6'-18'877'0,"1"3"-164"0,0-1-90 15,-1 2-27-15,2-4 0 0,0 0-49 0,0 2 45 16,1 0-123-16,-1 1 9 0,1 0-62 0,1 3 16 16,-1 1-140-16,0 1 10 0,3 10-133 0,-4-15 46 15,4 15-127-15,-3-10 67 0,3 10-31 0,0 0 30 16,0 0 2-16,-5 10-134 0,5-10-22 0,-1 21 0 16,2-6 0-16,0 3 0 0,2 3 0 0,1 4 0 15,3 3 0-15,1 0 0 0,1 1 0 0,4 7 0 16,0-3 0-16,1 0 0 0,2-1 0 0,-1-1 0 15,1-5 0-15,-2-1 0 0,1-1 0 0,-1-1 0 16,0 0 0-16,-4-7-444 0,0 1-88 0,-1-6-36 0,-2 1-46 16,-3-3-27-16,-4-9-89 0,4 12-750 15,-4-12-1101-15</inkml:trace>
  <inkml:trace contextRef="#ctx0" brushRef="#br0" timeOffset="54679.8816">20905 6822 142 0,'-28'-43'927'0,"5"6"-208"0,0-1-101 0,4 1-40 0,1 2 29 16,2 0-59-16,2-1 3 0,3 9-53 0,4-1-45 16,2 3-108-16,3 3 12 0,3 2-127 0,5-1-5 15,2 3-83-15,4 2 8 0,5 3-69 0,3 2 21 16,5 3-60-16,2 3 28 0,3 2-61 0,1 6-15 16,6 0-98-16,5 6-39 0,-2 4-93 0,-3 0-84 15,-1 5-91-15,-3 2-111 0,-4 5-48 0,-3 1-121 16,-2 3-705-16,-6 2-998 0</inkml:trace>
  <inkml:trace contextRef="#ctx0" brushRef="#br0" timeOffset="55812.5762">21066 7050 792 0,'-12'17'641'16,"-1"0"-61"-16,3-2-53 0,1-3-61 0,1 1-21 16,2-2-19-16,2-2-20 0,4-9-10 0,-1 19-74 15,1-19-3-15,10 15-94 0,0-8-8 0,3 2-77 0,3-3 5 16,3 1-63-16,4-3 20 0,1 2-62 0,2-2 0 15,-1-1-77-15,3-1-6 0,0 0-53 16,-1-1-10-16,1-1-6 0,-2-1-2 0,0 1 16 0,-4-4 12 16,1-2 6-16,-1 1 12 0,-4-4 16 0,0 0 8 15,-1-2 4-15,-3-1 15 0,-3-3 5 0,1-1 5 16,-3 0 32-16,-1-2 24 0,-3 3 33 0,2 0 32 16,-3 1 47-16,0-2 2 0,-2 4 78 0,1 2-26 15,-3 10 27-15,5-18-64 0,-5 18 6 0,3-15-70 16,-3 15 16-16,5-8-50 0,-5 8 63 0,0 0-52 15,0 0 80-15,0 0-49 0,14 4-8 0,-14-4-9 16,10 15 7-16,-2-5-10 0,-1 2-10 0,0 1-14 16,1 0-70-16,2 3 0 0,0 1 0 0,0-1 0 15,1 0 0-15,-1 2 0 0,0-2 0 0,1 0 0 16,-2 0 0-16,0-2 0 0,-1-1 0 0,1-1 0 16,-1-1 0-16,-2-2 0 0,0 0 0 0,0-2 0 15,-1 1 0-15,-5-8 0 0,10 10 0 0,-10-10 0 0,10 5 0 16,-10-5-60-16,0 0 51 0,17-5-62 15,-17 5 67-15,12-14-60 0,-5 4 54 0,0-3-52 16,-1-1 57-16,0-1-48 0,1-3 65 0,0-1-56 0,-2 2 77 16,0 0-74-16,-1 1 62 0,0 1-56 0,0 1 60 15,-1 0-52-15,1 4 10 0,-1 0 22 16,0 0 1-16,-3 10-5 0,5-15-1 0,-5 15-4 16,4-9 4-16,-4 9 62 0,0 0-71 0,0 0 67 0,17 3-67 15,-17-3 76-15,14 10-67 0,-7-1 87 0,4 0-93 16,-1 2 74-16,1 0-86 0,3 3 5 0,0-2 4 15,2 1 1-15,0 0 4 0,2 0 1 0,1-1 6 16,-1-2-9-16,2 0 87 0,-1-1-100 0,1-1 83 16,-3-3-90-16,-1 0 69 0,0-1-51 0,-3-3 16 15,-1-1-8-15,1-1 0 0,-2-2 0 0,0-3 0 16,-3-3 0-16,-1-1 0 0,-2-5 0 0,-1-1 0 16,-3-3-12-16,-2-7-17 0,-4-4 12 0,-2-10 3 15,-3 0 1-15,-2-2 10 0,-2-1-2 0,-2-3-1 0,-2-6 1 16,0 9 76-16,1-1-79 0,-1 4 49 15,0 1-41-15,3 5 0 0,2 7 0 0,2 4 0 16,2 3 0-16,1 3 0 0,0 4 0 0,2 1 0 16,6 12 0-16,-9-11 0 0,9 11 0 0,0 0 0 0,-8 11 0 15,8-11 0-15,1 25 0 0,2-7 0 0,2 5 0 16,2 6 0-16,2 3 0 0,4 5 0 16,1 5 0-16,1 0 0 0,3-1 0 0,1 3 0 0,4 4 0 15,-4-9 0-15,2 0 0 0,-1-3 0 0,-1 0 0 16,-1-4 0-16,-1 0 0 0,-3-7-161 0,-2-1-223 15,-1-5-26-15,-3-1-8 0,-1-4-22 0,-1 0-23 16,-1-3-12-16,-1 0 24 0,-4-11 32 0,4 12 7 16,-4-12 9-16,0 0 19 0,0 0 57 0,0 0 52 15,0 0 67-15,0 0 41 0,-13-11 56 0,8 3 43 16,1-3 83-16,-1-2 24 0,-1 0 66 0,-1-2 56 16,1 1 61-16,0 0 33 0,1 1 46 0,0-1 26 15,-1 3 13-15,2 0 11 0,0 3-13 0,1-2 46 16,3 10-49-16,-6-15 12 0,6 15-82 0,-4-12-4 0,4 12-81 15,-2-11 0-15,2 11-63 0,0 0 12 0,4-10-56 16,-4 10 18-16,11-4-53 0,-11 4 29 16,21 0-52-16,-9 2 34 0,2-1-47 0,2 2 34 0,2-3-53 15,0 2 7-15,0-1-65 0,1 0 19 0,-1 1-42 16,-1-2 47-16,-2 0-30 0,0 0 48 0,-1-3-33 16,1 1 49-16,-3-1-30 0,-1-2 42 0,1 0-34 15,-3-1 44-15,-1-1-35 0,0 0 37 0,-3-1-32 16,-1-1 37-16,-4 9-29 0,5-15 44 0,-5 15-37 15,0-12 38-15,0 12-28 0,-2-13 37 0,2 13-38 16,-4-9 34-16,4 9-37 0,-8-5 41 0,8 5-34 16,0 0 63-16,-15 1-35 0,15-1 28 0,-9 10-39 15,5-1 66-15,4-9-40 0,-4 21 37 0,3-9-56 16,2 1 36-16,2 2-49 0,1 1 36 0,3 3-51 16,1 0 39-16,4-1-44 0,-1 1-3 0,6 0-107 15,-1 1-36-15,2-1-101 0,-2-4-39 0,1-1-96 16,0 1-63-16,0-4-50 0,-1 1-14 0,2-2-88 15,-5-3-98-15,2 0-340 0,-2-2-657 0</inkml:trace>
  <inkml:trace contextRef="#ctx0" brushRef="#br0" timeOffset="56921.4156">22808 7159 511 0,'-1'-17'592'0,"0"3"-71"0,-1-1-4 16,1 2-8-16,1-1-39 0,0 2-9 0,0-2-23 0,1 3-33 15,1-2 12-15,0 3-71 0,0-2-46 16,2 2-35-16,0 2-26 0,1-2-35 0,2 3-32 0,0 2-26 15,1 0-29-15,-8 5-22 0,18-6-19 0,-18 6-13 16,23 0 22-16,-12 3-55 0,2 0 27 0,0 2-47 16,1 2 37-16,-1 0-47 0,1 1 29 0,-3 0-73 15,0 1-5-15,1 3-80 0,-2-2-2 0,-1 2-66 16,0-3-14-16,-2 2-40 0,0 0-44 0,-2-1-21 16,-1 1-7-16,1-3-5 0,-5-8 11 0,4 17 20 15,-4-17 28-15,0 12 27 0,0-12 42 0,-2 13 35 16,2-13 35-16,-6 7 18 0,6-7 21 0,0 0 9 15,-12 5 23-15,12-5 11 0,0 0 9 0,-12-1 9 16,12 1 9-16,-10-5 3 0,10 5-2 0,-6-9 10 16,6 9 9-16,-2-12-3 0,2 12 4 0,0-15 3 15,0 15 20-15,6-18-8 0,-1 8 15 0,3-3 5 16,0 2 6-16,1-1 13 0,1-2 10 0,1 1 7 0,0-4 18 16,2 2 16-16,-2-2 6 0,0-1 7 15,2 2 8-15,-2-1-9 0,1-2 22 0,-2-1-30 16,0 0 27-16,-1 0-2 0,0 0-1 0,-2 0-17 15,-1-3 18-15,-2 3-10 0,1-2 7 0,-2 3-20 0,-1-1 11 16,-2 1 24-16,1 1-40 0,-2-2 37 0,1 4 12 16,-2-2-16-16,0 1 7 0,-1 1 16 0,1 0 0 15,-1 1-20-15,1 3-5 0,0-1-6 0,0 4-4 16,2 9-34-16,-2-18-21 0,2 18-19 0,-2-12-11 16,2 12-8-16,0 0 10 0,0 0 11 0,0 0 19 15,4 13-6-15,0-1 44 0,1 5-58 0,3 5 75 16,-1 6-73-16,0 3-6 0,1 6 7 0,2 3-3 15,-1 3-9-15,0 1-6 0,0 3-8 0,-1 0 70 16,0-1-90-16,1 1 72 0,0-1-94 0,-1-1 6 16,0 0-4-16,-1-3 3 0,2-1-2 0,-1-2 5 15,-2-4-4-15,1-4 10 0,1 2-8 0,-2-3 3 16,1-2-4-16,-1-3 14 0,-1-3-17 0,1-2 13 16,-2-2-2-16,0-3 1 0,-1-2-5 0,0 0 3 15,0-4-6-15,-3-9 8 0,4 17-8 0,-4-17 2 16,0 0-6-16,4 8 6 0,-4-8-5 0,0 0 7 15,0 0-2-15,-1-15-13 0,1 15-4 0,-2-20 3 16,1 6 0-16,1-1 9 0,-1-3 54 0,0-3-83 0,1 0 60 16,1-4-67-16,0-1 60 0,0-2-62 15,1 0 68-15,1-4-64 0,1 2 64 0,0-1-62 16,-1 6 61-16,2 2-53 0,0 1 53 0,1 2-57 16,1 0 7-16,-1 4 0 0,1 3 4 0,2 1 2 0,1 2-2 15,1 2 63-15,-1 2-65 0,2 4 54 0,1 0-57 16,0 4 57-16,0 0-55 0,1 3 54 0,1 3-41 15,-2 0 35-15,1 2-51 0,-2 1 50 16,-1-1-52-16,-1 2 55 0,-3-1-52 0,0 0 48 0,0-2-50 16,-4 2 54-16,0-2-52 0,-3-9 47 0,1 18-46 15,-1-18 43-15,-5 15-50 0,-2-8 49 16,-1-2-64-16,-2-1 29 0,-2 0-55 0,-2 1 31 16,-3-4-45-16,0 2 35 0,0-2-28 0,1-1 45 0,1 0-29 15,1 0 46-15,0-1-31 0,2 1 31 0,12 0-49 16,-19-3 28-16,19 3-40 0,-12-1 37 0,12 1-37 15,0 0 48-15,0 0-25 0,0 0 42 0,4-10-30 16,-4 10 42-16,17-5-28 0,-5 2 39 0,0 0-37 16,4 3 42-16,-1-3-30 0,3 0 37 0,0 0-39 15,-1-1 36-15,1 1-34 0,0-2 34 0,0 1-32 16,0 0 40-16,-1-1-39 0,0-2 39 0,-2 1-41 16,1-1 39-16,-2-2-35 0,0-1 46 0,-3 1-38 15,0-3 40-15,0 2-42 0,-3-2 43 0,-1-1-18 16,-2 1 31-16,-1 1-35 0,0 3 37 0,-1-3-40 0,-3 11 26 15,2-18-35-15,-2 18-2 0,1-13 1 16,-1 13-4-16,0 0 4 0,-1-12 2 0,1 12 36 16,0 0-40-16,0 0 48 0,0 0-33 0,0 0 34 15,-9 7-40-15,9-7 33 0,0 11-42 0,0-11 36 0,2 18-39 16,2-9 35-16,0 2-40 0,2 0-6 0,1 2-117 16,1-1-87-16,2 0-76 0,1-1-100 0,2 3-84 15,1-3-40-15,-1 1-103 0,1-2-154 0,-1-1-308 16,0-1-704-16</inkml:trace>
  <inkml:trace contextRef="#ctx0" brushRef="#br0" timeOffset="57239.1056">24072 7159 179 0,'0'0'713'0,"1"-19"-116"0,-1 19 0 0,0-24-38 16,0 12-50-16,-1 0-34 0,2-1 21 0,-1 13-49 16,1-22 8-16,-1 22-84 0,2-19-13 0,-2 19-85 15,3-17-9-15,-3 17-85 0,6-11 2 0,-6 11-64 16,10-6 25-16,-10 6-47 0,16 3 21 0,-16-3-59 15,18 10 29-15,-6-2-56 0,-2 2 30 0,1 0-50 0,0 1 42 16,-2 2-54-16,1 0 40 0,-2-1-46 16,0 3 40-16,-1-2-47 0,1 0 44 0,-3-1-47 15,0 1 42-15,-1-3-42 0,-2 0 49 0,-2-10-50 16,4 19 47-16,-4-19-42 0,1 12 49 0,-1-12-44 16,-4 10 48-16,4-10-41 0,0 0 55 0,-11 4-47 0,11-4 49 15,-13-3-45-15,13 3 84 0,-13-11-75 16,6 6 77-16,1-2-73 0,2-4 75 0,2 0-105 15,2-1 71-15,1-1-86 0,3-3 45 0,4-1-132 16,2-2-2-16,0 3-102 0,6-5-42 0,0-1-115 0,2 2-80 16,1 2-81-16,-1-1-100 0,1 1-217 15,-2-1-601-15,0 4-1064 0</inkml:trace>
  <inkml:trace contextRef="#ctx0" brushRef="#br0" timeOffset="58774.3456">3987 4823 383 0,'0'0'465'0,"0"0"-79"0,-9-3-80 16,9 3-43-16,0 0-30 0,0 0-11 15,0 0 0-15,-10-4-8 0,10 4 0 0,0 0-10 16,0 0-16-16,0 0-4 0,0 0-16 0,0 0-5 0,-12 4 2 16,12-4-17-16,-2 11 34 0,2-11-14 0,-2 19-12 15,2-5 5-15,0 4-14 0,0 3-22 0,0 5-15 16,1 6 39-16,0 4-14 0,1 2 0 0,1 9-19 16,0 1-17-16,1 3-17 0,0 2 26 0,1 1-49 15,2 9 27-15,2-3-43 0,0 2 23 0,1-1-42 16,0-11-6-16,-1 0 2 0,1-2-6 0,2-1 5 15,-3-1-36-15,2-2 39 0,0-3-6 0,-1-2-7 16,-1-2 1-16,-1-6-1 0,1-1 2 0,-2-4-5 16,-1-5 4-16,0-1-9 0,0-3-7 0,-1-1-53 15,-1-3-35-15,0-4-52 0,-4-9-70 0,5 15-92 16,-5-15-97-16,0 0-54 0,0 0-83 0,0 0-125 16,0 0-436-16,-5-11-718 0</inkml:trace>
  <inkml:trace contextRef="#ctx0" brushRef="#br0" timeOffset="62156.8134">3881 4985 359 0,'-9'-9'464'0,"1"1"-66"0,2 1-71 0,0 0-30 16,0 1-39-16,6 6-44 0,-9-13-27 0,9 13-5 15,-10-12 2-15,10 12-5 0,-7-9-13 0,7 9-24 16,-6-8-25-16,6 8-26 0,0 0-11 0,-6-10-13 16,6 10-17-16,0 0-12 0,-6-8-9 0,6 8-5 15,0 0-7-15,0 0 1 0,0 0 16 0,0 0 21 16,5-7 18-16,-5 7 1 0,0 0-10 0,20 0 10 15,-20 0-2-15,22 1-6 0,-9 1-6 0,5-1 1 16,1 0 1-16,0 1-9 0,3 0-4 0,4-1-2 16,2 0 1-16,2-1-6 0,3 0-3 0,6 0-5 15,1-1-8-15,10-1-3 0,1-1-7 0,2 1 0 0,3-1-3 16,3 0 2-16,11-3-4 0,3 0-7 0,0 0 0 16,2 1 2-16,2-2-2 0,3 2-2 15,0 0 0-15,3 1 5 0,1-1-5 0,0 1-1 16,1 0 1-16,0 0 0 0,-1 0-11 0,-1 1 14 0,0-1 3 15,1 2-4-15,0 0-5 0,1-2 3 0,-2 2 1 16,2-2-2-16,-4 1 2 0,1 0-10 0,-4 1 8 16,1-1-5-16,-4 0 10 0,1-2-10 0,-2 1 3 15,-1 1 0-15,-10-2 9 0,-1 3-12 0,11-3 11 16,-2 0-12-16,3 0 25 0,1-1 18 0,2 0 19 16,1 1-23-16,3 0 14 0,1-1-30 0,1 3 15 15,1-1-23-15,2 0 18 0,-1 2-29 0,-2-2 28 16,1 3-39-16,-2-1 31 0,-1 1-26 0,-1-1 5 15,-1 1 22-15,0 1-30 0,1 0 42 0,-4 3-40 16,2-3 23-16,-12 0-24 0,11 1 26 0,-11-1-23 16,10 1 11-16,-11 0 5 0,0-1 5 0,10 2-1 15,-10 1 2-15,-1-3-1 0,9 3 5 0,-9 0 9 16,0-1-4-16,-1 0-1 0,10 2-4 0,-11 0-1 16,0 0-7-16,0 0-1 0,-1 1-14 0,0-1 20 15,1 0-6-15,-2 2 1 0,2-2-3 0,8 1 1 16,-11-1 7-16,2 2-6 0,1-2 12 0,8 2 8 15,-10-2 2-15,0 0 12 0,1 1 3 0,-1-1-4 0,-2 1-5 16,1 0-2-16,-1 0-2 0,-1-1-5 0,1 0-3 16,-1 2-5-16,1-1-6 0,-1 1-5 0,0-2-1 15,-1 0 3-15,-1 1-10 0,0 1 3 0,1-2 4 16,-2 0 0-16,-1 1-4 0,0-1-3 0,0-1-1 16,0 1 4-16,-2-2-2 0,2 1 5 0,0-1 8 15,0 0 16-15,3 0 9 0,-2-1-2 0,1 0-1 16,3 0-8-16,-5-1-5 0,3 1-2 0,-2-1-4 15,-1 1 1-15,0 1-5 0,-3-2 3 0,0 2 9 16,-8-2-20-16,0 1-2 0,-1-1-2 0,1 1 1 16,-3 0 2-16,2 0 1 0,-1-1-5 0,0 0 5 15,1 0-6-15,-3 0 3 0,2 0-6 0,-2-1 31 16,1 0-34-16,-1 0 1 0,-2 1 33 0,1 0-36 16,-5-1 5-16,1 1-1 0,-1-1 4 0,-1 0-3 15,1-1 2-15,-3 1 6 0,2 0-6 0,-1-2 2 16,-1 1-2-16,0 1 5 0,0 0-3 0,-2-3 1 15,1 2 4-15,-1 0 1 0,2-1 3 0,-2 2 1 16,0-3 9-16,-1 2-6 0,3-3 1 0,0 3-1 0,-1-1-3 16,1 0-2-16,4-2-2 0,-1 2 5 15,-1 0-5-15,3-1 28 0,-1 0-37 0,-1-1 0 16,3 2 0-16,-2-1 3 0,-3 1 0 0,-1 0-2 0,-1-2 2 16,-1 3 6-16,2-2-11 0,-2 1 1 0,-2-1 2 15,0 2-3-15,-2-1 0 0,-4 1 3 0,2 0-3 16,-2-1 3-16,0 2-1 0,1-2 1 0,-2 2-2 15,0-1-1-15,0 1 2 0,0 0 1 0,0-1-2 16,-4 0-2-16,2 2 9 0,-4 0-7 0,1-1 3 16,-13 1-6-16,22-1 2 0,-22 1-17 15,18-1 22-15,-18 1-1 0,15 0 1 0,-15 0 2 0,0 0-1 16,16-1-1-16,-16 1-1 0,0 0 3 0,0 0-5 16,13 0 0-16,-13 0 6 0,0 0-9 0,0 0 3 15,0 0 8-15,0 0-8 0,0 0-1 0,0 0-3 16,0 0 0-16,0 0 1 0,0 0 0 0,0 0 1 15,0 0 4-15,0 0-2 0,0 0-1 0,0 0 0 16,0 0 3-16,0 0-2 0,0 0 1 0,0 0 0 0,0 0 3 16,0 0 1-16,0 0 0 0,0 0 9 15,5 9 15-15,-5-9 17 0,0 0 14 0,0 0 6 16,0 0 14-16,0 0-10 0,0 0-4 0,0 0 3 16,0 0 4-16,0 0 9 0,0 0 2 0,0 0 15 0,0 0-18 15,0 0 6-15,0 0-20 0,0 0-14 0,0 0-2 16,0 0-82-16,0 0 80 0,0 0-81 15,0 0 77-15,0 0-54 0,0 0 18 0,0 0-9 0,0 0 0 16,0 0 0-16,0 0 0 0,0 0 0 0,0 0 0 16,0 0 0-16,0 0 0 0,0 0 0 0,0 0 0 15,0 0 0-15,0 0 0 0,0 0 0 0,0 0 0 16,0 0 0-16,0 0 0 0,0 0 0 0,0 0 0 16,0 0 0-16,0 0 0 0,0 0 0 0,0 0 0 15,0 0 0-15,0 0 0 0,0 0 0 0,0 0 0 16,0 0 0-16,0 0 0 0,0 0 0 0,0 0 0 15,0 0 0-15,0 0 0 0,0 0 0 0,0 0 0 16,0 0 0-16,0 0 0 0,0 0 0 0,0 0 0 16,0 0 0-16,0 0 0 0,0 0 0 0,0 0 0 15,0 0 0-15,0 0 0 0,0 0 0 0,0 0 0 16,0 0 0-16,0 0 0 0,0 0 0 0,0 0 0 16,0 0 0-16,0 0 0 0,0 0 0 0,0 0 0 0,0 0 0 15,0 0 0-15,0 0 0 0,0 0 0 0,0 0 0 16,0 0 0-16,0 0 0 0,0 0 0 15,0 0 0-15,0 0 0 0,7 8 0 0,-7-8 0 0,0 0 0 16,0 0 0-16,17 0 0 0,-17 0 0 0,16 0 0 16,-16 0 0-16,22-1 0 0,-7 0 0 0,2 1 0 15,4-2 0-15,1 1 0 0,3 0 0 0,4-1 0 16,-1 2 0-16,2-2 0 0,1 0 0 0,1 1 0 16,5 0 0-16,-2-1 0 0,1-1 0 0,-1 2 0 15,-5-1 0-15,1 1 0 0,-1-1 0 0,-1 0 0 16,0 0 0-16,0-1 0 0,0 2 0 0,0-2 0 15,-1 1 0-15,-1 0 0 0,0-1 0 0,1 1 0 16,-1-1 0-16,1 1 0 0,0 0 0 0,0-1 0 16,1 0 0-16,1 1 0 0,-1-1 0 0,5-1 0 0,0 0 0 15,-1 0 0-15,0 2 0 0,2-2 0 16,-1 2 0-16,1-3 0 0,1 3 0 0,-1-2 0 16,0 3 0-16,-1-2 0 0,-3 1 0 0,0 0 0 0,-1 2 0 15,1-2 0-15,-1 0 0 0,0 1 0 0,0 0 0 16,1 1 0-16,0 0 0 0,-1 0 0 15,1 0 0-15,0 0 0 0,-1 0 0 0,1 0 0 0,-2 0 0 16,1 0 0-16,0 0 0 0,-2 0 0 0,0 0 0 16,0 0 0-16,-5 0 0 0,0 0 0 0,-1 0 0 15,-1-1 0-15,1 0 0 0,-2 1 0 0,-1-1 0 16,0-1 0-16,-1 2 0 0,-1-1 0 0,-2 1 0 16,-1-2 0-16,-1 2 0 0,-13 0 0 0,21-2 0 15,-21 2 0-15,19-1 0 0,-19 1 0 0,14 0 0 16,-14 0 0-16,13-1 0 0,-13 1 0 0,0 0 0 15,14-2 0-15,-14 2 0 0,0 0 0 0,0 0 0 16,15-1 0-16,-15 1 0 0,0 0 0 0,0 0 0 16,0 0 0-16,0 0 0 0,0 0 0 0,0 0 0 15,-11 7 0-15,11-7 0 0,-12 2 0 0,12-2 0 16,-16 2 0-16,16-2 0 0,-16 3 0 0,16-3 0 16,-17 1 0-16,17-1 0 0,-14 2 0 0,14-2 0 0,-14 2 0 15,14-2 0-15,0 0 0 0,-14 2 0 0,14-2 0 16,0 0 0-16,0 0 0 0,-16 0 0 0,16 0 0 15,0 0 0-15,0 0 0 0,0 0 0 16,-13 1 0-16,13-1 0 0,0 0 0 0,0 0 0 0,0 0 0 16,0 0 0-16,0 0 0 0,0 0 0 0,0 0 0 15,0 0 0-15,0 0 0 0,0 0 0 0,0 0 0 16,0 0 0-16,0 0 0 0,0 0 0 0,0 0 0 16,0 0 0-16,0 0 0 0,0 0 0 0,-12 1 0 15,12-1 0-15,0 0 0 0,0 0 0 0,0 0 0 16,0 0 0-16,0 0 0 0,0 0 0 0,0 0 0 15,0 0 0-15,0 0 0 0,0 0 0 0,0 0 0 16,0 0 0-16,0 0 0 0,0 0 0 0,0 0 0 16,0 0 0-16,0 0 0 0,0 0 0 0,0 0 0 15,0 0 0-15,0 0 0 0,0 0 0 0,0 0 0 16,0 0 0-16,0 0 0 0,0 0 0 0,15 0 0 16,-15 0 0-16,17-1 0 0,-17 1 0 0,26-1 0 0,-11 1 0 15,5 0 0-15,0-2 0 0,4 2 0 0,4-1 0 16,2-1 0-16,0 2 0 0,7-1 0 0,1 1 0 15,2-1 0-15,1 0 0 0,-1 0 0 0,4 0 0 16,-2 0 0-16,2 1 0 0,-2-1 0 0,9 1 0 16,-9-1 0-16,-1 0 0 0,0 1 0 0,0-1 0 15,0 0 0-15,-1 1 0 0,0-1 0 0,0 1 0 16,-1 0 0-16,2-1 0 0,-1 1 0 0,1-2 0 16,1 1 0-16,0-1 0 0,2 2 0 0,4-2 0 15,2 2 0-15,-1-2 0 0,2 0 0 0,1 0 0 16,-1 2 0-16,0-2 0 0,1-1 0 0,-2 2 0 15,0 0 0-15,1-1 0 0,-2 1 0 0,0 0 0 16,-1 0 0-16,-4 0 0 0,-2 0 0 0,0 1 0 16,1-1 0-16,-2 1 0 0,-1-2 0 0,0 2 0 15,-1 0 0-15,0 0 0 0,1 0 0 0,-3-2 0 0,2 2 0 16,-1 0 0-16,2 0 0 0,-2-2 0 16,0 2 0-16,0 0 0 0,0 0 0 0,-1 0 0 0,-4-1 0 15,5 1 0-15,0 0 0 0,0-1 0 0,0 2 0 16,0-1 0-16,-1 1 0 0,0-1 0 0,1 2 0 15,-1-2 0-15,0 1 0 0,0 0 0 16,-1 1 0-16,2-2 0 0,-2 1 0 0,1 1 0 0,0-1 0 16,0 0 0-16,1 2 0 0,1-1 0 0,-2-1 0 15,2 1 0-15,2 0 0 0,-1 1 0 0,1 0 0 16,1-2 0-16,5 2 0 0,0 1 0 0,-6-2 0 16,0 1 0-16,1-2 0 0,-1 1 0 0,0 0 0 15,2-1 0-15,-3 0 0 0,0 0 0 0,-1 0 0 16,-1-1 0-16,0 0 0 0,-6-1 0 0,1 0 0 15,-2 0 0-15,1 1 0 0,-1-2 0 0,0-1 0 16,3 2 0-16,-3-1 0 0,0 0 0 0,5 0 0 16,-5 0 0-16,-1-1 0 0,0 2 0 0,-1 0 0 15,-1-1 0-15,2 1 0 0,-1-2 0 0,-1 2 0 16,0-1 0-16,0-1 0 0,0 1 0 0,-1-1 0 16,-1 1 0-16,1 0 0 0,-3 0 0 0,2 0 0 15,-1 0 0-15,-3 1 0 0,0-1 0 0,0 2 0 16,1-1 0-16,0 1 0 0,-2 0 0 0,2 0 0 15,0 0 0-15,0 1 0 0,1 2 0 0,3-1 0 16,-1 0 0-16,1 1 0 0,1 0 0 0,0 2 0 16,2-3 0-16,-1 2 0 0,-1 0 0 0,2 0 0 15,-3 0 0-15,1 0 0 0,1 0 0 0,-1 0 0 16,-1-2 0-16,1 3 0 0,0-3 0 0,0 3 0 16,1-3 0-16,0 2 0 0,-2-2 0 0,0 2 0 15,1-2 0-15,-1 0 0 0,0 1 0 0,-1-2 0 16,0 2 0-16,-1 0 0 0,-3-1 0 0,-1 1 0 15,0-2 0-15,-1 1 0 0,1 0 0 0,0-1 0 16,-2 0 0-16,-1 1 0 0,1-1 0 0,-1 1 0 16,1 0 0-16,-1 0 0 0,0 1 0 0,0-2 0 15,0 1 0-15,0 0 0 0,-1 0 0 0,0-2 0 16,-2 4 0-16,0-3 0 0,0-1 0 0,2 1 0 16,-2 0 0-16,3 1 0 0,-3-2 0 0,3 2 0 0,-2-2 0 15,0 0 0-15,0 0 0 0,2 0 0 0,-1 0 0 16,1 0 0-16,1 0 0 0,-1 0 0 0,2 0 0 15,0 0 0-15,-2 0 0 0,1 0 0 0,-2 0 0 16,2 0 0-16,-2-2 0 0,-1 0 0 0,-1 1 0 16,-1 1 0-16,1-1 0 0,-1 1 0 0,-1 0 0 15,1 0 0-15,-14 0 0 0,25 0 0 0,-25 0 0 16,22-1 0-16,-22 1 0 0,21-1 0 0,-21 1 0 16,20 0 0-16,-20 0 0 0,17-1 0 0,-17 1 0 15,16 0 0-15,-16 0 0 0,17-1 0 0,-17 1 0 16,19 1 0-16,-19-1 0 0,22 0 0 0,-22 0 0 15,24 1 0-15,-10-1 0 0,-2 1 0 0,2 0 0 16,-1 0 0-16,3-2 0 0,-3 2 0 0,1 1 0 16,-2-1 0-16,0 1 0 0,1-1 0 0,-13-1 0 15,21 1 0-15,-21-1 0 0,19 3 0 0,-19-3 0 0,16 2 0 16,-16-2 0-16,14 1 0 0,-14-1 0 16,12 2 0-16,-12-2 0 0,0 0 0 0,16 3 0 0,-16-3 0 15,0 0 0-15,13 1 0 0,-13-1 0 0,0 0 0 16,0 0 0-16,16 0 0 0,-16 0 0 15,0 0 0-15,0 0 0 0,14 1 0 0,-14-1 0 16,0 0 0-16,0 0 0 0,0 0 0 0,0 0 0 0,14 1 0 16,-14-1 0-16,0 0 0 0,0 0 0 0,0 0 0 15,0 0 0-15,0 0 0 0,0 0 0 16,0 0 0-16,0 0 0 0,0 0 0 0,0 0 0 0,0 0-25 16,0 0-549-16,0 0-191 0,-9-6-161 0,9 6-935 15,-20-6-1578-15</inkml:trace>
  <inkml:trace contextRef="#ctx0" brushRef="#br0" timeOffset="65298.673">23723 4923 348 0,'0'0'546'0,"0"0"-158"0,0 0-16 0,0 0-72 15,0 0 17-15,-2-12-57 0,2 12-13 0,0 0-23 16,0 0-11-16,0 0-36 0,-3-10-23 15,3 10-36-15,0 0-12 0,0 0-24 0,0 0-3 0,-2-13-16 16,2 13-2-16,0 0-18 0,0 0 0 0,0 0-18 16,0 0-2-16,0-11-8 0,0 11 0 0,0 0-6 15,0 0 4-15,0 0-11 0,0 0 8 16,0 0-15-16,0 0 5 0,2-12-19 0,-2 12 5 0,0 0-11 16,7-6 9-16,-7 6-13 0,0 0 16 0,12-8-9 15,-12 8 11-15,8-6-1 0,-8 6 12 0,9-7-10 16,-9 7 16-16,7-8-8 0,-7 8 43 0,4-8 6 15,-4 8 3-15,0 0-1 0,-3-15 4 0,3 15-17 16,-10-9 12-16,2 3 5 0,-2 0 2 0,-3 2-5 16,-1 0 3-16,-1-1 10 0,-1 3 2 0,0-2 5 15,2 1-12-15,1 0 23 0,2 1-19 0,11 2 11 16,-21-6-22-16,21 6 16 0,-14-3-26 0,14 3 18 16,-13-3-29-16,13 3 15 0,-10-3-26 0,10 3 27 15,0 0-32-15,0 0 26 0,0 0-31 0,0 0 13 0,0 0-8 16,0 0 0-16,6-8-4 0,-6 8-3 15,14 0 1-15,-14 0-4 0,16 2 6 0,-16-2-8 16,22 3 0-16,-10-2 5 0,3 0 0 0,1 1 3 0,3 0 0 16,1 0 6-16,3 1-5 0,4-1-2 0,1 1-1 15,7 0 2-15,3 0 0 0,2 0-6 0,8 1 7 16,3-1-2-16,2 2-7 0,0-2-4 0,1 1 6 16,0-1 1-16,-2-1-7 0,-2 0 4 0,-1 1-2 15,-7-1 4-15,-2-1-5 0,-1-1-1 0,-8 0 10 16,1 0-1-16,-5 0-7 0,-4 0 2 0,-2-1 3 15,-2 1-1-15,-4-1 3 0,2-1-3 0,-3 0-1 16,0 1 1-16,-3-1 0 0,1 1 4 0,-12 1 14 16,18-4 9-16,-18 4 3 0,16-3-6 0,-16 3 0 15,13-3-5-15,-13 3-2 0,10-3-3 0,-10 3-7 16,0 0-6-16,14-2-1 0,-14 2 4 0,0 0-9 16,0 0 3-16,16-2-11 0,-16 2 10 0,0 0-1 15,0 0-2-15,14 1-4 0,-14-1 8 0,0 0-4 16,9 1 6-16,-9-1-1 0,0 0-8 0,10 5 3 15,-10-5 1-15,0 0-2 0,10 4 2 0,-10-4 1 16,0 0 1-16,9 4 3 0,-9-4-7 0,0 0 6 16,9 7 14-16,-9-7-3 0,0 0-5 0,9 8-3 0,-9-8 3 15,0 0 15-15,9 8 26 0,-9-8 12 0,0 0 18 16,8 8-9-16,-8-8 23 0,0 0-38 16,8 8 0-16,-8-8 7 0,0 0-7 0,9 6 24 0,-9-6-37 15,0 0-3-15,4 7 3 0,-4-7 39 0,0 0 5 16,7 9-5-16,-7-9-12 0,0 0-8 0,7 8-20 15,-7-8 1-15,0 0-4 0,9 8 1 0,-9-8 10 16,0 0 19-16,6 10-13 0,-6-10 0 0,5 8 7 16,-5-8 5-16,4 10-21 0,-4-10-3 0,5 11 4 15,-5-11-18-15,4 13 2 0,-4-13-13 0,6 17 2 16,-6-17-4-16,3 20 3 0,0-11-7 0,-1 3-1 16,0 0-5-16,-1 0 7 0,1 2-52 0,0 3 84 15,2-3-65-15,-2 4 89 0,0 0-86 0,1-3 50 16,1 3-34-16,1 3 0 0,-3 1 0 0,2 0 0 0,-1-1 0 15,1 1 0-15,-2 0 0 0,1 1 0 0,-1-1 0 16,3 1 0-16,-3 0 0 0,0-1 0 16,-1 2 0-16,1-1 0 0,0-1 0 0,0-3 0 0,0 5 0 15,0-5 0-15,-2 1 0 0,1-1 0 0,1 0 0 16,-1 1 0-16,0-1 0 0,1 0 0 0,0-2 0 16,-2 1 0-16,2 0 0 0,-2 0 0 0,0-2 0 15,1 0 0-15,-1 2 0 0,1-4 0 0,-1 2 0 16,1-2 0-16,-1 0 0 0,2 0 0 0,-1 1 0 15,0-2 0-15,0 1 0 0,-1-2 0 0,2 3 0 16,0-2 0-16,0 0 0 0,0 1 0 0,1 0 0 16,-1 1 0-16,2 0 0 0,-2-3 0 0,0 1 0 15,1 0 0-15,2 1 0 0,-3 0 0 0,1 1 0 16,0-2 0-16,2 1 0 0,-3-1 0 0,1 3 0 16,0-3 0-16,0 1 0 0,2 1 0 0,-2-1 0 15,0 0 0-15,0-1 0 0,1 2 0 0,-1-2 0 16,-1 1 0-16,2 0 0 0,-2-2 0 0,1 1 0 0,-1 0 0 15,3 2 0-15,-3-2 0 0,2 1 0 16,-3 0 0-16,2-2 0 0,-1 1 0 0,1-1 0 16,-1 0 0-16,-1 1 0 0,1 0 0 0,0-1 0 15,-1 1 0-15,0 1 0 0,1-3 0 0,-2 3 0 0,3-2 0 16,-3 1 0-16,0-1 0 0,2 2 0 16,-2-2 0-16,0 1 0 0,0 0 0 0,0 1 0 15,0-1 0-15,0 0 0 0,1 1 0 0,-1 1 0 0,0 2 0 16,0-1 0-16,1 1 0 0,-1 1 0 0,0 0 0 15,1 1 0-15,0 0 0 0,-1 2 0 0,0-2 0 16,0 1 0-16,0 2 0 0,-1 2 0 0,0-1 0 16,1 2 0-16,0 0 0 0,-1 0 0 0,1 0 0 15,-1 0 0-15,1 1 0 0,0 0 0 0,0-1 0 16,-2 0 0-16,2 0 0 0,0 0 0 0,-3 1 0 16,3 0 0-16,-2-1 0 0,1 1 0 0,1 1 0 15,-1-2 0-15,-1 0 0 0,1 0 0 0,0 1 0 16,0 1 0-16,-1-2 0 0,2 1 0 0,-3-1 0 0,2 2 0 15,1-1 0-15,-2 0 0 0,0 0 0 16,1 2 0-16,1-3 0 0,-2 3 0 0,0-1 0 16,0 0 0-16,0 0 0 0,-1 0 0 0,1 0 0 0,1-1 0 15,-1 0 0-15,-2 1 0 0,2-1 0 0,0 1 0 16,0-2 0-16,-1 1 0 0,1-1 0 16,-1 0 0-16,1 1 0 0,0-1 0 0,0 0 0 0,-3 1 0 15,3-1 0-15,-1-1 0 0,1 3 0 0,0-3 0 16,0-1 0-16,-1 3 0 0,1-2 0 0,0 1 0 15,0 0 0-15,0-1 0 0,-2-1 0 0,1 1 0 16,0-1 0-16,1 1 0 0,0-2 0 0,0 0 0 16,-1 2 0-16,2-4 0 0,-1-1 0 0,0 3 0 15,1-2 0-15,-1-1 0 0,-1 1 0 0,2 0 0 16,-1 0 0-16,-1 1 0 0,1-2 0 0,1-1 0 16,-1 2 0-16,2 0 0 0,-2 0 0 0,1 0 0 15,0 0 0-15,1 0 0 0,-1 0 0 0,0 0 0 16,1 2 0-16,0-2 0 0,-2 4 0 0,1-4 0 15,1 1 0-15,0 1 0 0,0-1 0 0,0 2 0 16,-2 1 0-16,2-3 0 0,0 3 0 0,-2 0 0 16,2-1 0-16,-2 1 0 0,2-2 0 0,-1-2 0 15,-1 4 0-15,1 0 0 0,0 1 0 0,0-2 0 16,0 1 0-16,-1 0 0 0,-1 0 0 0,1 0 0 0,0 0 0 16,-1-1 0-16,1 1 0 0,0-1 0 15,0 3 0-15,-1-2 0 0,0 0 0 0,1 0 0 16,1-1 0-16,-1 2 0 0,-2-1 0 0,1 1 0 0,0 0 0 15,2 0 0-15,-2-1 0 0,0 1 0 0,1-1 0 16,0 0 0-16,0 1 0 0,0-1 0 0,0 1 0 16,-1-2 0-16,2 2 0 0,-3-1 0 15,2 0 0-15,0 1 0 0,0-2 0 0,1 0 0 0,0 0 0 16,-1 2 0-16,1-2 0 0,0 0 0 0,0 0 0 16,0 1 0-16,0-1 0 0,1-2 0 0,-2 3 0 15,2-4 0-15,-2 5 0 0,2-2 0 0,-2 1 0 16,1-2 0-16,0 3 0 0,0 0 0 0,0 0 0 15,-1 2 0-15,1-1 0 0,-1 0 0 0,-1 1 0 16,1-1 0-16,-1 2 0 0,1 0 0 0,0 3 0 16,0 0 0-16,-1 0 0 0,1 1 0 0,0-4 0 15,0 3 0-15,0 1 0 0,2 0 0 0,-3-4 0 16,2 2 0-16,0-2 0 0,-2 4 0 0,2-3 0 0,0 0 0 16,0 3 0-16,0 2 0 0,-1-2 0 15,0 2 0-15,1-1 0 0,-1 0 0 0,0 1 0 16,0-1 0-16,0 0 0 0,0 1 0 0,-1 0 0 0,0-2 0 15,1 2 0-15,-2-2 0 0,2 0 0 0,-2 1 0 16,1 1 0-16,1-2 0 0,-2-1 0 0,2 2 0 16,-2-1 0-16,2 0 0 0,-1-1 0 0,1 1 0 15,-1 2 0-15,2-1 0 0,0-1 0 0,-1 1 0 16,1 1 0-16,-1-1 0 0,2 0 0 0,-2 2 0 16,2-2 0-16,-2 3 0 0,2-1 0 0,-1-1 0 0,1 1 0 15,-1 0 0-15,1 0 0 0,0-2 0 16,0 2 0-16,0-1 0 0,0 0 0 0,0 1 0 15,2-1 0-15,-2 0 0 0,0 0 0 0,2 0 0 16,0-1 0-16,-2 1 0 0,2-1 0 0,-1 0 0 0,0 2 0 16,1-3 0-16,-1 1 0 0,1 3 0 15,-1-3 0-15,-1 1 0 0,2-1 0 0,-2 1 0 16,-2-1 0-16,2 1 0 0,-1 0 0 0,-1 1 0 0,0-1 0 16,1 0 0-16,-1-1 0 0,0 2 0 0,0-3 0 15,-2 3 0-15,3-1 0 0,-2 1 0 16,0 0 0-16,1 1 0 0,-1 0 0 0,0-1 0 0,-1 1 0 15,2 1 0-15,0 0 0 0,0 0 0 0,0 1 0 16,1-1 0-16,-1 1 0 0,0 0 0 0,2 0 0 16,-2-1 0-16,0 1 0 0,1 1 0 0,0-1 0 15,0 2 0-15,0-2 0 0,0 1 0 0,1 5 0 16,-1-5 0-16,0 5 0 0,0-4 0 0,1-1 0 16,0 5 0-16,0 4 0 0,-1-10 0 0,2 6 0 15,-1-5 0-15,2 5 0 0,-2-3 0 0,1 3 0 16,-1-6 0-16,2 1 0 0,-2 0 0 0,2 5 0 15,-1 0 0-15,1-5 0 0,-2-2 0 0,2 2 0 16,-2-1 0-16,1-1 0 0,0 1 0 0,1 0 0 0,-1-1 0 16,0 0 0-16,0-1 0 0,1 0 0 15,0 0 0-15,-2-2 0 0,1 0 0 0,0 0 0 0,0 0 0 16,1-2 0-16,0-4 0 0,-1 1 0 0,0-2 0 16,2 2 0-16,-3-2 0 0,2 1 0 15,0-1 0-15,0-1 0 0,0 0 0 0,0-1 0 0,-1-1 0 16,1 0 0-16,0-5 0 0,-1 0 0 0,0-2 0 15,0 1 0-15,1-2 0 0,-2-3 0 0,2 0 0 16,0-1 0-16,-2-12 0 0,3 19 0 0,-3-19 0 16,0 15 0-16,0-15 0 0,3 10 0 0,-3-10 0 15,0 0 0-15,8 6 0 0,-8-6 0 0,0 0 0 16,15-1 0-16,-15 1 0 0,12-5 0 0,-12 5 0 0,11-7 0 16,-11 7 0-16,12-10 0 0,-12 10 0 15,6-15-283-15,-6 15-709 0,-6-22-220 0,-2 7-588 16,-5-4-1503-16</inkml:trace>
  <inkml:trace contextRef="#ctx0" brushRef="#br0" timeOffset="71678.6385">3910 5023 83 0,'0'0'196'0,"0"0"-80"16,0 0 12-16,0 0-59 0,0 0 19 0,0 0-59 0,0 0 37 15,0 0-41-15,0 0 30 0,0 0-35 0,0 0 42 16,0 0-40-16,0 0 27 0,0 0-33 16,0 0 27-16,0 0-50 0,0 0 42 0,0 0-29 15,1-13 53-15,-1 13-33 0,0 0 51 0,10-7-12 0,-10 7 33 16,0 0 14-16,11-7 4 0,-11 7 1 15,0 0 7-15,9-7 3 0,-9 7 1 0,0 0 6 0,7-7 0 16,-7 7 13-16,0 0 18 0,0 0 13 0,7-6 11 16,-7 6 0-16,0 0-4 0,0 0-1 0,0 0-17 15,0 0-15-15,0 0 9 0,7-7-5 0,-7 7-2 16,0 0-3-16,0 0-6 0,0 0 0 0,0 0-2 16,0 0 1-16,0 0-44 0,0 0 33 0,0 0-22 15,0 0-25-15,0 0-19 0,0 0-11 0,-3-9-8 16,3 9-15-16,0 0-7 0,0 0-6 0,-16 0-7 15,16 0 0-15,-14 0-1 0,14 0 2 0,-18 1-5 16,18-1-4-16,-22 4 0 0,9-2-5 0,0 0 5 16,1 1-5-16,-2-1 7 0,-2 2-3 0,2-1-4 15,-3 0 1-15,2 1 4 0,-1-1-5 0,1 0-5 0,-1 0 10 16,2 1-4-16,1-1-3 0,1-1-2 0,1 1 8 16,11-3-8-16,-18 4 2 0,18-4 1 0,-16 3 4 15,16-3 7-15,-11 1-15 0,11-1 0 0,-10 5 0 16,10-5 2-16,0 0-1 0,-14 1 4 0,14-1-3 15,0 0 1-15,0 0 7 0,-9 4-7 0,9-4 4 16,0 0-9-16,0 0 14 0,0 0-10 0,0 0-3 16,0 0 5-16,-9 3-1 0,9-3 0 0,0 0-1 15,0 0 1-15,0 0 0 0,0 0 5 0,0 0-8 16,0 0 4-16,0 0 4 0,0 0 0 0,0 0-3 16,0 12 5-16,0-12 2 0,0 0 4 0,0 0 19 15,0 0 13-15,0 0 4 0,0 0 5 0,0 0 2 16,0 0 0-16,3 9 7 0,-3-9-4 0,0 0 13 15,0 0-3-15,0 0 2 0,0 0-9 0,0 0 2 16,0 0-12-16,0 0-3 0,0 0 3 0,0 0-9 16,0 0 35-16,2 10-39 0,-2-10 25 0,0 0-30 15,0 0 20-15,2 12-35 0,-2-12 31 0,0 0 38 16,2 13 32-16,-2-13-57 0,0 14 33 0,0-14-63 0,0 16-2 16,0-16-2-16,1 15 8 0,-1-15-11 0,1 21-7 15,-1-21 12-15,1 21 20 0,-1-21 13 16,0 22-19-16,2-12 5 0,-1 2-4 0,0-1 3 15,1 1 5-15,0 1 1 0,-1-2 9 0,1 1-54 16,0 1-8-16,0-1 0 0,1 0 0 0,-1 1 0 0,0-1 0 16,1 3 0-16,-1-2 0 0,2 2 0 0,-2 0 0 15,1-1 0-15,-1 2 0 0,1-1 0 0,0 1 0 16,1 0 0-16,-1 1 0 0,-1-1 0 0,1 1 0 16,0 0 0-16,-1-1 0 0,0 1 0 0,0 1 0 15,1-2 0-15,-1 1 0 0,-1 0 0 0,1 1 0 16,0-4 0-16,1 2 0 0,-1 1 0 0,0-1 0 15,-1-2 0-15,2 1 0 0,-1 0 0 0,0-3 0 16,0 2 0-16,0-2 0 0,0 1 0 0,0-1 0 16,0 1 0-16,1-1 0 0,-1 1 0 0,0-1 0 15,2 0 0-15,-2 0 0 0,2 1 0 0,-1 0 0 16,0 0 0-16,1 0 0 0,-1-1 0 0,1 1 0 16,0-2 0-16,1 2 0 0,-1 0 0 0,0 0 0 15,0-1 0-15,1 1 0 0,-1-2 0 0,-1 1 0 16,2-1 0-16,0 1 0 0,-1-2 0 0,0 1 0 15,-1 1 0-15,1-1 0 0,1 1 0 0,0-2 0 0,-2 1 0 16,1 0 0-16,0 1 0 0,0-2 0 0,0 1 0 16,0-1 0-16,0 1 0 0,1-1 0 15,-1 1 0-15,-1 0 0 0,1-1 0 0,0 2 0 0,-1-3 0 16,1 2 0-16,0 0 0 0,0 1 0 0,0 2 0 16,0-2 0-16,0 1 0 0,0 1 0 0,-1 0 0 15,1 1 0-15,-1-1 0 0,1 3 0 0,0-2 0 16,-1 2 0-16,-1-1 0 0,2 0 0 0,-3 2 0 15,2 0 0-15,0-2 0 0,-1 4 0 0,0-2 0 16,0 0 0-16,1 1 0 0,0 1 0 0,-1 0 0 16,1 1 0-16,-1-3 0 0,1 2 0 0,-1-2 0 15,1 2 0-15,0-1 0 0,-1 0 0 0,1-2 0 16,-1 1 0-16,3 0 0 0,-3 0 0 0,1-1 0 16,0 1 0-16,0-2 0 0,-1 2 0 0,0-3 0 0,0 2 0 15,0-2 0-15,0 1 0 0,0 0 0 16,-1-1 0-16,0 1 0 0,0 1 0 0,0-3 0 15,0-1 0-15,1 2 0 0,-2-2 0 0,0 1 0 0,1 0 0 16,-1 1 0-16,0-2 0 0,1 0 0 0,-1 1 0 16,0 0 0-16,0 1 0 0,0-3 0 15,0 1 0-15,-1-1 0 0,2 0 0 0,-1-12 0 0,-1 23 0 16,1-23 0-16,1 24 0 0,-1-24 0 0,0 19 0 16,0-19 0-16,-2 18 0 0,2-18 0 0,1 18 0 15,-1-18 0-15,-1 16 0 0,1-16 0 0,1 16 0 16,-1-16 0-16,1 17 0 0,-1-17 0 0,0 13 0 15,0-13 0-15,0 15 0 0,0-15 0 0,0 16 0 16,0-16 0-16,0 13 0 0,0-13 0 0,1 15 0 16,-1-15 0-16,0 14 0 0,0-14 0 0,1 17 0 15,-1-17 0-15,0 13 0 0,0-13 0 0,1 14 0 16,-1-14 0-16,0 16 0 0,0-16 0 0,2 14 0 16,-2-14 0-16,1 15 0 0,-1-15 0 0,2 14 0 15,-2-14 0-15,2 15 0 0,-2-15 0 0,2 17 0 16,-2-17 0-16,2 15 0 0,-2-15 0 0,2 18 0 15,-2-18 0-15,2 19 0 0,-2-19 0 0,1 21 0 0,-1-21 0 16,1 20 0-16,-1-20 0 0,2 21 0 0,-2-21 0 16,0 23 0-16,1-12 0 0,-1 2 0 15,0-1 0-15,1-1 0 0,0 3 0 0,-1-2 0 16,1 1 0-16,0 1 0 0,-1-1 0 0,3-1 0 0,-2 3 0 16,0-1 0-16,0-1 0 0,1 1 0 0,0 1 0 15,0 0 0-15,0-1 0 0,0 1 0 16,0 0 0-16,-1-2 0 0,1-2 0 0,0 4 0 0,1 0 0 15,-1-3 0-15,0 2 0 0,1 1 0 0,-2-2 0 16,1 2 0-16,0-1 0 0,-1 1 0 0,1 1 0 16,-1-1 0-16,1 2 0 0,-1-2 0 0,0 1 0 15,0 0 0-15,1 0 0 0,-1 0 0 0,0 2 0 16,0-2 0-16,0 1 0 0,1 0 0 0,-1 1 0 16,0 0 0-16,-1-2 0 0,2 1 0 0,-1 2 0 15,1 1 0-15,1 0 0 0,-1-1 0 0,0 1 0 16,0 0 0-16,1-1 0 0,-1 3 0 0,0-2 0 15,1 1 0-15,-1-2 0 0,0 4 0 0,1-4 0 0,-1 1 0 16,0-1 0-16,1 0 0 0,-1 1 0 0,0 0 0 16,-1-2 0-16,1 2 0 0,0 0 0 0,0 0 0 15,0-1 0-15,0 5 0 0,-1-5 0 16,1 1 0-16,-1 1 0 0,0 2 0 0,0-2 0 0,0 0 0 16,-1 2 0-16,1 1 0 0,-1-3 0 0,0 0 0 15,0 2 0-15,1 0 0 0,-1 1 0 16,1 0 0-16,-1 0 0 0,1 0 0 0,-1 0 0 0,1-3 0 15,-1 4 0-15,0-1 0 0,1-1 0 0,-1-2 0 16,2-1 0-16,-2 3 0 0,0 0 0 0,1 1 0 16,0-3 0-16,-1 0 0 0,1 0 0 0,0 4 0 15,-1-4 0-15,0 0 0 0,1 2 0 0,-1-1 0 16,0 2 0-16,0-2 0 0,0 1 0 0,1 1 0 16,-1 2 0-16,-1-1 0 0,1-1 0 0,0 2 0 15,0-1 0-15,0 2 0 0,-1-1 0 0,1 0 0 16,-1 1 0-16,0-2 0 0,1 3 0 0,-1-2 0 15,0 0 0-15,1 1 0 0,0 0 0 0,0 0 0 16,0 0 0-16,-2 1 0 0,2-2 0 0,-1 3 0 0,1-3 0 16,-1 2 0-16,0 0 0 0,1-1 0 0,-2 4 0 15,1-3 0-15,1 0 0 0,-2 2 0 0,1-2 0 16,0 4 0-16,-1 2 0 0,1-3 0 0,-1 2 0 16,1 0 0-16,-1 0 0 0,0-1 0 0,1-5 0 15,-1 6 0-15,0-1 0 0,0-1 0 0,0 2 0 16,-1-6 0-16,2 3 0 0,-1-2 0 0,1 1 0 15,0-1 0-15,0 0 0 0,0 0 0 0,0 1 0 16,1 0 0-16,-1 0 0 0,1 0 0 0,0-1 0 16,1 0 0-16,-1 1 0 0,0 0 0 0,1-1 0 15,0 0 0-15,-1 0 0 0,2-1 0 0,-2 1 0 16,1-1 0-16,-1 0 0 0,2 0 0 0,-2-1 0 16,2 1 0-16,-2-2 0 0,2 1 0 0,-1-1 0 0,0 0 0 15,0 1 0-15,-1-3 0 0,0 1 0 16,1-1 0-16,-1 2 0 0,1-6 0 0,-1 3 0 15,1-1 0-15,-1-1 0 0,0 5 0 0,0-4 0 16,0 0 0-16,0-1 0 0,0-1 0 0,2 5 0 0,-2-4 0 16,0 1 0-16,0 1 0 0,0-2 0 15,0 2 0-15,0-1 0 0,0 0 0 0,0 4 0 16,1-4 0-16,-1 4 0 0,0-5 0 0,0 2 0 0,1 0 0 16,-1-3 0-16,0 4 0 0,0-3 0 0,0 2 0 15,0-2 0-15,1 1 0 0,-1-2 0 0,1 2 0 16,-1-1 0-16,1 0 0 0,-1-1 0 0,1 0 0 15,-1 1 0-15,1 1 0 0,-1-2 0 0,0 2 0 16,0-2 0-16,0-1 0 0,1 1 0 0,-1 0 0 16,0 0 0-16,0 0 0 0,0-1 0 0,0 1 0 15,0 0 0-15,0-1 0 0,0 2 0 0,1-1 0 16,-1 0 0-16,0 1 0 0,0 0 0 0,0-1 0 16,0 2 0-16,0-1 0 0,0 1 0 0,0 0 0 0,1-1 0 15,-1 2 0-15,1 0 0 0,-1 1 0 16,1-3 0-16,0 4 0 0,0 1 0 0,0-2 0 15,1 1 0-15,-1-1 0 0,1 1 0 0,1-2 0 16,-1 1 0-16,0 1 0 0,1 1 0 0,-1-2 0 0,1 0 0 16,-1 1 0-16,1 1 0 0,-1-1 0 0,1 1 0 15,-1 0 0-15,-1 0 0 0,1-1 0 0,0 3 0 16,1-2 0-16,-2 0 0 0,1 0 0 0,0 2 0 16,0-2 0-16,-1 1 0 0,1 0 0 0,0 0 0 15,-1-1 0-15,1-1 0 0,0 0 0 16,0 0 0-16,0-1 0 0,0 1 0 0,-1-5 0 0,1 0 0 15,0 0 0-15,0 0 0 0,0-2 0 0,0 1 0 16,-1-3 0-16,1 2 0 0,-1 0 0 0,0-2 0 16,1-3 0-16,-1 2 0 0,0-1 0 0,-1-1 0 15,1-1 0-15,-1 2 0 0,0-13 0 0,2 20 0 16,-2-20 0-16,0 17 0 0,0-17 0 0,0 16 0 16,0-16 0-16,0 13 0 0,0-13 0 0,0 15 0 15,0-15 0-15,0 0 0 0,0 16 0 0,0-16 0 16,0 0 0-16,0 15 0 0,0-15 0 0,0 0 0 15,0 13 0-15,0-13 0 0,0 0 0 0,0 13 0 16,0-13 0-16,0 0 0 0,-2 15 0 0,2-15 0 0,0 0 0 16,-1 17 0-16,1-17 0 0,-1 16 0 15,1-16 0-15,-1 18 0 0,1-18 0 0,-2 22 0 16,2-10 0-16,0 2 0 0,-1-1 0 0,0 3 0 0,1 2 0 16,-1 1 0-16,0 0 0 0,1 0 0 15,0 1 0-15,1-1 0 0,0 1 0 0,-1-1 0 0,2 0 0 16,-1 0 0-16,0 0 0 0,1-1 0 0,0-1 0 15,1-1 0-15,-1 0 0 0,0-1 0 0,1 3 0 16,-1-4 0-16,3-3 0 0,-3 1 0 0,1 0 0 16,1-2 0-16,-1 2 0 0,1-2 0 0,-1 1 0 0,0 0 0 15,0 0 0-15,2 0 0 0,-2-2 0 16,1 3 0-16,0-2 0 0,0 1 0 0,0 0 0 16,0-1 0-16,0 2 0 0,2 0 0 0,-2-2 0 15,0 2 0-15,1-2 0 0,-1 0 0 0,0 1 0 16,0 0 0-16,2 0 0 0,-2 0 0 0,0 0 0 15,0-2 0-15,-1 1 0 0,1 1 0 0,0-1 0 16,-1 0 0-16,1-1 0 0,-1-1 0 0,-3-8 0 0,5 18 0 16,-5-18 0-16,4 17 0 0,-4-17 0 15,4 14 0-15,-4-14 0 0,2 15 0 0,-2-15 0 16,2 14 0-16,-2-14 0 0,1 16 0 0,-1-16 0 0,-1 16 0 16,1-16 0-16,-3 17 0 0,3-17 0 15,-3 18 0-15,3-18 0 0,-4 17 0 0,4-17 0 16,-5 18 0-16,5-18 0 0,-4 16 0 0,4-16 0 15,-6 15 0-15,6-15 0 0,-4 14 0 0,4-14 0 0,-3 16 0 16,3-16 0-16,-4 12 0 0,4-12 0 0,-4 13 0 16,4-13 0-16,-3 11 0 0,3-11 0 15,-4 10 0-15,4-10 0 0,0 0 0 0,-3 12 0 0,3-12 0 16,0 0 0-16,-5 15 0 0,5-15 0 0,0 0 0 16,-2 10 0-16,2-10 0 0,0 0 0 0,-2 10 0 15,2-10 0-15,0 0 0 0,-2 9 0 0,2-9 0 16,0 0 0-16,-2 12 0 0,2-12 0 0,0 0 0 15,-1 13 0-15,1-13 0 0,0 0 0 0,0 12 0 16,0-12 0-16,0 0 0 0,0 0 0 0,-2 13 0 0,2-13 0 16,0 0 0-16,0 0 0 0,0 0 0 15,0 13 0-15,0-13 0 0,0 0 0 0,0 0 0 16,0 0 0-16,0 0 0 0,0 0 0 0,0 0 0 0,2 11 0 16,-2-11 0-16,0 0 0 0,0 0 0 0,0 0 0 15,12 4 0-15,-12-4 0 0,0 0 0 0,0 0 0 16,16 0 0-16,-16 0 0 0,14-1 0 15,-14 1 0-15,14-2 0 0,-14 2 0 0,22-2 0 0,-10 2 0 16,3-2 0-16,1 2 0 0,3-3 0 0,0 2 0 16,6-1 0-16,1-1 0 0,2 0 0 0,5 0 0 15,-2 0 0-15,5 0 0 0,0 1 0 0,3 0 0 16,0-2 0-16,1 2 0 0,8-1 0 0,1 0 0 16,1 0 0-16,1 0 0 0,1 0 0 0,2 2 0 15,1 0 0-15,1-1 0 0,0 0 0 0,2 0 0 16,1 0 0-16,1 1 0 0,0 0 0 0,2 0 0 15,2 1 0-15,0-2 0 0,2 2 0 0,11 0 0 16,2 0 0-16,-2 0 0 0,2 2 0 0,-1-2 0 0,1 2 0 16,0-1 0-16,0 1 0 0,1 1 0 0,3-2 0 15,0 2 0-15,2 0 0 0,0-1 0 16,2 2 0-16,0 0 0 0,-1-1 0 0,1 0 0 0,-2 2 0 16,2-1 0-16,0 0 0 0,1-1 0 0,0 2 0 15,1-2 0-15,-2 1 0 0,2-1 0 16,-1 2 0-16,-1-3 0 0,2 4 0 0,0-3 0 0,1 2 0 15,1-2 0-15,-1-1 0 0,-1 3 0 0,1-1 0 16,0 1 0-16,1-2 0 0,-1 3 0 0,1-4 0 16,0 4 0-16,1-2 0 0,0 1 0 15,1 0 0-15,0-1 0 0,-1 1 0 0,-1 0 0 0,0-2 0 16,1 2 0-16,0-1 0 0,-1 0 0 0,1 2 0 16,-2-3 0-16,2 3 0 0,-2-2 0 0,-1 0 0 15,1 0 0-15,-1 0 0 0,1 0 0 0,0 1 0 16,2-2 0-16,-1 2 0 0,1-1 0 0,0 0 0 15,0 1 0-15,0-2 0 0,-1 0 0 0,1 1 0 16,1-1 0-16,-1 0 0 0,3 1 0 0,-3 0 0 16,2-2 0-16,-2 3 0 0,-1-4 0 0,1 2 0 0,0 0 0 15,0 1 0-15,0-1 0 0,0 0 0 16,0 0 0-16,0 0 0 0,0 0 0 0,-2 0 0 16,0-1 0-16,0 0 0 0,0 1 0 0,0-1 0 0,0-1 0 15,-1 1 0-15,-2 1 0 0,1-2 0 16,-2 0 0-16,-1 1 0 0,-2-2 0 0,0 1 0 0,-2 0 0 15,1-1 0-15,0 0 0 0,-1 0 0 0,0 0 0 16,-1-1 0-16,1 0 0 0,-2 0 0 0,2-1 0 16,-1 0 0-16,2 0 0 0,-1 0 0 0,2 1 0 15,1-1 0-15,0-1 0 0,1 2 0 0,-2-2 0 16,1 1 0-16,0 0 0 0,-1-1 0 0,0 0 0 16,1 1 0-16,-1-1 0 0,-2 2 0 0,2-1 0 15,-1-1 0-15,-1 2 0 0,-1 2 0 0,-1-2 0 16,1-2 0-16,-3 1 0 0,2 0 0 0,0 2 0 15,-1-3 0-15,1 1 0 0,0 2 0 0,0-2 0 16,-1 1 0-16,2-1 0 0,0 1 0 0,-3 0 0 16,3 1 0-16,-2-1 0 0,1 0 0 0,0 0 0 15,0-1 0-15,-1 2 0 0,2 0 0 0,-1-1 0 16,-3 1 0-16,-1-1 0 0,3-1 0 0,-13 4 0 16,13-4 0-16,-2 4 0 0,0-2 0 0,0 0 0 0,1 1 0 15,-1 0 0-15,0-1 0 0,0 2 0 0,-1 0 0 16,-10-1 0-16,12 0 0 0,-2 0 0 0,0 2 0 15,-9-2 0-15,10 0 0 0,1 1 0 0,-2-1 0 16,2 1 0-16,-12-2 0 0,10 1 0 0,-10-1 0 16,1 1 0-16,-2-2 0 0,1 2 0 0,1-1 0 15,-2 0 0-15,1 0 0 0,-2 1 0 0,-1-3 0 16,0 2 0-16,-1 0 0 0,-2 1 0 0,0-1 0 16,-1 0 0-16,-1 0 0 0,0 1 0 0,-3-2 0 15,2 1 0-15,-2-1 0 0,1 1 0 0,1 0 0 16,-2 0 0-16,3 0 0 0,-2 0 0 0,1 0 0 0,1 0 0 15,-2 3 0-15,2-3 0 0,-1 2 0 16,1-2 0-16,0 1 0 0,-1 0 0 0,0-1 0 16,0 3 0-16,0-1 0 0,1-1 0 0,0 2 0 0,0-1 0 15,-2-1 0-15,1 0 0 0,0 2 0 16,0-2 0-16,-2 1 0 0,-1 0 0 0,0 0 0 16,-2-1 0-16,-2 0 0 0,-5-1 0 0,-2 2 0 0,-2-2 0 15,1 1 0-15,-2 0 0 0,0-1 0 0,-1 1 0 16,-5-1 0-16,-1 0 0 0,0-1 0 0,-1 0 0 15,0 0 0-15,0-1 0 0,0 1 0 16,-1 0 0-16,-1-1 0 0,0 0 0 0,-1 0 0 0,0 1 0 16,0-3 0-16,-2 3 0 0,0-3 0 0,-1 1 0 15,-1-1 0-15,-4 2 0 0,0-1 0 0,-1 0 0 16,0-2 0-16,-1 3 0 0,0-2 0 0,0 1 0 16,-2 0 0-16,2 1 0 0,-2-3 0 0,1 3 0 15,1-2 0-15,-3 3 0 0,0-1 0 0,-1 0 0 16,-1 1 0-16,2 0 0 0,-2-1 0 0,1 2 0 15,0 0 0-15,0 0 0 0,0 0 0 0,1 0 0 16,-2 0 0-16,2 2 0 0,-1-2 0 0,2 1 0 16,0 2 0-16,2-1 0 0,-2-1 0 0,2 0 0 0,-1 1 0 15,2 0 0-15,-1-1 0 0,-1 2 0 16,2-3 0-16,-1 2 0 0,0-1 0 0,-1 0 0 16,2 2 0-16,-1-2 0 0,-1 0 0 0,1 0 0 15,-1 0 0-15,1 1 0 0,-3 0 0 0,1-1 0 0,-1-1 0 16,1 0 0-16,-1 2 0 0,1-2 0 15,-2 1 0-15,3-1 0 0,-2 0 0 0,1 0 0 16,-1 0 0-16,2 0 0 0,-2 0 0 0,2 0 0 0,0-1 0 16,0 2 0-16,0-1 0 0,-2-1 0 0,2 1 0 15,-2 0 0-15,1-2 0 0,0 2 0 0,-1 0 0 16,0 0 0-16,0-1 0 0,-2 0 0 0,2 0 0 16,-2-1 0-16,-1 2 0 0,1-1 0 0,-1 0 0 15,0 1 0-15,0-2 0 0,-12 2 0 0,23-3 0 16,-11 2 0-16,0 0 0 0,0-1 0 0,1 1 0 15,-1-2 0-15,1 2 0 0,1 0 0 0,-3-2 0 16,2 2 0-16,-1 0 0 0,1 0 0 0,-1-1 0 16,1 1 0-16,-13 1 0 0,23-3 0 0,-23 3 0 0,20-3 0 15,-20 3 0-15,20 0 0 0,-20 0 0 16,18-1 0-16,-18 1 0 0,16-1 0 0,-16 1 0 16,17 0 0-16,-17 0 0 0,15-2 0 0,-15 2 0 15,15 2 0-15,-15-2 0 0,15-2 0 0,-15 2 0 0,12-1 0 16,-12 1 0-16,15-2 0 0,-15 2 0 15,11 0 0-15,-11 0 0 0,0 0 0 0,16-1 0 16,-16 1 0-16,0 0 0 0,11-2 0 0,-11 2 0 0,0 0 0 16,0 0 0-16,14-2 0 0,-14 2 0 0,0 0 0 15,0 0 0-15,0 0 0 0,0 0 0 0,11-1 0 16,-11 1 0-16,0 0 0 0,0 0 0 0,0 0 0 16,0 0 0-16,0 0 0 0,0 0 0 0,0 0 0 15,0 0 0-15,0 0 0 0,0 0 0 0,0 0 0 16,0 0-479-16,-11-10-371 0,11 10-164 0,-18-10-831 15,9 3-1557-15</inkml:trace>
  <inkml:trace contextRef="#ctx0" brushRef="#br0" timeOffset="77979.5836">3872 6182 145 0,'0'0'314'0,"0"0"-75"0,0 0-52 0,0 0-15 16,0 0-13-16,0 0-17 0,0 0 16 0,0 0 20 15,0 0-60-15,-5 7 19 0,5-7-38 0,0 0 31 16,0 0-42-16,0 0 38 0,0 0-45 0,0 0 43 15,0 0-46-15,7 5 37 0,-7-5-8 0,0 0 10 0,0 0-20 16,0 0 6-16,11 3-23 0,-11-3 8 0,0 0-24 16,0 0 14-16,12 1-24 0,-12-1 20 15,0 0-10-15,0 0 6 0,14 3-23 0,-14-3 5 0,0 0-21 16,12 2 3-16,-12-2-11 0,0 0 9 0,18 1 4 16,-18-1 26-16,14 2-9 0,-14-2 5 0,19 3-11 15,-19-3-1-15,24 1-7 0,-11 0 8 0,2-1-9 16,0 0-2-16,4 0 3 0,0-1 4 0,3 0-4 15,4-2 5-15,2 0 4 0,1 1-9 0,5-2-3 16,1 0-11-16,2 1 4 0,1-1-8 0,0 3-2 16,0-2-8-16,1 1 6 0,0 0-11 0,-1 2 1 15,1-2-5-15,-1 1 11 0,2-1-9 0,-1 1-2 16,0-1 4-16,1-1 5 0,2 1 2 0,6-2 2 16,-1 0 12-16,1-3 2 0,3-1 5 0,1 1 5 0,1-2-3 15,12-3 11-15,0 0 11 0,2-1-3 16,1-1 2-16,2-1 12 0,1 1-5 0,1 2 13 15,-1-3 2-15,3 2-14 0,0-1-11 0,-1 4-5 16,1-2-8-16,-2 3-2 0,-1 0-8 0,-2 1-10 0,-10 3-4 16,-1 0-1-16,-4 0-7 0,2 3 0 0,-3-2 14 15,0 3-14-15,-2-1-7 0,-1-1-2 16,-1 2 2-16,-6 0-5 0,0 1 6 0,0-1-1 0,-2 1 0 16,0 0-1-16,1-1-2 0,-1-1 1 0,0 2 2 15,1-1 1-15,0 0 5 0,0-1-7 0,6-1 3 16,1 0-2-16,-9 0 2 0,1 2-3 0,0-2 2 15,-1 1 3-15,0 1-25 0,-1-1 25 0,0 1-3 16,-2-1 3-16,-5 1-1 0,-1 1 0 0,-2-1 4 16,0 1-6-16,-2 0-1 0,-4 0-1 0,0 1 0 15,-1-1 3-15,-2 0-3 0,-2 1 2 0,0-1 12 16,-2 0-14-16,0 0-1 0,-1 0 8 0,0 0 5 16,-1-1 24-16,1 1 0 0,0-1-4 0,1 1 1 15,3-2 12-15,0 1 10 0,1-1-7 0,0 1-3 16,2-1-13-16,0 0-8 0,3 0-3 0,1 0-4 15,1 0-4-15,0 1-3 0,1 1 0 0,-1-1-4 16,1 0 0-16,1 1-4 0,-1 0 1 0,-1 1 4 0,1 0-8 16,-1-1 6-16,0 2-6 0,-1-1 0 15,0 1 1-15,-1-1-2 0,-3 1 4 0,0-1-2 16,1 1-1-16,-2-1 7 0,1-1-6 0,0 2-1 16,0-1-1-16,-1 1 5 0,1-2-3 0,-1 1 0 0,0 0-1 15,1-1 0-15,0 2-1 0,-2-1 1 0,2 0 1 16,0 0 3-16,-1 0 1 0,0-1 2 15,1 2-3-15,0-1 2 0,-2 1 2 0,2-2-1 0,0 0-2 16,-2 1 7-16,1 0-3 0,1 1-1 0,-2 0-1 16,0-2-35-16,1 1 42 0,0 0-37 0,0 0 41 15,0 0-40-15,-2 1 38 0,2-1-35 0,0 0 38 16,-2-1-34-16,1 2 33 0,1-1-33 0,-1 1 33 16,1-1-39-16,0 0 40 0,1 1-38 0,1 0 40 15,2-1-1-15,1 0-40 0,1 1 38 0,0 0-36 16,1-1 41-16,-2 0-41 0,2 1 38 0,0 0-38 15,-1-2 42-15,1 1-44 0,0 0 40 0,-1 3-41 16,1-2 43-16,-1 0-38 0,-1 0 35 0,2-1-37 16,-1 1 39-16,-1 0-38 0,1 0 36 0,-2-1-32 0,2 1 33 15,-2 1-36-15,0-3 37 0,0 2-28 16,1 0 45-16,-1-1-35 0,1 0 43 0,-1 0-39 16,1 0 36-16,0-1-38 0,1 1 34 0,0 1-37 0,1-1 38 15,-1 0-46-15,1-1 41 0,1 1-41 0,0 0 36 16,1 1-38-16,1-1 41 0,1 0-44 15,0-1 39-15,5 1-42 0,-1 1 35 0,1-1-36 0,-2 1 37 16,-5-1-37-16,2 0 33 0,-2 2-37 0,0-2 6 16,0 1 3-16,0-1 2 0,-1 2 3 0,-1-2 1 15,0 0 32-15,0 2-41 0,0-1 38 0,-2 0-37 16,2 0 37-16,0 0-36 0,0 0 35 0,0 0-36 16,1-1 32-16,0 1-36 0,2-1 38 0,-1-1-35 15,1 3 6-15,0-2 7 0,0 0 0 0,1 0 7 16,-1 0 4-16,1 0 2 0,-1 0 1 0,1 1-2 15,-1-2-1-15,1 1-3 0,3 2 1 0,-3-3 1 16,3 2 2-16,1 0 1 0,-5 0-7 0,0 0 7 16,4 0-8-16,-1 0-1 0,-4 1 4 0,5-2 2 0,-4 3 1 15,4-2 7-15,2 1 13 0,-3-1 7 0,3 0 3 16,-1 1 2-16,1-1 0 0,1-1-7 16,1 3-1-16,-1-2 16 0,-2 2-14 0,4-2 4 15,-4 3 3-15,3-3 2 0,-3 2-2 0,1-1 3 0,0 1-8 16,0-2 2-16,0 2 7 0,-3-1-6 15,2 1-1-15,1-1 6 0,-1 0-3 0,3-1-18 0,-3 1-22 16,2-1-4-16,0 3 0 0,0-4 0 0,3 2 0 16,-1 0 0-16,-2-2 0 0,5 3 0 0,-3-2 0 15,0 2 0-15,1-3 0 0,-2 2 0 0,0-2 0 16,-1 1 0-16,-1-1 0 0,-7 0 0 0,1 0 0 16,-3 0 0-16,1-1 0 0,-1 0 0 0,-2 2 0 15,-3-2 0-15,0 0 0 0,-3 0 0 0,2 0 0 16,-3-2 0-16,0 2 0 0,-2 0 0 0,-4 0 0 15,3 0 0-15,-3 0 0 0,1-1 0 0,-1 0 0 16,-13 1 0-16,23-1 0 0,-23 1 0 0,17 0-169 16,-17 0-205-16,16-1-135 0,-16 1-193 0,11-5-183 15,-11 5-868-15,0 0-1445 0</inkml:trace>
  <inkml:trace contextRef="#ctx0" brushRef="#br0" timeOffset="81130.755">13783 6044 34 0,'0'0'326'0,"0"0"-83"0,-10-3-22 0,10 3-23 15,0 0-16-15,0 0-24 0,-9-3-25 0,9 3-8 0,0 0-12 16,0 0-15-16,0 0-4 0,0 0-4 15,-10-4-4-15,10 4-3 0,0 0 1 0,0 0-1 16,0 0-10-16,0 0 8 0,0 0-2 0,0 0-4 0,0 0-7 16,0 0-11-16,0 0 4 0,0 0-4 0,0 0-7 15,4-10-8-15,-4 10 0 0,0 0 7 0,0 0 8 16,0 0 4-16,11-2-5 0,-11 2 20 16,0 0-2-16,18 0-6 0,-18 0-13 0,15 1-3 0,-15-1 0 15,23 0-4-15,-23 0 4 0,25 0 9 0,-8 0-1 16,2 0-5-16,1 0-4 0,0-1-5 0,2 1-6 15,1 0-2-15,4-2-4 0,-1 0-5 0,3 1-2 16,-1-1-3-16,3 0-5 0,-1-1 4 0,5 2-2 16,-1-2 0-16,2 0-7 0,0 1 7 0,-2-1-1 15,2 2-12-15,1-1 10 0,0-1-1 0,2 2-1 16,0-2 12-16,-1 1 3 0,1 1-1 0,1 0-1 16,0-2 0-16,0 1 3 0,2 1-6 0,-2-3-1 15,0 2 2-15,3 0-7 0,-2-1 3 0,0 1 5 16,8 0 6-16,-2-1 21 0,2 2 12 0,2-4-6 15,-1 4-6-15,1-2-7 0,2 3-10 0,-3-2-6 16,3 1-5-16,0 1-2 0,0-2-8 0,-2 1-2 16,1 0 3-16,1 0-10 0,-3 1 0 0,0-1-1 0,1-1 4 15,-2 1-8-15,1-1 7 0,-1 0-7 0,2 2 0 16,-1-4-1-16,-1 3-2 0,0 0 4 0,0-2-8 16,1 1 5-16,-1 0-1 0,-1-2-2 15,1 2 5-15,0 0-2 0,0-1 1 0,0 2 2 0,-2-2-1 16,-7 1 7-16,9 1 4 0,-7-1-5 0,1-1 1 15,5 2-1-15,-4 1-4 0,-1 0 4 0,7-2 2 16,0 2-3-16,-6 0 0 0,6 0-2 16,1 1 1-16,0 0 1 0,-2-1-1 0,1 1 15 0,-8-1-23 15,2 0 6-15,-3 1 5 0,2 0-2 0,-1 0-6 16,-2 0 2-16,0-1 3 0,0 0 1 0,0 0-8 16,-1 1 3-16,1-1-1 0,0 0-1 0,0-2 7 15,0 2-1-15,2 0 5 0,-1 1 10 0,2-2-1 16,-1 1 8-16,1 0-11 0,1 1 17 0,0-2-21 15,6 2 5-15,-7 0-12 0,1-1 10 0,-1 0-11 16,0 0 14-16,1 0-20 0,-2 0 9 0,1 0-7 16,-2 1 7-16,-1-1-14 0,-1 0 17 0,1 1-19 15,-3 0 20-15,-5-1-20 0,1 0 16 0,-2-1-33 0,1 1 34 16,0-1-17-16,-1 1 20 0,0 0-18 16,1-1 10-16,-2 1-8 0,2-1 11 0,0-1-9 15,-1 3 15-15,4-4-20 0,1 2 10 0,-4 0-10 16,0 0 9-16,4-1-12 0,-4 1 21 0,0 1-26 0,0-1 25 15,0 1-21-15,0-1 24 0,-1 0-22 0,0 1 14 16,-2-1-14-16,1 1 14 0,-2 0-14 0,0-2 17 16,-1 2-17-16,0 0 21 0,-4 0-22 0,1 0 12 15,0-1-13-15,0 1 19 0,-1 0-18 0,0 0 20 16,5 0-20-16,-1 0 14 0,0 0-16 0,1 0 24 16,0 1-18-16,-1-1 11 0,2 0-14 0,0 2 14 15,0-1-7-15,0 1 29 0,0-2-31 0,-1 1 16 16,1 1-16-16,0 0 16 0,0-1-20 0,-1 1 24 15,0 2-20-15,1-3 19 0,-1 1-15 0,-1-1 20 16,1 1-28-16,-1 0 25 0,0-2-22 0,1 2 23 16,-2-1-24-16,2 1 29 0,-1-2-33 0,-2 1 23 15,3-1-19-15,-1 0 27 0,-1 0-31 0,2 0 30 16,-1 0-20-16,1 0 40 0,0 0-25 0,0 0 35 0,0 0-34 16,-1-1 29-16,1 1-35 0,0 0 34 15,1 0-38-15,-1 0 46 0,1 0-54 0,-1 0 39 16,-1 1-45-16,1-1 42 0,-1 0-44 0,-2 1 35 0,1 1-46 15,-2-1 50-15,-2 0-43 0,1 0 35 0,0-1-34 16,2 2 35-16,-2 0-40 0,2-1 39 0,-3 1-29 16,0-1 29-16,1 2-33 0,-2-2 39 0,1 0-34 15,0 2 41-15,0-2-38 0,-2 1 40 0,1-1-39 16,0 1 40-16,-1 0-36 0,1-1 32 0,0 1-42 16,0 0 38-16,0-1-39 0,1 1 36 0,-2 0-40 15,2 0 36-15,-1-1-36 0,1 0 34 0,-1 1-35 16,2 0 33-16,-1 0-38 0,-1-1 38 0,1 1-34 15,-1 0 37-15,0 0-38 0,1 1 34 0,-1-2-35 16,-1 1 34-16,0-1-34 0,1 2 38 0,-2-3-42 16,2 2 41-16,0 0-36 0,-2-1 35 0,1 0-37 15,0 0 36-15,-1 0-36 0,1 0 37 0,-1 1-48 16,0-1 52-16,1 0-39 0,-1-1 37 0,1 0-37 0,1 1 39 16,-2-1-39-16,0 0 37 0,2 1-39 15,-3-1 41-15,2 1-35 0,-2-1 44 0,2 0-38 16,0 1 40-16,-2-1-38 0,2 0 36 0,-1 1-40 15,0-1 37-15,-1 0-33 0,-1 1 36 0,2-1-40 0,-1 0 36 16,-1 1-34-16,0-1 31 0,0 1-39 0,1 0 36 16,-2 0-36-16,3 1 37 0,-1-2-38 15,-1 1 36-15,1 0-36 0,-1 1 37 0,2 0-36 0,-3-1 2 16,3 0 35-16,-1-1-35 0,-1 2 37 0,1-1-35 16,-1 0 34-16,-1 0-34 0,0-1 45 0,1-1-39 15,-1 2 47-15,0-1-31 0,-1 0 47 0,1 0-29 16,-1 1 36-16,2-1-41 0,-2 0 39 0,1 1-45 15,-2 0 34-15,2-1-42 0,0 0 33 0,0 1-41 16,0 0 36-16,0 0-45 0,3-1 38 0,-3 0-41 16,2 1 40-16,-2-1-43 0,3 1 36 0,-4-1-39 15,4 2 38-15,-1-2-41 0,-1 2 5 0,2-2 4 16,-1 1 0-16,2-1 1 0,-1 1 2 0,0 1 2 16,0-1 3-16,0 0-1 0,0 0 1 0,1-1 0 0,-2 1-1 15,1 0 3-15,-2 0 3 0,1 1-2 16,0-1 1-16,-1-1 1 0,0 1 9 0,-2-1 5 15,1 0 2-15,-1 1 1 0,1-1 3 0,0-1 2 0,0 1-1 16,2 0 3-16,-2 0 0 0,-1-1-3 0,1 1-5 16,-1 0-4-16,3 0 0 0,-4 0-2 15,1-1-5-15,-1-1 1 0,1 2-3 0,-1-1-3 16,0 0-1-16,0 1 1 0,1 0-4 0,-2-1 0 0,1 1 1 16,0 0 4-16,-1-1-6 0,2 1 0 0,-2 0-1 15,2-1 0-15,-2 1 2 0,1 1 0 0,-1 0 0 16,2-1 0-16,-2 0 0 0,0 0 1 0,1 1-4 15,-1-1 4-15,1 0 1 0,-1 1-2 0,1 0 2 16,-14-1 2-16,23 3-2 0,-23-3-4 0,24 0 7 16,-24 0 0-16,23 2 2 0,-23-2-1 0,24 2 3 15,-24-2 0-15,22 2 1 0,-22-2-5 0,19 0 10 16,-19 0-6-16,18 1-3 0,-18-1-1 0,16 0 0 16,-16 0 0-16,16 0-1 0,-16 0 0 0,15 2 0 15,-15-2-2-15,15 0 0 0,-15 0 4 0,14 1-4 16,-14-1 0-16,15 2 4 0,-15-2 11 0,15 0-2 15,-15 0 4-15,18 1 9 0,-18-1-3 0,18 1-3 16,-18-1-4-16,20 2 5 0,-20-2 1 0,20 1 9 16,-20-1 6-16,18 1 13 0,-18-1-6 0,19 1 9 15,-19-1-55-15,17 0 0 0,-17 0 0 0,17 0 0 16,-17 0 0-16,13 0 0 0,-13 0 0 0,14 0 0 16,-14 0 0-16,0 0 0 0,17 0 0 0,-17 0 0 15,0 0 0-15,16 0 0 0,-16 0 0 0,0 0 0 16,15 0 0-16,-15 0 0 0,0 0 0 0,14 1 0 15,-14-1 0-15,0 0 0 0,14 0 0 0,-14 0 0 16,0 0 0-16,14 2 0 0,-14-2 0 0,0 0 0 16,16 2 0-16,-16-2 0 0,0 0 0 0,17 1 0 15,-17-1 0-15,0 0 0 0,15 1 0 0,-15-1 0 16,0 0 0-16,14 2 0 0,-14-2 0 0,0 0 0 16,0 0 0-16,13 1 0 0,-13-1 0 0,0 0 0 15,0 0 0-15,0 0 0 0,14 1 0 0,-14-1 0 16,0 0 0-16,0 0 0 0,0 0 0 0,15 1 0 15,-15-1 0-15,0 0 0 0,0 0 0 0,11 0 0 16,-11 0 0-16,0 0 0 0,0 0 0 0,16 1 0 16,-16-1 0-16,0 0 0 0,0 0 0 0,13 2 0 15,-13-2 0-15,0 0 0 0,0 0 0 0,0 0 0 16,14 0 0-16,-14 0 0 0,0 0 0 0,0 0 0 16,0 0 0-16,0 0 0 0,12-2 0 0,-12 2 0 15,0 0 0-15,0 0 0 0,13-4 0 0,-13 4 0 16,0 0 0-16,14-4 0 0,-14 4 0 0,11-4 0 15,-11 4 0-15,14-3 0 0,-14 3 0 0,12-4 0 0,-12 4 0 16,14-5 0-16,-14 5 0 0,12-6-119 16,-12 6-44-16,10-5-24 0,-10 5-100 0,6-6-47 15,-6 6-51-15,0 0-92 0,0 0-79 0,-2-16-40 16,2 16-84-16,-12-11-721 0,4 6-1004 0</inkml:trace>
  <inkml:trace contextRef="#ctx0" brushRef="#br0" timeOffset="88217.2612">4230 8574 35 0,'0'0'450'0,"0"0"-80"0,0 0-81 0,0 0-8 16,0 0-76-16,0 0 13 0,0 0-70 0,0 0 19 0,0 0-59 16,0 0 19-16,0 0-56 0,0 0 37 0,-9-4-51 15,9 4 41-15,0 0-49 0,0 0 36 0,0 0-41 16,0 0 34-16,0 0-26 0,-5-7 35 15,5 7-26-15,0 0 18 0,0 0-3 0,0 0-16 0,0 0-2 16,0 0-5-16,0 0-8 0,0 0-4 16,0 0-2-16,0 0-4 0,0 0-6 0,0 0-3 0,0 0-8 15,0 0-15-15,0 0 24 0,0 0-16 0,0 0 16 16,0 0-13-16,0 0 29 0,0 0-17 0,0 0 12 16,0 0-16-16,12 3 34 0,-12-3-6 0,13 3 0 15,-13-3-14-15,18 5 1 0,-6-3-8 0,0 1 6 16,5 0-9-16,-1 0 8 0,3 0 1 0,0 0 10 15,6 0-3-15,0 0-7 0,2 1-7 0,1 1 0 16,5-1-5-16,0-1-2 0,1 2-7 0,0-1-6 16,0 0 7-16,0 1-3 0,1-1-5 0,-1 3 1 15,-1-3 0-15,0 0-6 0,-1 0 1 0,-4 0 2 16,1 1-1-16,-3-2 0 0,1 2-1 0,0-1 0 16,-1 0-2-16,1 0-2 0,-3 1 1 0,1 0 1 15,-2-2-2-15,0 1 5 0,-2-1-4 0,-1 0 3 0,0-1 4 16,0 2-2-16,0-1 6 0,0-1 0 0,0 0 21 15,-1 0 1-15,0-1 12 0,0 1 14 16,1-2-5-16,-1 2-11 0,0-2-5 0,1 0-5 0,-1 0-4 16,0 0 1-16,0 0 1 0,-1-2 2 0,1 2 4 15,0 0-4-15,0-2-5 0,0 1-6 0,-1-1-1 16,1 0-4-16,1 1-2 0,-2-2 1 0,2-1-4 16,0 2-2-16,0 1-5 0,0-2 3 0,2 0-1 15,0-1-6-15,2 1 2 0,1-2 2 0,1 3 3 16,-1-3-9-16,1 2 7 0,1-1-5 15,0-1-1-15,1 2 0 0,-1-1 4 0,2-1-5 0,0-1 0 16,3 4 9-16,1-4-8 0,0 1 0 0,1 1 2 16,-1-1 0-16,0 2-3 0,-4-1-2 0,5 1 10 15,0-3-5-15,-4 3 1 0,0 0 2 0,5 1-3 16,-6-2 9-16,1 2-10 0,1 0-2 0,4-2 7 16,-2 2 6-16,2-1-9 0,0 0 3 0,0 0-1 15,0 0-2-15,3 0 6 0,-2 1-1 0,0 0-3 16,0-2 2-16,1 2-4 0,-1-1 3 0,4-1-1 15,-4 1 3-15,1 1-4 0,-1-1-1 0,0 1 0 0,-1-1-2 16,2 1-2-16,-3-1 6 0,1 0-14 16,-4 2 13-16,0 0 1 0,-3 0-2 0,3-2 4 0,0 2-7 15,0-1 3-15,-1 1 0 0,1-1 1 0,0 1-4 16,1 0 3-16,3-2-1 0,0 1-9 16,0 1 12-16,0-1-4 0,2-1-1 0,-2 2 2 15,0-3 0-15,1 2-2 0,1 0 0 0,-1-1-2 0,2 1 4 16,-2 0 1-16,1 0 1 0,-1 0 0 15,0 0 1-15,1-1-3 0,-1 2 7 0,-1-4-7 0,-1 5 5 16,1-3-5-16,-4 2-1 0,0-2 0 0,0 2 9 16,4-1-15-16,-4 2 2 0,-1-3 3 0,0 2 4 15,0 0-4-15,0 0-4 0,0 0 4 0,0-1 4 16,-1 2-8-16,0-1 4 0,-1 1 1 0,0 0 2 16,0-1-17-16,0 0 14 0,-3 1 3 0,3-1-2 15,-5 0 2-15,0 1-3 0,1-1 0 0,-2 1 1 16,0 0 0-16,0 0 4 0,1 0-6 0,-2 0 1 0,1-1 1 15,0 1 0-15,-1 0-4 0,1-1 9 16,-1 1-6-16,0 0-4 0,1 0 8 0,0-1-3 16,0 1 0-16,-2-1 0 0,3-1-13 0,-1 2 13 15,0 0 3-15,1-1-4 0,0 1 0 0,0-1 0 16,1-1-2-16,-2 1 11 0,2 0-12 0,1 0 5 0,-1 0-3 16,0-1 1-16,1 1-1 0,-2-1 3 0,0 2-5 15,-2-1 1-15,2-1 3 0,-1 0 1 0,-1 1-2 16,2 0 3-16,-1-1-3 0,0-1 1 15,0 2 3-15,-1 0-5 0,1-1 2 0,-2 2 0 0,2-2-6 16,0 0 7-16,-2 2 0 0,1 0-2 0,1-2 0 16,-1-1 1-16,0 3 1 0,1 0-6 0,-1-1-1 15,0 0 9-15,0 0-3 0,1 1-3 0,-1-1 2 16,0 1 1-16,1-1-16 0,-2 0 24 0,2 1-9 16,0 0 0-16,-1 0 1 0,1 0-2 0,1-3 2 15,-2 3 2-15,0 0-11 0,0 0 10 0,0-1 1 16,0 1-4-16,-1 1 4 0,0-2-7 0,0 1 8 15,0-2-3-15,1 2-1 0,-2 0 1 0,0 0-3 0,0-1 3 16,0 0-5-16,1 1 0 0,-2-2 8 16,1 1-4-16,0 1-8 0,-1-2 12 0,2 1 1 15,-2 0-6-15,2 0 2 0,0-1 3 0,0 2-1 16,1-1 0-16,0 1-2 0,1-1 3 0,0 0-2 0,0 0-6 16,2-1 6-16,0 1-2 0,2 0 3 15,0 0-6-15,0 0-2 0,-3 0 3 0,2-1-3 16,1 1 6-16,0 0 1 0,-1-1-1 0,2 1-1 0,-1 0-4 15,0 0 2-15,-1 0 4 0,2 0 2 16,-1 0-4-16,0-1-4 0,1 1 8 0,0 1-8 0,-2-1 0 16,2-1 6-16,0 1 4 0,1-1-10 0,0 2 8 15,-1-1-2-15,2-1-3 0,-1 1 0 0,1-1 2 16,2 1 5-16,-2 0-3 0,2 1-2 0,1-2 0 16,-1 2-1-16,7-2-5 0,-2 1 5 0,0 1-4 15,-4-1 8-15,6 1-6 0,-2 0-3 0,-3 0 6 16,0-1 1-16,0 0-5 0,-1 1 5 0,1 0 2 15,-2 0-4-15,1 0-6 0,-1 0 8 0,0 0-1 16,-1 0 2-16,1 0-3 0,-2 0 0 0,1 0 1 16,-1-1-6-16,0 2 1 0,0-1 7 0,1 0-1 15,-1 0 0-15,0 0-1 0,0 2 1 0,3-3-18 16,-1 0 13-16,-2 1 9 0,3 0-3 0,-1-1 1 0,1 1-4 16,1-2 0-16,1 2 0 0,2 0-2 0,2 0 0 15,-2-1 4-15,2-1-1 0,-2 2 0 16,2-1-3-16,-6 0 5 0,1 0 2 0,3 1-3 15,-3 0-2-15,-3-1 0 0,1 1 0 0,-1 0-7 0,1-1 4 16,-2 1 7-16,0 0-1 0,1-1 0 0,-1 1-3 16,-2 0 0-16,2 0-5 0,0-1 0 0,-1 1 8 15,1 0-2-15,0 0 1 0,0 0-1 0,1 0-2 16,1-2 1-16,0 2-6 0,7 2 8 0,-6-2 2 16,6-2 0-16,-1 2-25 0,3 0 32 0,0-1-9 15,0 1 2-15,3 0-1 0,1-1 4 0,7 1-5 16,-1-2 8-16,2 4-7 0,0-4 14 0,4 2 4 15,-2 2 3-15,4-2-8 0,1 1 1 0,0 0-5 16,-1-1-5-16,3 3 3 0,0-2-4 0,-3 1 3 16,2 0-5-16,-1 1-4 0,0-2 8 0,-3 3-4 15,1-2 1-15,0 1-1 0,-1-1-2 0,-2 0 2 16,-1 3-10-16,0-4 6 0,-2 2 2 0,-2 0 0 16,1 1 4-16,-2-3-30 0,-7 0 33 0,0 2-4 0,0-1 1 15,0-1-5-15,-2 0 4 0,0 1-5 16,2-1 0-16,-1 0-2 0,1 0 5 0,1-1 4 15,-1 0-7-15,0 1 0 0,9-2 2 0,-7 1-3 0,2 1-1 16,4-1 2-16,2 0 9 0,-1 0-3 0,0 0 0 16,0 0 4-16,1 0 1 0,-8 1 10 0,8 0 4 15,-9 0-2-15,8-1 1 0,-6 1-7 16,5 0-5-16,0 0-3 0,1-1 0 0,-2 1 1 0,1 2-2 16,-6-2-1-16,7 0 0 0,-1 1-4 0,-7-1-4 15,0 1 5-15,1-1-3 0,-1 0 3 16,0-1-3-16,-2 2 0 0,-2-1 0 0,0 1 0 0,0-1 8 15,-1-1-11-15,-6 2 5 0,0-1-3 0,-1 1 3 16,0-1-8-16,-1 0 5 0,-3 1 1 0,1-1-6 16,-2 0-7-16,-2-1 15 0,-2 2 0 0,-1-1-8 15,1 0 8-15,-2-1-1 0,-2 2-1 0,-1-2 0 16,-2 0 1-16,1 1-8 0,-1-1 9 0,-1 1 6 16,0-1-9-16,0 0 0 0,-13 0 2 0,25 0-1 0,-25 0-5 15,23 0 7-15,-23 0-3 0,24 0 3 16,-24 0-3-16,23-2 4 0,-23 2-2 0,22 0-11 15,-11-2 16-15,2 0 0 0,-2 0-17 0,2 1 24 16,-2 0-10-16,1-2 3 0,0 1 4 0,1-1 1 0,-1 2 1 16,0-2 2-16,0 0 1 0,1 2 8 0,0 0-2 15,0-2 9-15,-1 0 4 0,1-1-7 16,1 2-4-16,-1 0-5 0,3-1 5 0,-2-1-3 0,1 0 10 16,0 2-20-16,0-2 3 0,0 1-3 0,0 0-3 15,-2 0 0-15,1 0-2 0,-1 0 6 0,0 0-5 16,0 2 10-16,-1-3-3 0,2 2 1 0,-1-1 3 15,1 1 3-15,-1-1-1 0,3 0-1 0,-1 0-1 16,2 0-2-16,-2 1-3 0,3 0-3 0,-1-1 0 16,2 0-8-16,-1 1 5 0,2 0-1 0,0 0 1 15,1-1-3-15,4 2 3 0,0-2-4 0,0 1-3 16,3 2 8-16,0-2-6 0,-2 0 0 0,2-1 3 16,-1 2 0-16,1 0-3 0,0 0 1 0,-1-2 2 15,-1 2-3-15,1-1 0 0,-2 1 1 0,0-1 1 16,-3 1-6-16,1-1 3 0,-3 1 0 0,2-1 2 15,0 1-3-15,-3 0 0 0,1 1 2 0,0-2-3 16,-1 1 0-16,0 1 1 0,1 0 2 0,-2-1 1 0,1 0-1 16,0 1 1-16,2-1-5 0,0 1-2 15,2 0 5-15,0 0-3 0,3 0 1 0,2 1 1 16,2-1-16-16,0 1 18 0,1 0-1 0,4 0 1 0,1 1-1 16,-1 0 2-16,-2-2-2 0,3 2-9 0,-4 1 9 15,-1-2 2-15,1-1-3 0,-2 3 2 0,0-2 1 16,-1 0-7-16,0-1 4 0,-3 1 0 15,0 0-2-15,-3 1 12 0,-1-2-11 0,-2 1 4 0,1 0-7 16,-1-1 3-16,-1 0 3 0,0 1-4 0,0 1 0 16,-2-1 1-16,0-1-1 0,-3 0 3 0,1 2-4 15,-1-1 4-15,0-1 0 0,-1 1 2 0,-1-1-2 16,-12 0-3-16,24 0 0 0,-24 0 2 0,20 0 3 16,-20 0-4-16,18 0 3 0,-18 0-1 15,19-1-4-15,-19 1 4 0,18 0-1 0,-18 0 1 0,17-1 1 16,-17 1-1-16,19-2-1 0,-19 2-2 0,22-1 1 15,-22 1 1-15,23-2-3 0,-23 2 6 0,25 0 4 16,-25 0-11-16,26-1 1 0,-11 2 3 0,0-1-2 0,-1 0 0 16,2 2 2-16,2-1-4 0,1-1 1 0,0 2 2 15,-1-2 3-15,2 1-1 0,-1 2-2 16,2-2 2-16,-1 1 3 0,0-1-1 0,-1-1-5 16,2 1 2-16,-3 1 3 0,2 0-3 0,-1-1-3 0,-1-1-1 15,1 2 4-15,-1-1 0 0,0-1 0 0,-1 2 3 16,-1-1 4-16,0-1-6 0,-2 2-4 0,4-1 1 15,-1-1 6-15,1 0-6 0,0 0 1 0,1 2 1 16,0-2-2-16,0 1-1 0,1-1 5 0,0 1-3 16,1-1-3-16,0 0 1 0,1 2 4 0,-2-1-5 15,1-1 1-15,0 1 5 0,-1 0-15 0,-1-1 13 16,0 1 8-16,1-1-7 0,-1 2-2 0,-2-1 7 16,3-1-5-16,-1 0-2 0,-1 0 2 0,1 2 6 15,-1-2-5-15,1 0-1 0,0 0 0 0,0 0 2 16,1 0 0-16,-1-2 0 0,1 2 6 0,1 0-4 15,-2 0 2-15,2-1-3 0,-1 0-1 0,1 0 7 16,0 1-9-16,1-2-1 0,-1 1-4 0,1 0 4 16,1-1 0-16,2 1-2 0,1-2 2 0,-1 3-2 15,2-3 3-15,1 0-5 0,-1 1 7 0,2 2-4 16,-1-2-1-16,-2 0-1 0,2-1 6 0,0 0 29 16,-1 0-40-16,1-1 36 0,-1 0-40 0,-1 3 39 0,1-3-45 15,-1 2 39-15,-1-1-44 0,0 1 40 0,0-1-35 16,0 0 39-16,0 2-40 0,0-2 34 15,-3 1-33-15,1 1 37 0,-1 0-39 0,1 0 36 16,-1-1-35-16,1 1 38 0,4 1-41 0,-1-1 36 0,-3-1-39 16,2 1 9-16,2 1 4 0,-3 0 3 0,2-2 38 15,0 2-41-15,-3 0 39 0,4-1-41 0,-1 0 35 16,0 0-34-16,1 0 33 0,-1-1-38 0,2 1 38 16,0 0-41-16,0 1 41 0,0-2-37 0,1 1 37 15,0-1-37-15,0 1 38 0,-1-1-37 0,1-1 39 16,0 2-38-16,-1-2 36 0,0 1-39 0,0 0 42 15,-1 0-42-15,-1-1 38 0,0 0-39 0,-1 1 37 16,1 0-40-16,-1-1 40 0,-5 1-38 0,2 0 38 16,0 1-40-16,0-1 38 0,-1 1-34 0,0 0 35 0,1-1-35 15,-2 1 36-15,0-1-34 0,1 2 38 16,-2 0-39-16,0-1 36 0,-1 0-38 0,0-1 40 16,-3 2-41-16,1 0 40 0,-2-1-44 0,0-1 45 15,0 1-41-15,0 1 40 0,-1-2-39 0,1 1 38 0,-1 0-37 16,2 0 38-16,-2 1-32 0,1-2 32 0,0 2-41 15,0-1 39-15,0-1-35 0,-1 1 39 0,1 1-40 16,-1-1 39-16,0-1-36 0,0 1 40 0,-1-1-43 16,2 2 40-16,-1 0-42 0,1-1 41 0,-2 0-39 15,2 1 39-15,-1 0-39 0,-1-2 40 0,1 1-39 16,-13 1 36-16,25 0-38 0,-25 0 37 0,23-2-38 16,-23 2 40-16,24-1-40 0,-24 1 43 0,22 0-43 15,-22 0 39-15,19 0-37 0,-19 0 39 0,19 0-36 16,-19 0 36-16,19 0-42 0,-19 0 43 0,19-1-37 15,-19 1 37-15,19 0-37 0,-19 0 33 0,19 0-33 16,-19 0 47-16,18 1-49 0,-18-1 37 0,18 0-31 16,-18 0 34-16,18 0-38 0,-18 0 39 0,19 0-42 15,-19 0 38-15,19 0-37 0,-19 0 40 0,18 0-40 16,-18 0 37-16,20 0-37 0,-20 0 38 0,19 0-39 16,-19 0 38-16,19 0-37 0,-19 0 38 0,22-1-38 15,-22 1 39-15,16 1-40 0,-16-1 39 0,16-2-37 0,-16 2 42 16,16-2-44-16,-16 2 36 0,17-1-36 15,-17 1 37-15,16-2-38 0,-16 2 38 0,19-1-38 16,-19 1 38-16,16-3-39 0,-16 3 40 0,18-3-41 16,-18 3 39-16,20-5-38 0,-20 5 44 0,15-5-43 0,-15 5 40 15,18-3-41-15,-18 3 37 0,18-6-37 0,-18 6 42 16,18-3-39-16,-18 3 34 0,16-6-38 16,-16 6 37-16,16-2-5 0,-16 2-3 0,15-4 5 0,-15 4-7 15,14-2 1-15,-14 2-5 0,11-2 0 16,-11 2 2-16,11-3-4 0,-11 3 0 0,0 0-2 0,14-2 5 15,-14 2-4-15,0 0 3 0,0 0-3 0,16-1 1 16,-16 1-1-16,0 0 1 0,0 0 4 0,13-1-3 16,-13 1-2-16,0 0 2 0,0 0 0 0,16-2 3 15,-16 2-3-15,0 0-1 0,14-1 0 0,-14 1 5 16,0 0-6-16,18 0-1 0,-18 0 0 0,0 0 1 16,17 0 3-16,-17 0 1 0,0 0-3 0,14 0 5 15,-14 0-6-15,0 0 1 0,0 0-1 0,13 0 1 16,-13 0 0-16,0 0 1 0,0 0 0 0,0 0-1 15,0 0 2-15,14 1-4 0,-14-1 1 0,0 0 1 0,0 0 1 16,0 0-2-16,0 0 0 0,0 0 0 16,0 0 2-16,14 0 7 0,-14 0-40 0,0 0 40 15,0 0-34-15,0 0 42 0,11 2-36 0,-11-2 39 16,0 0-38-16,0 0 43 0,0 0-34 0,13 2 39 16,-13-2-38-16,0 0 55 0,0 0-60 0,0 0 40 0,0 0-36 15,0 0 37-15,0 0-44 0,11 2 38 16,-11-2-43-16,0 0 37 0,0 0-45 0,0 0 1 15,0 0-78-15,0 0-6 0,0 0-86 0,0 0-29 16,0 0-66-16,0 0-105 0,0 0-97 0,0 0-82 16,0 0-203-16,0 0-456 0,-11-7-845 0</inkml:trace>
  <inkml:trace contextRef="#ctx0" brushRef="#br0" timeOffset="96253.3978">4126 8594 391 0,'0'0'326'0,"0"0"-62"0,0 0 7 16,0 0-62-16,0 0 25 0,0 0-28 0,0 0-18 16,-3-9-17-16,3 9-24 0,0 0 1 0,0 0 6 15,0 0 16-15,0 0 14 0,0 0 8 0,0 0-8 16,0 0-2-16,0 0-14 0,0 0-7 0,0 0-1 16,-14 2-5-16,14-2-3 0,0 0-4 0,0 0-10 15,0 0 1-15,0 0-7 0,-10 5-8 0,10-5-3 16,0 0-10-16,0 0-22 0,-11 4 24 0,11-4-16 15,0 0-6-15,-12 3-13 0,12-3 11 0,0 0-17 16,-16 1-17-16,16-1-4 0,-17 3-9 0,17-3-6 16,-22 2-5-16,7-1-5 0,0 0-4 0,-3 1 0 0,-3 0-9 15,0 0-2-15,-6-1 0 0,-2 3 0 16,-5-1-1-16,-2 1 0 0,-2-1 0 0,0 1-2 16,0-1-4-16,0 2-2 0,0-2 0 0,2 1 0 0,2 0 0 15,4 0 9-15,3-2-11 0,1 3-1 0,4-3 3 16,1 0-4-16,3 1 4 0,2-1 3 15,1 1 3-15,1-1-9 0,2 0-1 0,-1-1 4 0,13-1-2 16,-21 3 3-16,21-3-6 0,-21 5 3 0,21-5 0 16,-21 4-3-16,11-1 2 0,-2-1 2 0,2 1 3 15,0-1 2-15,-2 0-8 0,1 1 3 0,0-1 1 16,-2 2 0-16,1-1-2 0,0 0 1 0,0-1 4 16,1 0-7-16,-1 0 1 0,2 2 4 0,10-4-2 15,-20 4 1-15,20-4-1 0,-14 3 7 16,14-3-2-16,-15 3 2 0,15-3 4 0,-12 3 4 0,12-3 5 15,-11 2-2-15,11-2 0 0,0 0 2 0,-15 3-1 16,15-3-3-16,0 0 0 0,-13 4 2 0,13-4-6 16,0 0-5-16,-12 1 2 0,12-1-3 15,0 0 1-15,-9 5-5 0,9-5-7 0,0 0 12 0,-8 4-6 16,8-4 3-16,0 0 1 0,-6 8 2 0,6-8 6 16,0 0 4-16,-5 12 9 0,5-12 2 0,-3 10 8 15,3-10-12-15,-2 11 6 0,2-11 14 0,-4 15-3 0,4-15-4 16,-4 16-5-16,4-16-10 0,-3 18-1 0,0-8-6 15,3-10-1-15,-4 19-1 0,2-9 0 0,2-10 1 16,-3 20-2-16,3-20-2 0,-3 20-4 0,4-6 5 16,-1-14-2-16,-1 20 11 0,1-20 3 0,1 22-27 15,-1-10 45-15,2-1-37 0,-1 2 41 0,0 0-41 16,0 0 53-16,0 0-14 0,0 2-1 0,0 0-4 16,1 1 1-16,-1-1-10 0,0 2-5 0,1-2 4 15,-1 1-4-15,0 2-5 0,0-2 0 0,-1 2 6 16,1-1 3-16,-1 0-5 0,1 0-1 0,-1 0-5 15,0 1 1-15,0 0 5 0,0 0-10 0,0-1 2 16,0-1-3-16,0 2 3 0,0 0 2 0,0-1-3 16,0 0 1-16,0 0-9 0,-1 0 3 0,0 0 10 15,1-1-8-15,-1 2 1 0,0-2 1 0,0 1-4 16,1 0 0-16,-2-1 2 0,2-2-58 0,-2 1 102 16,1 2-55-16,0 0 91 0,0-1-103 0,0 1 46 15,-1 2-35-15,1-2 0 0,-2 1 0 0,2 1 0 0,0 0 0 16,-1 0 0-16,2 1 0 0,-1-1 0 15,-1 1 0-15,2 0 0 0,-2 1 0 0,2 1 0 0,-2 3 0 16,1-2 0-16,0 0 0 0,-1 1 0 16,1 0 0-16,1-1 0 0,-1 1 0 0,0-4 0 0,1 5 0 15,-1-1 0-15,1-3 0 0,0 3 0 0,1 1 0 16,-1-2 0-16,2 1 0 0,-2-1 0 16,1 2 0-16,-1-1 0 0,1 0 0 0,0 1 0 0,1-2 0 15,0 1 0-15,-1 1 0 0,0 0 0 0,1-1 0 16,-1 0 0-16,1 1 0 0,0 0 0 0,1 0 0 15,-1 0 0-15,0 1 0 0,-1-1 0 0,1 1 0 16,0-1 0-16,0 1 0 0,-1-1 0 0,0 0 0 16,0 2 0-16,0-4 0 0,0 2 0 0,1 2 0 15,-1-4 0-15,0 2 0 0,0 0 0 0,0 0 0 16,0 0 0-16,1 0 0 0,-1 0 0 0,0-1 0 16,0 1 0-16,1 0 0 0,0 0 0 0,-2-1 0 15,1 2 0-15,0-1 0 0,-1 1 0 0,1-1 0 16,-1 0 0-16,1 1 0 0,0 1 0 0,-1-2 0 0,1 1 0 15,0 1 0-15,-1 1 0 0,1-1 0 16,0-1 0-16,-1 1 0 0,0-1 0 0,1 2 0 16,-1-1 0-16,1 0 0 0,-1 1 0 0,0 0 0 0,0-2 0 15,-1 4 0-15,0-3 0 0,1 2 0 16,-2-1 0-16,1 0 0 0,0 0 0 0,-1 0 0 0,1-1 0 16,-1 3 0-16,0 1 0 0,-1-3 0 0,1 0 0 15,0 1 0-15,2-1 0 0,-1 0 0 0,0 0 0 16,1 0 0-16,0 0 0 0,1 0 0 0,-1 0 0 15,0 0 0-15,0-1 0 0,1 2 0 0,-1-2 0 16,0 2 0-16,0-3 0 0,1 2 0 0,-1-1 0 16,1 0 0-16,-1 1 0 0,0-1 0 0,0-1 0 15,0 1 0-15,0 1 0 0,0-2 0 0,-1 0 0 16,0 1 0-16,0 0 0 0,1-1 0 0,-2 1 0 16,1-1 0-16,0 1 0 0,-1 0 0 0,0 0 0 15,0 0 0-15,-1 0 0 0,1-1 0 0,-1 1 0 16,0 0 0-16,-1-1 0 0,1-1 0 0,1 0 0 15,-2 0 0-15,2 0 0 0,-1 0 0 0,1-1 0 16,0-1 0-16,-1 0 0 0,1 0 0 0,0 0 0 16,1-2 0-16,0-1 0 0,0 0 0 0,0 0 0 0,-2 0 0 15,3 0 0-15,-1-1 0 0,0 0 0 0,1 1 0 16,-1 0 0-16,0-1 0 0,0 0 0 0,1 0 0 16,-1 0 0-16,0-1 0 0,-1 0 0 0,1-1 0 15,0 2 0-15,-1-1 0 0,1 0 0 0,-1-1 0 16,0 0 0-16,1 0 0 0,0 1 0 0,-1 0 0 15,0-2 0-15,0 1 0 0,-1 0 0 0,3 0 0 16,-2-1 0-16,0 2 0 0,0 0 0 0,1-4 0 16,-1 3 0-16,1-2 0 0,0 2 0 0,0-5 0 15,1 2 0-15,-1-1 0 0,0 1 0 0,1-1 0 16,0 0 0-16,0-1 0 0,0 1 0 0,1-2 0 16,-1-11 0-16,1 23 0 0,0-13 0 0,-1-10 0 15,1 22 0-15,-1-22 0 0,2 19 0 0,-2-19 0 16,1 17 0-16,-1-17 0 0,1 17 0 0,-1-17 0 15,1 15 0-15,-1-15 0 0,1 14 0 0,-1-14 0 16,1 14 0-16,-1-14 0 0,0 0 0 0,1 15 0 16,-1-15 0-16,0 0 0 0,1 14 0 0,-1-14 0 0,0 0 0 15,0 0 0-15,0 14 0 0,0-14 0 16,0 0 0-16,0 0 0 0,0 0 0 0,3 11 0 16,-3-11 0-16,0 0 0 0,0 0 0 0,0 0 0 0,0 0 0 15,0 0 0-15,0 0 0 0,2 11 0 0,-2-11 0 16,0 0 0-16,0 0 0 0,0 0 0 0,0 0 0 15,0 0 0-15,0 0 0 0,0 0 0 16,0 0 0-16,0 0 0 0,0 0 0 0,0 0 0 0,0 0 0 16,0 0 0-16,0 0 0 0,0 0 0 0,0 0-144 15,0 0-190-15,0 0-93 0,0 0-76 0,0 0-99 16,0 0-66-16,-5-12-148 0,5 12-674 0,-10-12-1116 16</inkml:trace>
  <inkml:trace contextRef="#ctx0" brushRef="#br0" timeOffset="101305.2264">5210 9088 244 0,'6'-7'542'0,"-6"7"-82"0,0 0-61 0,3-9-13 16,-3 9-28-16,0 0-31 0,0 0-28 0,-2-14-28 0,2 14-41 16,0 0-21-16,-10-8-18 0,10 8-21 0,-11-5-18 15,11 5-11-15,-15-2-20 0,15 2-14 0,-20 1-2 16,8 1-30-16,-1 1 5 0,-2 1-19 0,1 0 8 15,-2 3-20-15,1 1 8 0,-3 1-20 0,2 2 3 16,-1-2-14-16,2 4-2 0,1-1-9 0,1 0-6 16,2 0 3-16,2 1-5 0,2-1 4 0,1 0 1 15,2 0 10-15,3-2 7 0,1 2-2 0,3-1 2 16,3 1-10-16,1 1 0 0,4-1-2 0,5 1 0 16,0-1-4-16,4 0-3 0,0 0 3 0,1-2-4 15,1 1-3-15,-1 0 4 0,1-1-6 0,-2 0 2 16,0-1-7-16,-2 1 7 0,1 0-6 0,-4-2-1 15,-3 0-1-15,0 1 2 0,-1-1 0 0,-3 0-1 16,-3 1 6-16,-2-1-4 0,-3-8 1 0,-4 17-1 0,-1-9 2 16,-4 3-3-16,-4-3-1 0,-1 2 9 0,-4 0-5 15,-1-1-3-15,-4 0 3 0,0-1 1 16,-5 2-5-16,3-4 2 0,0 0 7 0,0 0-6 0,1-1-3 16,0-2 1-16,5 0 6 0,0-2-10 0,3 0-12 15,2-1 6-15,1-1-27 0,13 1-11 0,-21-2-5 16,21 2-7-16,-12-3-3 0,12 3-7 0,0 0-6 15,0 0-13-15,6-11-9 0,-6 11-5 0,18-6-5 16,-5 3-4-16,2-1-1 0,3 0-9 0,0 0-27 16,3 1-24-16,2-1-32 0,2 1 35 15,0-1-35-15,0 0 62 0,1 0-30 0,-1 1 71 0,0-1-11 16,-2 1 72-16,1-2-22 0,-1 0 67 0,-1 1 14 16,-5-1-1-16,0 0 90 0,-2-1 29 0,-1 0 36 15,-1 0 13-15,-2 0 28 0,-1 1 3 0,-1-2 25 16,-2 2 4-16,1-1 9 0,-8 6 25 0,12-10 10 15,-12 10-6-15,9-8-28 0,-9 8-44 0,7-7-42 16,-7 7-34-16,0 0-21 0,9-4-15 0,-9 4-6 16,0 0-6-16,0 0-16 0,5 8-10 0,-5-8-9 15,2 11-6-15,-2-11-6 0,3 14-17 0,-3-14 1 16,3 19-8-16,0-9-8 0,-1 0-16 0,1 0-38 16,1 0-40-16,-1 1-42 0,1-2-53 0,0 1-56 0,0-1-73 15,0-1-48-15,0 0-67 0,-4-8-54 0,8 17-38 16,-8-17-118-16,6 12-502 0,-6-12-750 0</inkml:trace>
  <inkml:trace contextRef="#ctx0" brushRef="#br0" timeOffset="101522.4681">5466 9290 618 0,'2'-14'816'0,"-2"1"-165"0,1 1-32 15,-1 12-37-15,0-21-46 0,0 21-71 0,2-20-105 16,-2 20-41-16,1-16-97 0,-1 16-27 0,2-12-65 16,-2 12-2-16,4-8-59 0,-4 8-40 0,0 0-40 15,0 0-69-15,16 4-78 0,-16-4-74 0,11 15-88 16,-5-5-66-16,0 0-71 0,1 3-98 0,2 0-553 16,0-1-723-16</inkml:trace>
  <inkml:trace contextRef="#ctx0" brushRef="#br0" timeOffset="102055.4561">5896 9444 556 0,'0'0'702'0,"0"0"-96"0,10-7-15 0,-10 7-43 15,0 0-47-15,1-13-9 0,-1 13-33 0,-3-11-107 16,3 11-1-16,-9-8-62 0,9 8-7 0,-12-9-81 16,12 9 8-16,-17-6-69 0,17 6 15 15,-19 0-63-15,7 3 21 0,1 1-21 0,-1 2-10 0,-1 2-21 16,1 0-9-16,1 4-13 0,0-1-8 0,2 0-6 15,0 1-11-15,1-1 3 0,4 1-10 16,0-1-4-16,3 0-12 0,1-11-44 0,0 20 20 0,0-20-43 16,6 19 25-16,-2-11-48 0,3-1 33 0,-2 0-32 15,-5-7 40-15,14 10-31 0,-14-10 43 0,16 6-21 16,-16-6 45-16,13 3-23 0,-13-3 35 0,14 0-18 16,-14 0 30-16,12-3-23 0,-12 3 35 0,11-8-32 15,-11 8 60-15,12-12-38 0,-6 5 33 0,-1-2-35 16,0 1 60-16,0 0-43 0,1-1 38 0,-1 2-40 15,-5 7 26-15,10-12-40 0,-10 12 34 0,11-10-9 0,-11 10 3 16,13-4 3-16,-13 4 3 0,14 2 5 16,-14-2 21-16,17 11-5 0,-7-2 18 0,0 2-45 15,1 6 34-15,-1 0-45 0,1 3 29 0,0 4-43 0,-2 3 30 16,1-1-39-16,-3 4-1 0,0-1 5 0,-3 2-7 16,0-2-8-16,-3-1 32 0,0-2-46 15,-2 1 37-15,-1-2-37 0,-2-3 41 0,0 0-33 0,-2 1 42 16,-1-4-38-16,-2 0 38 0,-1-5-32 0,-1 1 42 15,-1-5-25-15,1 0 43 0,-5-3-24 0,2-3 33 16,-1-2-46-16,0-2 42 0,-4-4-51 0,2-1 34 16,-2-3-42-16,1-2 2 0,2-2-3 0,2-2 0 15,2-2 1-15,3-1 1 0,2 3-2 0,1-2-5 16,3 1 18-16,2-2-60 0,2 0 6 0,4 1-63 16,0-1 0-16,3 1-76 0,3-1-15 0,2-1-44 15,1 2-76-15,5-2-62 0,0 1-74 0,2 0-38 16,2 3-104-16,-4 2-702 0,4-1-902 0</inkml:trace>
  <inkml:trace contextRef="#ctx0" brushRef="#br0" timeOffset="103172.4728">6191 9511 35 0,'0'-19'961'0,"0"19"-219"0,-1-20-58 16,-1 10-14-16,2 10 2 0,-2-22 28 15,2 22-97-15,-2-19 37 0,2 19-127 0,-2-16-62 16,2 16-66-16,-2-13-60 0,2 13-70 0,-1-11-55 0,1 11-31 15,0 0-30-15,0 0-92 0,0 0-47 0,0 0 0 16,0 0 0-16,12 7 0 0,-7 1 0 0,0 2 0 16,1 1 0-16,0 1 0 0,0 2 0 0,0 0 0 15,0 0 0-15,1 2 0 0,-1 0 0 0,-1-1 0 16,0-1 0-16,0 3 0 0,-1-2 0 0,1 0 0 16,-1 0 0-16,-2-3 0 0,1 0 0 0,-1-2 0 15,1-1 0-15,-3-9 0 0,3 17 0 0,-3-17 0 16,3 15 0-16,-3-15 0 0,0 0 0 15,4 11 0-15,-4-11 0 0,0 0 0 0,0 0 0 0,0 0 0 16,9-10 0-16,-9 10 0 0,7-17 0 0,-2 4 0 16,1-1 0-16,1 0 0 0,1-4 0 0,0 0 0 15,-1 4 0-15,0-1 0 0,2 0 0 0,-2 2 0 16,1 1 0-16,-1-1 0 0,0 4 0 0,-1 0 0 0,-1 2 0 16,0 0 0-16,-5 7 0 0,10-9 0 0,-10 9 0 15,14-3 0-15,-14 3 0 0,11 3 0 16,-11-3 0-16,13 9 0 0,-13-9 0 0,12 12 0 0,-6-5 0 15,0 1 0-15,1 2 0 0,0-2 0 0,2 3 0 16,1-1 0-16,1 1 0 0,0-1 0 0,2 0 0 16,1-1 0-16,3 1 0 0,-1-1 0 15,1-2 0-15,1 0 0 0,2-1 0 0,0-1 0 0,-2-2 0 16,2 0 0-16,1-2 0 0,-2 1 0 0,1-2 0 16,-2-2 0-16,2 1 0 0,-1-4 0 0,-1-1 0 15,-1 0 0-15,1 0 0 0,0-3 0 0,-3-1 0 16,-1 0 0-16,-2 0 0 0,-1-2 0 0,-3 0 0 15,0 1 0-15,-1-2 0 0,-1 2 0 0,-3 1 0 16,0-1 0-16,-3 11 0 0,2-17 0 0,-2 17 0 16,-1-12 0-16,1 12 0 0,-7-10 0 0,7 10 0 15,-11-5 0-15,11 5 0 0,-14 0 0 0,14 0 0 16,-15 5 0-16,7 0 0 0,0 0 0 0,1 1 0 16,-2 2 0-16,2-1 0 0,1 1 0 0,0 1 0 15,0 0 0-15,1 1 0 0,2-1 0 0,0 2 0 16,3-11 0-16,-3 19 0 0,3-19 0 0,1 17 0 0,-1-17 0 15,3 14 0-15,-3-14 0 0,8 13 0 0,-8-13 0 16,10 12 0-16,-10-12 0 0,12 6 0 16,-12-6 0-16,14 5 0 0,-14-5 0 0,13 0 0 15,-13 0 0-15,12-4 0 0,-12 4 0 0,14-10 0 0,-8 1 0 16,1 1 0-16,0-3 0 0,0-2 0 0,-1-1 0 16,0-1 0-16,0 1 0 0,1 1 0 0,-3-1 0 15,1 1 0-15,-1 3 0 0,-1-1 0 0,0 3 0 16,-3 8 0-16,6-17 0 0,-6 17 0 0,4-13 0 15,-4 13 0-15,0 0 0 0,6-9 0 0,-6 9 0 16,0 0 0-16,0 0 0 0,8 8 0 0,-8-8 0 16,6 12 0-16,-6-12 0 0,8 14 0 0,-2-5 0 15,0 0 0-15,1 0 0 0,3 1 0 0,0 1 0 16,2-1 0-16,1 0 0 0,4-1 0 0,-1 0 0 0,-2-3 0 16,1 1 0-16,2-1 0 0,0-2 0 15,-2 0 0-15,3-1 0 0,-3-1 0 0,0-1 0 16,-1-2 0-16,1 0 0 0,0-3 0 0,-2-1 0 15,1-2 0-15,-2-2 0 0,2-3 0 0,-2-5 0 0,-2 0 0 16,1-4 0-16,-1-5 0 0,-3-4 0 0,0-1 0 16,-4-3 0-16,-2-2 0 0,-3-2 0 0,-4-5 0 15,-2-1 0-15,-2 1 0 0,-3 0 0 0,-1 2 0 16,0 3 0-16,-2 3 0 0,1 3 0 0,-1 8 0 16,3 2 0-16,0 5 0 0,0 3 0 0,1 5 0 15,0 2 0-15,1 5 0 0,-2 4 0 0,1 4 0 16,-2 4 0-16,3 6 0 0,3 5 0 0,2 7 0 15,2 4 0-15,5 5 0 0,4 7 0 0,2 3 0 16,2 2 0-16,4-2 0 0,2 9 0 0,2-11 0 16,0-1 0-16,0-3 0 0,1-2 0 0,2-1 0 15,-1-3 0-15,-2-2 0 0,1-3 0 0,-5-6 0 16,1-2 0-16,-3-4 0 0,-1-2 0 0,-1-1 0 0,-2-4 0 16,0 0 0-16,-2-2 0 0,-5-9 0 0,6 13-601 15,-6-13-724-15,0 0-648 0,-7 6-1718 16</inkml:trace>
  <inkml:trace contextRef="#ctx0" brushRef="#br0" timeOffset="104089.6339">7699 9626 618 0,'0'0'666'0,"4"-7"-90"0,-4 7-19 0,0 0-40 15,0 0-17-15,3-10-42 0,-3 10-37 0,0 0-86 16,0 0-17-16,0 0-65 0,0 0 17 0,0 0-39 16,0 0 22-16,0 0-52 0,0 0 24 0,-5 15-67 15,5-15 0-15,-4 14-59 0,4-14 15 0,-5 18-56 16,3-9-10-16,-1 2-11 0,-2 0-14 0,2-1 0 16,0 0-4-16,0 1-5 0,-1 0-4 15,1-1-24-15,0 0-31 0,3-10-33 0,-5 19-42 0,5-19-31 16,-4 15-20-16,4-15-20 0,-4 13-28 0,4-13-29 15,-2 11-27-15,2-11-48 0,0 0-32 0,-2 12-40 0,2-12-74 16,0 0-45-16,0 0-127 0,0 0-284 16,0 0-500-16</inkml:trace>
  <inkml:trace contextRef="#ctx0" brushRef="#br0" timeOffset="105024.1253">8057 9287 394 0,'2'-11'769'15,"-2"11"-160"-15,3-19-6 0,-3 19-45 0,4-17-18 16,-4 17-42-16,2-16-52 0,-2 16-39 0,2-17-15 15,-2 17-19-15,1-13-21 0,-1 13-36 0,1-12-38 16,-1 12-37-16,0 0-29 0,1-14-30 16,-1 14-35-16,0 0-25 0,0 0-27 0,0-13-13 0,0 13-20 15,0 0-14-15,0 0-3 0,0 0-18 0,0 0 0 16,0 0-2-16,0 0-11 0,0 0-4 0,0 0 4 16,0 0 15-16,0 0-24 0,1-11 0 0,-1 11-1 15,0 0 1-15,0 0 1 0,0 0 2 0,0 0-2 16,0 0-5-16,0 0 1 0,0 0-3 0,0 0 1 15,0 0 7-15,0 0-3 0,0 0-4 0,0 0 3 0,0 0-5 16,0 0 5-16,0 0-4 0,0 0 4 16,0 0 13-16,0 0-20 0,0 0 3 0,0 0 2 15,0 0 1-15,0 0-3 0,0 0 7 0,0 0-7 16,0 0 2-16,0 0-1 0,0 0 1 0,0 0-1 0,0 0 3 16,0 0 2-16,0 0-8 0,0 0 2 0,0 0 0 15,0 0 5-15,0 0-4 0,0 0 0 0,0 0 2 16,0 0-4-16,0 0 0 0,0 0 1 0,0 0 5 15,0 0-4-15,0 0 4 0,0 0-5 0,0 0-2 16,0 0 10-16,0 0-10 0,0 0 2 0,0 0 0 16,0 0 6-16,0 0-8 0,0 0-1 0,0 0 6 15,0 0-8-15,0 0 0 0,0 0 4 0,0 0-1 16,0 0 4-16,0 0-8 0,0 0 14 0,0 0-13 16,0 0 4-16,0 0 2 0,0 0-4 0,0 0-5 0,0 0 4 15,0 0 4-15,0 0-2 0,0 0-6 16,0 0 12-16,0 0 0 0,0 0-6 0,0 0-1 15,0 0-1-15,0 0-3 0,0 0 5 0,0 0 0 16,0 0 5-16,0 0-3 0,0 0-1 0,0 0 2 16,0 0 3-16,0 0 0 0,0 0-2 0,0 0-3 15,0 0 0-15,0 0 6 0,0 0-3 0,11 3 0 16,-11-3 9-16,0 0-10 0,0 0-1 0,0 0 4 0,0 0 3 16,0 0-6-16,0 0 0 0,0 0 3 0,0 0-2 15,0 0 7-15,0 0-1 0,0 0-8 0,0 0 8 16,0 0 4-16,0 0-9 0,0 0-2 0,0 0 4 15,0 0 3-15,0 0-7 0,0 0 3 0,9-6 4 16,-9 6-4-16,0 0 0 0,0 0-3 0,4-9 4 16,-4 9-2-16,0 0-2 0,0 0 2 0,0 0 14 15,3-11 17-15,-3 11 10 0,0 0 27 0,0 0-70 16,0 0 0-16,0 0 0 0,2-10 0 0,-2 10 0 16,0 0 0-16,0 0 0 0,0 0 0 0,0 0 0 15,6 14 0-15,-6-14 0 0,8 18 0 0,-3-6 0 16,1 2 0-16,-1 2 0 0,2 3 0 0,2-1 0 15,-2 3 0-15,0-1 0 0,1 1 0 0,0 0 0 16,-1 0 0-16,0 2 0 0,1-4 0 0,-1 1 0 0,0-1 0 16,-2 0 0-16,0-1 0 0,1-1 0 0,-2-2 0 15,2 0 0-15,-3 0 0 0,1-1-347 0,0-3-146 16,-1 1-54-16,0-2-66 0,0-1-45 0,0 0-55 16,-3-9-124-16,6 14-421 0,-6-14-866 0</inkml:trace>
  <inkml:trace contextRef="#ctx0" brushRef="#br0" timeOffset="105439.9296">8097 9503 484 0,'-8'-7'829'0,"1"0"-112"0,7 7-29 0,-11-11-12 16,11 11 9-16,-9-10-111 0,9 10-39 0,-6-10-113 16,6 10-24-16,-6-8-103 0,6 8-10 0,0 0-81 15,0 0 9-15,2-12-80 0,-2 12 26 0,12-4-85 16,-12 4 40-16,19-2-76 0,-6 1 39 0,1 1-67 15,3 0 61-15,3 1-77 0,-1-1 45 0,2 0-86 16,1 0 4-16,-2 0-72 0,3 0 15 0,-2 0-42 16,-1 0 37-16,1 0-30 0,-2 0 58 0,-1-1-20 15,-1-1 59-15,-4-1-26 0,1 2 50 0,-2-3-32 16,-2-1 45-16,0-1-28 0,-1-1 54 0,-2-1-29 16,-2 0 49-16,2-3-17 0,-4 2 55 0,-1-2-38 0,-2 11 10 15,2-21 19-15,-2 21 2 0,-2-17-3 0,2 17 9 16,-3-17-1-16,3 17-8 0,-5-13-9 0,5 13-16 15,-4-12-13-15,4 12-2 0,0 0 11 0,-7-7 10 16,7 7-3-16,0 0 5 0,-8 6-2 0,8-6-3 16,-4 11-2-16,4-11 10 0,-2 15 9 0,2-15-4 15,3 21-9-15,1-10-46 0,0 2-9 0,3-2 0 16,0 3 0-16,1-2 0 0,2 1 0 0,1-2 0 16,4 1 0-16,-4 0-53 0,5-1-168 0,-1-2-20 15,0 1-111-15,0-3-42 0,1 0-30 0,-1 0-26 16,2-1-48-16,-1 0-23 0,0-1-31 0,0-1-42 15,0-1-68-15,-3-2-346 0,-13-1-612 0</inkml:trace>
  <inkml:trace contextRef="#ctx0" brushRef="#br0" timeOffset="106440.708">8772 9466 348 0,'0'0'690'0,"0"-12"-64"16,0 12-6-16,-2-11-5 0,2 11-6 0,-3-14 3 0,3 14-70 16,-3-14 5-16,3 14-63 0,-6-14 40 15,6 14-114-15,-2-13-49 0,2 13-25 0,-2-12-39 0,2 12-39 16,0 0-49-16,0-14-106 0,0 14-103 0,5-9 0 15,-5 9 0-15,14-4 0 0,-14 4 0 16,18 0 0-16,-18 0 0 0,24 2 0 0,-11 2 0 0,0 1 0 16,1 2 0-16,-1 0 0 0,-1 1 0 0,0 1 0 15,-1 1 0-15,-1 1 0 0,0-1 0 0,-2 0 0 16,-2 2 0-16,-1-3 0 0,-1 1 0 0,0 1 0 16,-4-11 0-16,2 17 0 0,-2-17 0 0,-1 16 0 15,1-16 0-15,-5 15 0 0,5-15 0 0,-5 11 0 16,5-11 0-16,-7 10 0 0,7-10 0 0,-7 6 0 15,7-6 0-15,0 0 0 0,-13 2 0 0,13-2 0 16,0 0 0-16,-10-7 0 0,10 7 0 0,-4-12 0 16,4 12 0-16,0-19 0 0,0 19 0 0,2-23 0 15,1 9 0-15,0-1 0 0,1-1 0 0,2 0 0 16,-1 0 0-16,1 0 0 0,0 1 0 0,1 2 0 16,0-1 0-16,0 2 0 0,1 1 0 0,0 0 0 15,-1 3 0-15,0-1 0 0,0 4 0 0,0-1 0 0,-7 6 0 16,15-8 0-16,-15 8 0 0,14-3 0 15,-14 3 0-15,16 0 0 0,-16 0 0 0,14 5 0 16,-14-5 0-16,16 9 0 0,-9-4 0 0,-1 1 0 0,1 1 0 16,0 0 0-16,-2 1 0 0,1 0 0 0,-2 0 0 15,2 1 0-15,-2 0 0 0,1 0 0 0,-1-1 0 16,1 1 0-16,-1 1 0 0,0-2 0 0,-4-8 0 16,8 15 0-16,-8-15 0 0,8 14 0 0,-8-14 0 15,6 11 0-15,-6-11 0 0,5 9 0 0,-5-9 0 16,0 0 0-16,7 11 0 0,-7-11 0 0,0 0 0 15,0 0 0-15,12 2 0 0,-12-2 0 0,6-6 0 16,-6 6 0-16,8-12 0 0,-3 6 0 0,0-3 0 16,2 1 0-16,-1-2 0 0,0 2 0 0,-1-1 0 15,1 2 0-15,-1 0 0 0,-5 7 0 0,10-13 0 0,-10 13 0 16,8-9 0-16,-8 9 0 0,7-7 0 16,-7 7 0-16,0 0 0 0,13-1 0 0,-13 1 0 15,8 5 0-15,-8-5 0 0,8 8 0 0,-8-8 0 0,6 10 0 16,-6-10 0-16,10 14 0 0,-10-14 0 15,7 15 0-15,-2-7 0 0,-5-8 0 0,8 14 0 16,-8-14 0-16,8 14 0 0,-8-14 0 0,6 11 0 0,-6-11 0 16,5 10 0-16,-5-10 0 0,4 8 0 0,-4-8 0 15,0 0 0-15,6 8 0 0,-6-8 0 16,0 0 0-16,0 0 0 0,0 0 0 0,13-7 0 0,-13 7 0 16,6-11 0-16,-6 11 0 0,8-15 0 0,-8 15 0 15,8-17 0-15,-3 10 0 0,-5 7 0 0,7-14 0 16,-7 14 0-16,8-14 0 0,-8 14 0 0,7-9 0 15,-7 9 0-15,7-10 0 0,-7 10 0 0,0 0 0 16,9-8 0-16,-9 8 0 0,0 0 0 0,0 0 0 16,15-1 0-16,-15 1 0 0,0 0 0 0,14 6 0 15,-14-6 0-15,10 5 0 0,-10-5 0 0,15 7 0 16,-15-7 0-16,16 6 0 0,-16-6 0 0,17 6 0 16,-17-6 0-16,13 4 0 0,-13-4-28 0,14 4 7 15,-14-4 10-15,12 2 2 0,-12-2-3 0,0 0 0 0,17-2 7 16,-17 2 1-16,8-6 1 0,-8 6 4 0,8-8 4 15,-8 8 6-15,6-12 4 0,-6 12 23 16,5-14-3-16,-5 14-35 0,6-16 0 0,-6 16 0 0,3-13 0 16,-3 13 0-16,3-12 0 0,-3 12 0 0,3-8 0 15,-3 8 0-15,0 0 0 0,3-10 0 0,-3 10 0 16,0 0 0-16,0 0 0 0,0 0 0 16,5 8 0-16,-5-8 0 0,3 10 0 0,-3-10 0 0,2 13 0 15,-2-13 0-15,3 14 0 0,-3-14 0 0,2 16-298 16,-2-16-162-16,3 17-51 0,-3-17-53 0,2 15-91 15,-2-15-88-15,0 14-828 0,0-14-1217 0</inkml:trace>
  <inkml:trace contextRef="#ctx0" brushRef="#br0" timeOffset="106640.5103">9537 9126 436 0,'-9'-19'1023'0,"2"2"-201"0,0-2-59 0,1 5 46 15,1 0-89-15,-2 1-32 0,3 2-140 16,0 1-100-16,0 1-101 0,4 9-83 0,-6-13-53 16,6 13-44-16,0 0-33 0,0 0-26 0,0 0-30 0,0 0-82 15,0 0-72-15,0 0-109 0,8 14-104 0,-5-4-70 16,1 0-116-16,0 4-120 0,1 0-123 16,0 0-824-16,0 2-1180 0</inkml:trace>
  <inkml:trace contextRef="#ctx0" brushRef="#br0" timeOffset="107615.6219">9649 9309 1305 0,'11'-8'950'0,"-11"8"-115"0,0 0 37 0,8-5-82 16,-8 5-50-16,0 0-61 0,7-9-134 0,-7 9-49 16,0 0-87-16,9-6-71 0,-9 6-106 0,0 0-232 15,14 1 0-15,-14-1 0 0,11 6 0 0,-11-6 0 16,12 11 0-16,-5-5 0 0,-1 2 0 0,1 0 0 15,0 0 0-15,-1 1 0 0,1 2 0 0,-1-2 0 0,-1 1 0 16,-1-2 0-16,3 3 0 0,-4-4 0 16,1 2 0-16,-4-9 0 0,7 14 0 0,-7-14 0 15,6 11 0-15,-6-11 0 0,4 9 0 0,-4-9 0 0,0 0-48 16,7 8-31-16,-7-8-60 0,0 0 37 16,0 0-33-16,8-7 51 0,-8 7-39 0,7-12 43 15,-2 4-27-15,-1-1 44 0,3-3-29 0,0 2 53 0,-2-2-23 16,2 0 46-16,-1 0-28 0,0 4 12 0,0-2 13 15,-2 2 32-15,1 1 14 0,-5 7 29 0,8-12-43 16,-8 12-2-16,8-7 18 0,-8 7 21 16,0 0-3-16,14-2 3 0,-14 2 16 0,12 4-17 0,-12-4-10 15,13 10-4-15,-6-4 0 0,0 1 35 0,3 0-58 16,0 1-4-16,0 2 1 0,2-2-4 0,0 2-1 16,1-2-1-16,-1 0 1 0,1 2-2 0,0-4 0 15,-1 2 49-15,2-2-58 0,-2 0 54 0,-2-1-63 16,2-1 52-16,-2-1-54 0,1 0 53 0,-11-3-52 15,20 3 52-15,-20-3-49 0,18-1 47 0,-18 1-52 0,17-5 50 16,-17 5-50-16,16-10 3 0,-9 4 7 16,-2-2 5-16,0 0 5 0,-1 0 2 0,1-1 6 15,-2 1-3-15,-3 8 2 0,4-16 8 0,-4 16-3 0,2-14-4 16,-2 14-5-16,1-11-2 0,-1 11-3 0,0 0 0 16,-3-12 11-16,3 12-16 0,0 0 1 15,0 0 5-15,-11-3-1 0,11 3-1 0,0 0 0 16,-10 8-6-16,10-8 8 0,-7 11 3 0,7-11 1 0,-6 14-3 15,6-14 1-15,-5 16 2 0,5-16-3 0,-5 14 1 16,5-14 5-16,-1 15-8 0,1-15 3 0,1 13-1 16,-1-13 15-16,4 11-17 0,-4-11-3 0,6 9 2 15,-6-9-10-15,9 6-5 0,-9-6 59 0,10 3-66 16,-10-3 56-16,0 0-57 0,20-1 53 0,-20 1-49 16,13-7-2-16,-13 7 59 0,14-11-64 0,-8 4 8 15,-6 7 5-15,10-13 6 0,-3 6-2 0,-7 7 3 16,10-14 31-16,-10 14-6 0,9-11 7 0,-9 11-2 15,7-10-8-15,-7 10-7 0,7-6 3 0,-7 6-1 16,0 0 10-16,9-4 14 0,-9 4 0 0,0 0-3 16,13 3 0-16,-13-3-4 0,9 5-4 0,-9-5-7 15,11 7-1-15,-11-7 4 0,17 7-8 0,-8-2 1 16,2-3 18-16,1 1-28 0,0 0 2 0,1 0-2 16,0 0 1-16,-1-3 5 0,1 1 4 0,-13-1-6 15,22-1-2-15,-10-1-4 0,-3-2 5 0,0 0-2 16,1-3 4-16,-2-1 7 0,-1-2-16 0,0-4 2 0,-1-1 1 15,-2-2 5-15,-1-5-6 0,-1-3 9 0,-1-4-8 16,-3-6 0-16,0 1 0 0,-2-9 0 0,-2 0 0 16,-1 1 0-16,0 1 0 0,-1-2 0 0,-2 6 0 15,2 5 0-15,0 2 0 0,-1 4 0 0,0 5 0 16,2 3 0-16,1 3 0 0,0 2 0 0,0 6 0 16,6 7 0-16,-16-7 0 0,16 7 0 0,-19 12 0 15,8 0 0-15,1 7 0 0,-2 5 0 0,3 5 0 16,1 9 0-16,2 5 0 0,2 4 0 0,2 2 0 15,4 2 0-15,2-1 0 0,2 1 0 0,2-1 0 16,2-1 0-16,4-2 0 0,1-3 0 0,1-2 0 16,0-1 0-16,1-5 0 0,-2-2 0 0,-2-7 0 15,-3-1-801-15,-2-6-374 0,-3-4-783 0,-2-1-1698 16</inkml:trace>
  <inkml:trace contextRef="#ctx0" brushRef="#br0" timeOffset="109477.4505">4833 10325 866 0,'-6'-19'683'16,"0"0"-71"-16,0-2-24 0,0-1-3 0,2 0-24 0,-1 0-2 16,-1 0-96-16,2 1-25 0,-2 4-29 0,3 1 33 15,0-1-99-15,0 3-38 0,1 3-55 0,-1 0-54 16,3 11-39-16,-2-14-33 0,2 14 50 0,0 0 52 16,0 0-16-16,0 0-210 0,9 14 0 0,-5-1 0 15,0 4 0-15,2 6 0 0,-1 2 0 0,0 6 0 16,-1 1 0-16,2 3 0 0,-2-1 0 0,3 7 0 15,-3-7 0-15,1 0 0 0,-1 1 0 0,1-3 0 16,0 0 0-16,0-1 0 0,1-6 0 0,-2 0 0 16,0-2 0-16,1-2 0 0,-1-3 0 0,-1-3 0 0,0 0 0 15,1-3 0-15,-2-2 0 0,-2-10 0 16,5 15 0-16,-5-15 0 0,0 0 0 0,9 2 0 16,-9-2 0-16,6-8 0 0,-6 8 0 0,9-17 0 15,-5 4 0-15,1-1 0 0,0-3 0 0,0-3 0 16,1 1 0-16,0 0 0 0,-1 1 0 0,1 2 0 0,-2 0 0 15,1 2 0-15,0 1 0 0,0 3 0 16,-1 1 0-16,-4 9 0 0,8-15 0 0,-8 15 0 0,10-6 0 16,-10 6 0-16,12 2 0 0,-12-2 0 0,12 9 0 15,-6-2 0-15,1 0 0 0,3 4 0 0,-3-1 0 16,2 2 0-16,1-1 0 0,0 3 0 0,1 2 0 16,0-1 0-16,1-1 0 0,0 0 0 0,3-1 0 15,-2 1 0-15,3-3 0 0,-2 2 0 0,3-3 0 16,-1-1 0-16,2-2 0 0,3 0 0 0,-3-3 0 15,3 0 0-15,0-2 0 0,-1-1 0 0,2-1 0 16,-1-2-46-16,0-3-56 0,-1 0 18 0,-3-1 16 16,-1-1 11-16,-1 0 9 0,0-5 10 0,-4 2 18 15,0-2 42-15,-3 1-54 0,0-2 57 0,-3 2-49 16,0-3 66-16,-2 4-55 0,-2-2 71 0,-1 12-53 16,-1-20 83-16,1 20-85 0,-5-19 75 0,0 11-83 15,0 1 100-15,-1 1-92 0,6 6 87 0,-15-10-89 0,15 10 26 16,-18-3-27-16,18 3 0 0,-19 2 0 15,9 0 0-15,1 3 0 0,-1 1 0 0,1 0 0 16,1 2 0-16,0 3 0 0,0-1 0 0,3-1 0 0,0 3 0 16,2-1 0-16,1-1 0 0,1 2 0 0,1-12 0 15,2 24 0-15,1-12 0 0,0-3 0 0,3 3 0 16,1-1 0-16,1-2 0 0,1 0 0 0,0-2 0 16,3-1 0-16,-2 0 0 0,0-2-68 0,2 0-77 15,0-2-41-15,-2 1 58 0,-10-3-23 0,21 1 53 16,-21-1-8-16,19-4 21 0,-19 4 14 0,15-8 17 15,-8 1 10-15,-1 1 10 0,-1-4 7 0,-2 0 39 16,0-2-30-16,-1-1 50 0,-1 0-27 0,0-1 69 16,-1 1-10-16,0-2 71 0,-1 4-60 0,0-3 58 15,1 4-52-15,-2-1 89 0,2 11-79 0,0-18 74 16,0 18-100-16,-1-15-20 0,1 15-24 0,0 0 26 16,-2-15-47-16,2 15 0 0,0 0 0 0,0 0 0 15,0 0 0-15,0 0 0 0,5 11 0 0,-5-11 0 0,4 13 0 16,-4-13 0-16,7 17 0 0,-2-8 0 0,-2 2 0 15,3-3 0-15,-2 3 0 0,2 0 0 16,-1-1 0-16,2 0 0 0,-2-2 0 0,0 2 0 0,1-2 0 16,-6-8-27-16,9 13-92 0,-9-13-3 0,9 11-1 15,-9-11 2-15,9 4-3 0,-9-4 3 0,0 0 16 16,11 2 14-16,-11-2 18 0,10-6 13 0,-10 6 11 16,8-12 9-16,-5 3 39 0,1-1-29 0,0 0 38 15,-1-1-33-15,2 1 49 0,-1-1-19 0,-1 1 73 16,1 0-10-16,-1 1 67 0,-3 9-40 0,5-16 78 15,-5 16-116-15,4-13 45 0,-4 13-77 0,0 0 91 16,7-8-65-16,-7 8 21 0,0 0 11 0,0 0-2 16,11 8-23-16,-11-8-58 0,5 8 0 0,-5-8 0 15,8 14 0-15,-2-5 0 0,-2-1 0 0,1 2 0 16,0-1 0-16,1 0 0 0,-1 0 0 0,2 1 0 16,-2-1 0-16,1 0 0 0,-1-1 0 0,-5-8 0 15,10 14 0-15,-10-14 0 0,9 12 0 0,-9-12 0 16,6 9 0-16,-6-9 0 0,0 0 0 0,11 4 0 15,-11-4 0-15,0 0 0 0,9-7 0 0,-9 7 0 16,6-13-23-16,-4 1-13 0,0 1 8 0,2-3 7 16,-2-1 0-16,1 0 5 0,-1 1 4 0,0 2 77 0,-1 0-78 15,1 2 14-15,-2 10 41 0,3-18-5 0,-3 18-12 16,4-15-25-16,-4 15 0 0,2-11 0 16,-2 11 0-16,0 0 0 0,0 0 0 0,8-5 0 0,-8 5 0 15,0 0 0-15,10 10 0 0,-10-10 0 0,9 12 0 16,-4-4 0-16,0 1 0 0,1 0 0 0,1 2 0 15,2 1 0-15,0 0 0 0,0-1 0 0,2 2 0 16,2 0 0-16,-1 0-18 0,2-1-346 0,-2-1-109 16,1-2-115-16,-1 2-137 0,1-3-166 0,1-1-734 15,-1-1-1281-15</inkml:trace>
  <inkml:trace contextRef="#ctx0" brushRef="#br0" timeOffset="110343.5516">6322 10240 1170 0,'-1'-24'1062'0,"-1"1"-244"0,0-1 41 15,-1 6-21-15,1-1 10 0,-1 3-68 0,0 0-101 0,0 1-81 16,2 4-133-16,-1 0-391 0,2 11-74 0,-4-14 0 16,4 14 0-16,0 0 0 0,0 0 0 15,0 0 0-15,9 16 0 0,-4-1 0 0,2 5 0 0,0 2 0 16,4 6 0-16,-1 3 0 0,1 4 0 0,3 2 0 15,-2-1 0-15,0 0 0 0,-1 1 0 0,-1-6 0 16,0 0 0-16,-1-1 0 0,-2-1 0 0,0 0 0 16,0-5 0-16,-3-1 0 0,1 0 0 0,-2-2 0 15,1-3 0-15,-2-2 0 0,1-2 0 0,-1 0 0 16,0-4 0-16,-2-10 0 0,1 18 0 0,-1-18 0 16,-1 13 0-16,1-13 0 0,0 0 0 0,-6 7 0 15,6-7 0-15,0 0 0 0,-12-7 0 0,5 1 0 16,-1-2 0-16,0-2 0 0,-2-2 0 0,-3-2 0 0,0 1 0 15,-2-1 0-15,1 1 0 0,-2 2 0 16,0 0 0-16,-2 3 0 0,3 0 0 0,-3 4 0 0,2 1 0 16,-2 2 0-16,3 2 0 0,-2 2 0 15,2-1 0-15,0 4 0 0,2 4 0 0,0-1 0 0,2 3 0 16,2 1 0-16,1 0 0 0,4 1 0 0,2 0 0 16,2 0 0-16,5-1 0 0,3 2 0 0,4 0 0 15,5-2 0-15,5 0 0 0,3-1 0 0,3-3 0 16,3-2 0-16,0-1 0 0,-1-3 0 0,0-1 0 15,0-2 0-15,0-2 0 0,-1-1 0 0,2-2 0 16,-1 0-5-16,-1-4-188 0,-2 0 26 0,-2-2 26 16,-1-2 34-16,1 2 14 0,-8-4 13 0,1-4 15 15,-1-3 14-15,-3 0 42 0,-1-4-30 0,-2-2 38 16,-2-4-31-16,-1 1 46 0,-3-2-38 0,-1-2 34 16,-2 1-34-16,-3-3 48 0,-2 1-26 0,-1 2 81 15,-2-1-25-15,-1 4 13 0,0 4 12 0,-1-1 9 16,0 7 9-16,2 1-14 0,-2 2 0 0,2 5-10 15,-1 2-11-15,-2 4 9 0,9 7 38 0,-14-5-69 16,14 5-40-16,-14 8 0 0,7 4 0 0,2 1 0 16,1 4 0-16,0 3 0 0,3 3 0 0,1 2 0 15,2 1 0-15,1 1 0 0,3 2 0 0,2 2 0 0,2-1 0 16,1-3 0-16,0 2 0 0,4-4 0 0,-1 0 0 16,2-1 0-16,0-3 0 0,1-2 0 15,-1 0 0-15,0-4 0 0,-2-3 0 0,2 0 0 0,-3-1-18 16,0-3-87-16,-2-2 8 0,0-2 17 0,1-1 18 15,-12-3 11-15,18 2 15 0,-18-2 6 0,18-5 6 16,-10 1 9-16,1-2 5 0,-3-2 0 0,1 0 13 16,-2-3 66-16,0 3-50 0,-1-2 121 0,1 1-75 15,-5 9 23-15,5-17 0 0,-5 17-22 0,4-13-66 16,-4 13 0-16,3-12 0 0,-3 12 0 0,0 0 0 16,3-10 0-16,-3 10 0 0,0 0 0 0,0 0 0 15,0 0 0-15,0 0 0 0,0 0 0 0,1 17 0 16,-1-17 0-16,2 12 0 0,-2-12 0 0,5 15 0 15,-5-15 0-15,8 14 0 0,-3-6-303 0,-5-8-168 16,10 13-111-16,-10-13-143 0,8 12-168 0,-8-12-757 16,9 7-1316-16</inkml:trace>
  <inkml:trace contextRef="#ctx0" brushRef="#br0" timeOffset="110532.1415">7042 10286 1270 0,'-3'-15'961'0,"0"1"-95"16,1 3-39-16,-1 0 19 0,1 1-140 0,2 10-64 16,-2-18-107-16,2 18-109 0,-2-13-94 0,2 13-75 15,0 0-42-15,3-12-46 0,-3 12-38 0,0 0-123 16,14 0-8-16,-14 0 0 0,13 6-7 0,-13-6-239 16,14 13-81-16,-7-7-118 0,-1 2-124 0,-2 2-118 15,0 2-149-15,-1-2-771 0,-1 0-1259 0</inkml:trace>
  <inkml:trace contextRef="#ctx0" brushRef="#br0" timeOffset="111450.9615">7175 10418 1040 0,'0'0'1065'0,"0"0"-122"0,0 0-117 0,13-1-12 16,-13 1-127-16,0 0-48 0,0 0-48 0,14 0-54 15,-14 0-40-15,9 3-50 0,-9-3-342 16,14 6-105-16,-14-6 0 0,14 11 0 0,-6-5 0 15,1 0 0-15,-1 2 0 0,1 0 0 0,1 1 0 0,0 0 0 16,0 1 0-16,-1 0 0 0,1-1 0 16,-2 0 0-16,1 1 0 0,-1-2 0 0,1 2 0 0,-3-2 0 15,0-2 0-15,-1 2 0 0,-5-8 0 0,11 11 0 16,-11-11 0-16,7 11 0 0,-7-11 0 0,8 8 0 16,-8-8 0-16,0 0 0 0,10 5 0 0,-10-5 0 15,0 0 0-15,10-7 0 0,-10 7 0 0,8-12 0 16,-3 4 0-16,-1 0 0 0,2-1 0 0,0 0 0 15,-2 0-12-15,1-1-9 0,-1 1 14 0,0 2 15 16,-4 7 24-16,8-17-32 0,-8 17 0 0,6-11 0 16,-6 11 0-16,4-9 0 0,-4 9 0 0,0 0 0 15,10-6 0-15,-10 6 0 0,0 0 0 0,0 0 0 16,15 3 0-16,-15-3 0 0,9 4 0 0,-9-4 0 0,10 8 0 16,-10-8 0-16,13 9 0 0,-13-9 0 0,14 9 0 15,-14-9 0-15,18 10 0 0,-9-7 0 16,0 1 0-16,3-1 0 0,-1 0 0 0,2 0 0 15,-1-1 0-15,0-1 0 0,2-1 0 0,-1 0 0 0,0 0 0 16,0 0 0-16,-2-3 0 0,3 1 0 0,-2-2 0 16,2-2 0-16,-1 1 0 0,1-3 0 15,-3 0 0-15,0-2 0 0,0 0 0 0,-2-3 0 0,-1 1 0 16,0 0 0-16,-3 0 0 0,-1 1 0 0,0 0 0 16,-4 11 0-16,3-19 0 0,-3 19 0 15,0-15 0-15,0 15 0 0,-3-9 0 0,3 9 0 0,-9-5 0 16,9 5 0-16,-14 1 0 0,14-1 0 0,-13 6 0 15,13-6 0-15,-15 12 0 0,9-6 0 0,0 0 0 16,0 1 0-16,6-7 0 0,-9 15 0 0,9-15 0 16,-6 14 0-16,6-14 0 0,-3 14 0 0,3-14 0 15,1 11 0-15,-1-11 0 0,6 9 0 0,-6-9 0 16,11 6 0-16,-11-6 0 0,14 5 0 0,-14-5 0 16,18-2 0-16,-18 2 0 0,21-4 0 0,-9-1 0 15,1-1 0-15,2 0 0 0,-2 0 0 0,1-1 0 0,-1 0 0 16,-1 1 0-16,-1 1 0 0,-1 0 0 15,-1 1 0-15,2 0 0 0,-11 4 0 0,19 0 0 0,-19 0 0 16,22 5 0-16,-11 1 0 0,1 2 0 0,-2 5 0 16,1 5 0-16,-3 1 0 0,-1 4 0 15,-1 7 0-15,-1 3 0 0,-3 4 0 0,-2 8 0 0,-4 2 0 16,-3 3 0-16,-2 2 0 0,-6 6 0 0,-5 0 0 16,-3-2 0-16,-5-3 0 0,-3-3 0 0,-3-3 0 15,-4-5 0-15,-5-2 0 0,-1-5 0 0,-3-3 0 16,6-10 0-16,-3-5 0 0,-1-4 0 0,0-4 0 15,4-8 0-15,1-2 0 0,-3-5 0 0,2-6 0 16,7-1 0-16,11-3 0 0,5-3 0 0,9 0 0 16,6-5 0-16,9-5 0 0,9-7 0 0,8 3 0 15,11-7 0-15,4 5 0 0,6-1 0 0,2 3 0 16,2 3 0-16,1 2 0 0,1 2 0 0,-7 6 0 0,1 1 0 16,-1 1 0-16,-1 3 0 0,-1 0 0 0,-2 1 0 15,-1 3 0-15,-8 1 0 0,-2 1 0 16,-5 3 0-16,-2-1 0 0,-5 2 0 0,-1 1 0 15,-5-1-95-15,-10 5-674 0,9-4-163 0,-9 4-1081 0,0 0-1768 16</inkml:trace>
  <inkml:trace contextRef="#ctx0" brushRef="#br0" timeOffset="114860.1498">5276 11176 296 0,'0'0'557'0,"4"-11"-35"0,-4 11-58 16,4-12-8-16,-4 12-65 0,1-14-43 15,-1 14-41-15,-5-16-29 0,5 16-7 0,-7-16 2 16,1 10-49-16,1-1-20 0,-2 2-18 0,-3-2-20 0,1 3-19 16,-1 2 12-16,10 2 12 0,-23 0-6 0,11 2-8 15,-4 4-12-15,-1 4-8 0,1 2-5 0,-4 5-52 16,4 3 29-16,-1 1-53 0,2 2 26 0,1 1-48 16,3 1 28-16,2 1-44 0,1-3-2 0,3 1 32 15,3 1-46-15,1-2 34 0,3 1-38 0,1-2 35 16,2 0-40-16,4 0 38 0,1-2-38 0,2-2 32 15,3-2-37-15,1-2 34 0,3-1-38 0,0-2 16 16,1-3-54-16,2-2 17 0,0-1-43 0,-2-2 27 16,0-2-29-16,0-2 40 0,-2-2-39 0,2-2 60 15,-4-1-26-15,3-2 34 0,-2-3-20 0,-2-1 32 16,-1-3-29-16,-3-1 37 0,-1-1-24 0,0-5 28 16,-3 0-32-16,-1-1 46 0,0-2 10 0,-1 2 8 15,0-2 25-15,0 2 0 0,-2 0 16 0,0 2 12 16,0 3-4-16,-1 0 26 0,1 2 8 0,-1 3-10 15,-1 2-27-15,1 0-21 0,-2 11-14 0,3-16-16 16,-3 16 3-16,0 0 9 0,6-7 28 0,-6 7-42 16,0 0 49-16,4 13-57 0,-4-13 64 0,3 17-61 0,-2-4 77 15,1 2-88-15,-1 2 7 0,0 1-13 0,0 2 8 16,0 0-4-16,1 3-5 0,0 1 0 0,0-2-3 16,1 1-6-16,-1 1 77 0,2-2-90 15,1 0 82-15,-1-1-98 0,1-1 81 0,0-4-84 0,-1 0 66 16,3-1-93-16,-2-3 65 0,1 0-85 0,0-3 39 15,1-2-66-15,1-1 34 0,1-2-55 0,-9-4 28 16,16 1-25-16,-16-1 54 0,20-9-38 0,-9 2 46 16,0-3-26-16,-2 0 22 0,1-2 13 0,0 0 10 15,-1 1 10-15,0 0 9 0,-1 0-3 0,-1-1 10 16,-1 2 10-16,0 1 11 0,-1 1 11 0,-5 8-8 16,10-14-3-16,-10 14-9 0,7-9 0 0,-7 9-1 15,0 0 9-15,10-5 6 0,-10 5 0 0,8 5 3 16,-8-5 0-16,10 11 5 0,-10-11-6 0,11 14 2 0,-4-6-5 15,2 1 29-15,0 0-43 0,0 2 38 16,1-1-40-16,0 0 34 0,1-1-39 0,2 0 32 16,-1 0-34-16,3-1 39 0,0-2-43 0,3 1 35 0,-1-3-41 15,2 0 24-15,-2-2-46 0,2 0 27 0,-4-1-43 16,1-1 44-16,-2-1-31 0,1-1 38 16,-3-1-38-16,2-2 38 0,-4-1-34 0,0-2 44 0,-1-1-36 15,-2 0 4-15,-2 0 8 0,-1-2 10 0,-1 0 2 16,-2 1 38-16,-1 10-40 0,0-22 44 0,0 22-17 15,-5-19 42-15,1 10-39 0,4 9 19 0,-9-15 41 16,9 15-47-16,-13-8 32 0,13 8-31 0,-13-6 10 16,13 6 2-16,-16 1-3 0,16-1 13 0,-16 9 10 15,9-5-7-15,-2 7-8 0,1-2-7 0,2 0-6 16,0 2-3-16,1 0-9 0,-2 1-2 0,4-1-3 0,1 0-3 16,1 0 61-16,2 0-77 0,1 0 76 15,1-1-88-15,2 0 76 0,4 0-83 0,0-1 72 16,2-1-85-16,2-2 72 0,1 1-93 0,1-3 17 0,0 0-81 15,1-2-21-15,0 0-80 0,-1 0-22 16,0-2-59-16,0 1-57 0,1-1-54 0,0 0-81 16,-1 0-52-16,-1 0-87 0,0 1-186 0,-1-2-339 15,-1 1-767-15</inkml:trace>
  <inkml:trace contextRef="#ctx0" brushRef="#br0" timeOffset="115493.7577">8537 10578 779 0,'0'0'733'0,"5"-7"-78"0,-5 7-111 0,0 0-57 0,6-10-71 15,-6 10-33-15,0 0-14 0,0 0-56 16,0 0-35-16,0 0-27 0,0 0-29 0,0 0-35 15,-6 11-38-15,6-11-24 0,-5 12-24 0,5-12-19 0,-7 15-19 16,3-7-11-16,-1 2-10 0,0-1-38 0,-2 1-85 16,0 1-70-16,1-1-109 0,-1 1-130 15,-2 1-88-15,1-2-129 0,1 0-748 0,-1-1-957 0</inkml:trace>
  <inkml:trace contextRef="#ctx0" brushRef="#br0" timeOffset="116560.9254">6305 11437 12 0,'0'0'663'0,"-2"-12"-153"15,2 12-82-15,-6-13 24 0,6 13-9 0,-7-16-56 16,2 7-36-16,1 0-13 0,-1-1-17 0,0 2-26 16,-1-1-28-16,0 1-33 0,-1 2 12 0,-1-2-67 15,1 2 28-15,-3 2-49 0,1 1 7 0,9 3-50 16,-20-1 54-16,9 4-38 0,0 1 35 0,-3 4-50 0,2 1 8 16,-2 3-12-16,2 2-19 0,-1 2-12 15,3 0 19-15,1 2-51 0,2 0 28 0,-1 0-49 16,4-1 24-16,2-1-41 0,0 1 33 0,2 0-43 0,2-1 37 15,1 0-39-15,3-2 36 0,1 0-36 0,2-2 29 16,1-1-39-16,3-2 38 0,1 0-43 16,2-2 39-16,0-2-37 0,1 0 36 0,0-2-42 0,1-2 35 15,-3 0-35-15,0-2 41 0,-1 1-37 0,-1-1 37 16,-1-3-41-16,1 0 39 0,-4-2-38 16,0 0 37-16,-2-3-39 0,0 0 42 0,-2-1-43 0,-1-1 41 15,-2-1-39-15,0-2 6 0,-1 1 6 0,-1-2-2 16,0-2 2-16,0 4 37 0,0 1-43 0,-1-1 36 15,1 1-37-15,0 12 36 0,-1-18-36 0,1 18 32 16,-1-16-41-16,1 16 32 0,0-11-34 0,0 11 34 16,0 0-28-16,0 0 47 0,0 0-25 0,0 0 10 15,0 0 8-15,0 0 5 0,14 7 8 0,-14-7 13 16,10 16-6-16,-3-7 45 0,0 1-59 0,2 1 33 0,2-2-57 16,0 4 48-16,4-2-56 0,0 1 45 15,2 0-57-15,0-2-21 0,2 1-129 0,-1-3-83 16,3 1-121-16,0-3-124 0,-1 1-128 0,-1-1-102 0,0-3-841 15,-2 0-1213-15</inkml:trace>
  <inkml:trace contextRef="#ctx0" brushRef="#br0" timeOffset="116961.111">6788 11500 818 0,'0'-16'945'0,"0"16"-210"0,-2-16-27 0,2 16 18 0,0-17-36 15,0 17-97-15,0-16-85 0,0 16-103 0,3-13-78 16,-3 13-52-16,7-10-27 0,-7 10-35 0,12-5-17 16,-12 5-22-16,20 0-29 0,-9 2 6 0,4 3-59 15,-1 0 6-15,0 2-46 0,4 3 30 0,0 1-72 16,-3 0-10-16,2 2 0 0,-2 1 0 0,1-1 0 16,-4 3 0-16,2-2 0 0,-3 1 0 0,-1-4 0 15,-2 2 0-15,1-2 0 0,-2 0 0 0,-2-1 0 16,-1-1-3-16,0 1 6 0,-4-10-21 0,6 15 36 15,-6-15-30-15,2 11 24 0,-2-11-17 0,0 0 10 16,-2 9-5-16,2-9 0 0,0 0 0 0,0 0 0 16,-11-6 0-16,11 6 0 0,-7-10-22 0,2 1 4 15,2 0-1-15,0-2 13 0,0 0-4 0,0-2 4 16,1 1-2-16,2 0-1 0,-1-1 4 0,2 2-5 16,0 0 4-16,2 1-2 0,0 1-5 0,0-1-32 15,2 3-37-15,1-1-53 0,0 2-66 0,2 0-69 16,-8 6-41-16,18-7-17 0,-18 7-34 0,21-3-79 0,-21 3-45 15,25 3-33-15,-12 1-37 0,4-1-33 0,1 2-86 16,4 0-280-16,2 1-540 0</inkml:trace>
  <inkml:trace contextRef="#ctx0" brushRef="#br0" timeOffset="117427.8993">7545 11560 513 0,'0'0'719'16,"20"0"-61"-16,-20 0-51 0,14-4-42 0,-14 4-38 15,11-5-20-15,-11 5-7 0,11-8-40 0,-11 8-34 16,7-10-51-16,-7 10-38 0,6-12-25 0,-6 12-25 15,4-12-35-15,-4 12-32 0,2-12-30 0,-2 12 18 16,0 0-45-16,0-16-30 0,0 16-24 0,-2-10-12 16,2 10-71-16,-4-9-26 0,4 9 0 0,-7-6 0 15,7 6 0-15,-10-3 0 0,10 3 0 0,-14 0 0 16,14 0 0-16,-18 5 0 0,7-2 0 0,1 1 0 16,-2 3 0-16,-1-1 0 0,2 3 0 0,-1 0 0 15,1 1 0-15,2-1 0 0,0 2 0 0,1 0 0 16,2 0 0-16,1 0 0 0,1-1 0 0,1 0 0 15,3-10 0-15,-2 19 0 0,2-19 0 0,2 18 0 0,-2-18 0 16,7 13 0-16,-1-5 0 0,-6-8 0 0,15 7 0 16,-15-7-23-16,16 5-112 0,-16-5-1 15,20 2 52-15,-20-2-47 0,21-1 43 0,-9-1-18 0,-1 0 55 16,0-1-21-16,-1-1 46 0,-1-1-29 0,1-1 46 16,0-2-29-16,-2 0 44 0,1-3-29 0,-1-1 2 15,-2 3 15-15,-1-1 21 0,-1 1 24 0,1-2-2 16,-2 3 6-16,0-2 22 0,-3 10 14 0,7-18 12 15,-7 18-6-15,3-13-8 0,-3 13-4 0,3-11-19 16,-3 11-5-16,0 0-19 0,4-12 11 0,-4 12-29 16,0 0 2-16,0 0-4 0,0 0 2 0,0 0 3 15,0 0-2-15,13 5-2 0,-13-5-2 0,11 10-7 16,-3-4 5-16,4 2-5 0,2-1-11 0,2 1-74 16,4-1-52-16,0 1-133 0,1-1-73 0,3 0-67 0,0-1-88 15,0-1-87-15,0 1-17 0,0-3-43 16,-1 1-115-16,2-1-423 0,-5 0-791 0</inkml:trace>
  <inkml:trace contextRef="#ctx0" brushRef="#br0" timeOffset="118200.4106">8192 11521 296 0,'5'-12'611'15,"-2"0"-64"-15,-1 2-44 0,0-2 30 0,-1 1-47 16,0-2 24-16,-1 2-7 0,0 11-49 0,0-20 22 0,0 20-42 16,-2-19-22-16,2 19-43 0,-3-12-58 0,3 12-51 15,-6-11-22-15,6 11-17 0,0 0-1 0,-13-3-15 16,13 3-57-16,-11 4 18 0,11-4-17 0,-10 12-10 15,5-5-139-15,2 3 0 0,1 0 0 0,1 1 0 16,1-11 0-16,1 24 0 0,2-9 0 0,2-2 0 16,2 1 0-16,2 2 0 0,4-1 0 0,0-1 0 15,3-1 0-15,0-1 0 0,2-1 0 0,-1-1 0 16,2-2 0-16,-1-2 0 0,-2 0 0 0,1-3 0 16,0 0-134-16,-2-3-73 0,0 0 50 0,-2 0-13 0,0-3 50 15,0 0-17-15,-1-3 66 0,-1-1-25 16,-1-3 15-16,-1-4 19 0,-2 0 19 0,0-4 7 15,-1-4 9-15,-2 0 4 0,0-3 10 0,-2-4 55 16,-2 2-18-16,0-3 67 0,0 4 13 0,-2-1 82 0,0 1-39 16,-1 4 43-16,0 0 12 0,-1 4-7 0,2 1-8 15,0 2-178-15,0 3-9 0,-1 4 0 16,3 8 0-16,-5-11 0 0,5 11 0 0,0 0 0 16,0 0 0-16,-8 9 0 0,8-9 0 0,0 20 0 0,3-5 0 15,0 3 0-15,2 4 0 0,1 0 0 16,3 6 0-16,-1-1 0 0,3 2 0 0,-2-3 0 0,3 2 0 15,-3-2 0-15,0-1 0 0,-1-3 0 0,-1-1 0 16,-1-1 0-16,-2-3 0 0,-1-2 0 0,-1-2 0 16,0-1 0-16,0-2 0 0,-2-10 0 0,-2 18 0 15,2-18-114-15,-2 11-51 0,2-11 55 0,0 0-10 16,-9 7 62-16,9-7-24 0,0 0 47 0,-8-8-26 16,8 8 15-16,-5-12 6 0,5 12 15 0,-3-16 1 0,3 16 8 15,-4-20 6-15,4 20 8 0,-1-18 16 16,4 6 10-16,-3 12 4 0,0-19 16 0,0 19-11 15,5-16-6-15,-5 16 5 0,8-15-9 0,-2 6-4 16,0 2 3-16,3 1-3 0,0 0-5 0,1 0-1 0,3 1-1 16,0-1-5-16,2 1-3 0,1 1 2 0,1 1-5 15,0 0 2-15,2-1 7 0,-1 0-10 0,1 2-2 16,1-2 2-16,-2 1-3 0,-1-1 5 0,0 2-3 16,-1 0 3-16,-3-2 0 0,0 2 1 0,-2-2 3 15,-1 1-2-15,-10 3-1 0,18-8 2 0,-18 8 6 16,12-8 0-16,-12 8 2 0,10-9 8 0,-10 9-3 15,4-9-1-15,-4 9 0 0,0 0 2 0,-5-11-2 16,5 11 6-16,-11-4-7 0,11 4 9 0,-14-3 9 16,14 3 3-16,-19 4 15 0,10-1-8 0,-2 2 31 15,0 0-36-15,1 3 4 0,1 1-43 0,0 1 0 16,3-1 0-16,2 1 0 0,0 0 0 0,2 1 0 16,2-11 0-16,0 22 0 0,4-10 0 0,2 0 0 15,2-1 0-15,4 0 0 0,3 1 0 0,4-3 0 16,1 0 0-16,1-1 0 0,2-2 0 0,0 0-452 15,2-2-106-15,-2-1-122 0,-1 0-92 0,-1-3-117 16,-1 0-645-16,0 0-1171 0</inkml:trace>
  <inkml:trace contextRef="#ctx0" brushRef="#br0" timeOffset="118528.243">9249 11425 769 0,'0'0'757'0,"0"-16"-97"15,0 16-26-15,-1-14-1 0,1 14-14 0,1-14-27 16,-1 14-67-16,0-12-79 0,0 12-78 0,0 0-34 15,8-10-10-15,-8 10-21 0,0 0 22 0,14 3-81 16,-14-3-37-16,15 9-1 0,-7-2-27 0,1 2-113 16,0 1-66-16,1 2 0 0,2 2 0 0,-1 2 0 15,0 1 0-15,0-1 0 0,-2 2 0 0,0-1 0 16,-2-2 0-16,-2-1 0 0,0 0 0 0,-1 0 0 16,0-3 0-16,-2 0 0 0,-2-11 0 0,2 17 0 15,-2-17 0-15,0 14 0 0,0-14 0 0,0 0 0 16,-3 9 0-16,3-9 0 0,0 0 0 0,0 0 0 15,-9-7 0-15,9 7 0 0,-2-11 0 0,2 11 0 16,0-19 0-16,1 6 0 0,0 1 0 0,3-3 0 16,1 0 0-16,1-1 0 0,0 1 0 0,2 1 0 0,1-3 0 15,-1 4 0-15,3-2 0 0,-2 4 0 16,3 0-184-16,-1 1-245 0,3 1-64 0,0 1-106 0,2 0-124 16,-2 3-188-16,4-1-627 0,-2 2-1175 0</inkml:trace>
  <inkml:trace contextRef="#ctx0" brushRef="#br0" timeOffset="118795.2726">10208 11206 976 0,'-5'-13'986'0,"1"2"-158"15,0 1-13-15,4 10-47 0,-9-15-71 0,9 15-48 16,-9-13-50-16,9 13-140 0,-7-8-30 0,7 8-49 15,0 0-9-15,0 0-137 0,-16 4-234 0,11 3 0 16,-2 2 0-16,2 3 0 0,0 2 0 0,-1 1 0 16,1 6 0-16,-2 0 0 0,3 1 0 0,-1 0 0 0,0 2 0 15,1 0 0-15,1 0 0 0,1 0 0 0,-1 0 0 16,2-1 0-16,-2-2 0 0,3 0 0 16,0 0 0-16,0-2 0 0,1-2 0 0,1-1 0 15,-1-1 0-15,0-2 0 0,2-1-726 0,-2-1-112 0,-1-11-123 16,6 16-827-16,-6-16-1489 0</inkml:trace>
  <inkml:trace contextRef="#ctx0" brushRef="#br0" timeOffset="119011.7553">9974 11309 893 0,'-16'-22'970'0,"2"2"-193"15,0 2 18-15,3 1-22 0,0-1 14 0,-1 1-128 16,3 1-74-16,2 3-77 0,0-2-39 0,0 3-60 15,4 2-68-15,1-2-116 0,2 12-225 0,2-19 0 16,4 12 0-16,5-3 0 0,4 3 0 0,6 0 0 16,3 2 0-16,3 0 0 0,3 3 0 15,1 1 0-15,1 1 0 0,4 2 0 0,1 2-498 0,-1 2-88 16,-2 4-98-16,-3 1-75 0,-2 0-161 0,-5 4-585 16,-4 2-1133-16</inkml:trace>
  <inkml:trace contextRef="#ctx0" brushRef="#br0" timeOffset="119195.1652">9770 11653 1305 0,'-19'9'1165'0,"2"-3"-271"15,5-1-55-15,1 0-101 0,1-1 30 0,10-4-20 16,-11 5-110-16,11-5-105 0,0 0-100 0,0 0-303 16,14 3-130-16,2-4 0 0,1-1 0 0,4 1 0 15,5-2 0-15,2 1 0 0,1-3 0 0,4 1 0 16,0 0 0-16,0 0-16 0,0-1-480 15,0-1-48-15,-1 0-93 0,-1-2-79 0,0 0-101 0,1-2-756 16,-2-1-1218-16</inkml:trace>
  <inkml:trace contextRef="#ctx0" brushRef="#br0" timeOffset="119428.165">10473 11350 766 0,'2'-11'881'0,"-2"11"-60"15,2-20 7-15,-2 20-22 0,0-18-34 0,0 18-40 16,0-14-78-16,0 14-37 0,0-15-86 0,0 15-102 15,0 0-87-15,-2-14-330 0,2 14-12 0,0 0 0 16,0 0 0-16,0 0 0 0,0 0 0 0,-7 10 0 16,7-10 0-16,-4 19 0 0,1-7 0 0,1 3 0 15,-3 0 0-15,1 2 0 0,1 1 0 0,0 0 0 16,0 1 0-16,0-1 0 0,0 2 0 0,0-2 0 16,0 0 0-16,0 0 0 0,-1-3 0 0,2 2 0 15,1-2 0-15,-1-2-519 0,2-1-129 0,-1-1-99 0,1-11-151 16,2 18-802-16,-2-18-1378 0</inkml:trace>
  <inkml:trace contextRef="#ctx0" brushRef="#br0" timeOffset="119829.1812">10714 11503 796 0,'3'-14'971'0,"0"1"-186"0,1 1-59 16,0-2-30-16,3 1-25 0,-2-2-42 0,1 1-40 15,1 0-102-15,2 0-57 0,0 0-101 0,1 3-40 0,-1-1-84 16,3 0 12-16,0 2-77 0,1 1 31 16,-1 1-111-16,1 2-60 0,-1 2 0 0,0 3 0 15,-12 1 0-15,24 3 0 0,-15 1 0 0,1 3 0 0,-1 3 0 16,-3-1 0-16,0 6 0 0,-1 0 0 0,-3 1 0 16,0 2 0-16,-2 0 0 0,-3 2 0 0,-1 2 0 15,0-1 0-15,-2 1 0 0,-2-1 0 16,0-1 0-16,-1-1 0 0,0-1 0 0,-1 0 0 0,-1-4 0 15,2 0 0-15,0-3 0 0,-1 0 0 0,0-3 0 16,-1 0 0-16,0-2 0 0,0-3 0 0,0 0 0 16,-3-2 0-16,2-1 0 0,-2-3 0 0,1 0 0 15,0 0 0-15,1-3 0 0,0-2 0 0,2 0 0 16,1-3 0-16,3 0 0 0,1-1 0 0,3-2 0 16,1-1 0-16,2-1 0 0,2 0 0 0,2-1 0 15,0 0 0-15,2 2 0 0,-1 0 0 0,2 2 0 16,0-1 0-16,0 3 0 0,-1-1 0 0,3 3 0 15,-3-1-354-15,-1 2-407 0,0 2-113 0,-6 6-1080 16,10-12-1693-16</inkml:trace>
  <inkml:trace contextRef="#ctx0" brushRef="#br0" timeOffset="121897.0365">5515 11925 248 0,'7'-14'782'16,"0"1"-193"-16,-5 2-22 0,0 0-43 16,-2 11-21-16,-3-21-63 0,-3 11-43 0,-1-1-34 15,-2 2-81-15,-4 0 27 0,-1 3-64 0,-4 1-31 0,0 1-9 16,-4 3-26-16,0 1-30 0,-3 3-31 0,-1 2-22 16,1 1-22-16,-3 5-16 0,1 1-11 0,1 1-9 15,3 3-7-15,0 1-38 0,2 1 31 16,1 3-38-16,4 0 38 0,1 1-41 0,3 2 43 0,4-4-40 15,3 4 6-15,2-2 1 0,1 1 45 16,5 2-48-16,1 0 32 0,3 3-42 0,4-1 42 0,2-1-40 16,2-1 38-16,5 3 11 0,2-1-21 0,0-1-4 15,-1-4 3-15,0-2 1 0,-1 0-4 0,2-3-2 16,-2 0-3-16,-5-2 1 0,0-2 0 0,-3-2-4 16,-3-1 5-16,2 0 5 0,-4 0 25 0,-2-1 48 15,-5-9 27-15,3 14 32 0,-3-14 28 0,-7 16-56 16,-3-7 52-16,-2-1-89 0,-3-1 52 0,-4 1-78 15,-3-1 55-15,0 0-85 0,-3 0 63 0,-1-1-85 16,-5-1 69-16,5-1-76 0,0 0 57 0,0-1-69 16,5-1 46-16,0-2-84 0,3 1 16 0,2-2-84 15,2-1-28-15,1-1-92 0,3-1-61 0,3 0-72 16,7 4-70-16,-7-15-55 0,11 6-16 0,4-2-3 0,5-1-57 16,5-2-112-16,6-3-355 0,5-3-668 0</inkml:trace>
  <inkml:trace contextRef="#ctx0" brushRef="#br0" timeOffset="123863.7271">5515 12312 154 0,'14'-6'803'0,"-4"2"-143"16,-2-1-33-16,-8 5-23 0,16-8-26 0,-16 8-36 0,11-7 12 15,-11 7-84-15,7-6-5 0,-7 6-72 0,0 0-49 16,8-7-54-16,-8 7-53 0,0 0-46 0,0 0-31 16,0 0-27-16,0 0-14 0,0 0-12 0,0 0-18 15,13 6 55-15,-13-6-89 0,3 10 51 0,-3-10-87 16,7 13 72-16,-3-5-93 0,3 0 74 15,-2 0-86-15,2 0 75 0,1-1-76 0,2 0 64 0,0 1-76 16,0-2 78-16,3-3-89 0,-2 1 66 0,1-1-94 16,1-1 65-16,-13-2-56 0,23 2 65 0,-23-2-57 15,20-1 62-15,-20 1-56 0,20-5 58 0,-20 5-57 16,16-8 61-16,-8 2-51 0,-3-2-1 0,0 0 14 16,-1-1-2-16,-2-2 5 0,1 1 6 0,-1 0-4 0,0-1 10 15,-2 11-3-15,3-19 14 0,-3 19 2 16,2-13-1-16,-2 13-8 0,2-12-3 0,-2 12-2 15,0 0-2-15,0 0 12 0,5-7-5 0,-5 7 2 0,0 0 2 16,7 14 1-16,-3-4 0 0,0 4 9 0,-1 1 83 16,3 6-77-16,-1 2 73 0,1 4-80 0,0 4 77 15,2-2-91-15,0 3 77 0,0 0-95 0,-1 1 56 16,-1-1-45-16,1-1-15 0,-3 1 3 16,0-2 3-16,-2-4 12 0,0-1-4 0,-2-1 0 0,-1 1 5 15,0-6 1-15,-2 0-14 0,-3 0 16 0,-2 0-2 16,0-2-3-16,-2-3-4 0,0-2-8 0,-1-1-9 15,-1-3-15-15,-1-2-8 0,1 0-11 0,-1-5 1 16,13-1-9-16,-23-1-3 0,12-3 39 0,0-1-61 16,2-4 27-16,1-2-55 0,2-3 18 0,2 0-66 15,3-3 17-15,2-2-28 0,3-4 58 0,3-4-33 16,3 0 26-16,5-6 6 0,2-1 31 0,1 2 9 16,3 0 25-16,1 0 7 0,-1 1 19 0,2 2 0 0,0 0 15 15,0 1-11-15,0 0 18 0,-1 2 1 16,-3 2 1-16,-1 2 15 0,1 0 10 0,-2 0 38 15,-1 1-9-15,0 1 68 0,-5 2-34 0,-1 2 32 0,-3 2-21 16,1 0 66-16,-3 3-42 0,-1 0 17 0,-1 2-64 16,-3 9 23-16,-1-16-57 0,1 16 28 15,-8-9-46-15,8 9 27 0,-15-5-40 0,15 5 28 16,-17 1-40-16,17-1 33 0,-20 8-36 0,12-2 6 0,1 2 4 16,0 1 1-16,3 2 31 0,3 1-40 0,0 1 35 15,2-1-36-15,3 4 36 0,3 0-40 0,2 2 38 16,2 0-39-16,4 2 28 0,2-1-19 0,1 1-24 15,-1-1-11-15,2-2-10 0,1-1 7 0,-3 2 7 16,0-3 1-16,-3-2 8 0,0 1 5 0,-3-1 4 16,-2-4-4-16,1 2 3 0,-2 0 3 0,-3-3 1 15,-1 1 1-15,-4-9 8 0,2 16 8 0,-2-16-4 16,-3 12-2-16,3-12 4 0,-7 11 4 0,7-11-2 16,-10 7 1-16,10-7 3 0,-14 6 1 0,14-6 0 15,-11 1-1-15,11-1 1 0,0 0 1 0,-16-3-1 16,16 3 1-16,-5-8-9 0,5 8-4 0,0-13-13 15,0 13-16-15,7-19-33 0,0 6-40 0,2-3 7 16,1 0-4-16,2-3 7 0,-1-2 8 0,2-2 18 0,1-2 17 16,0-2 12-16,0 0 14 0,2-4 3 0,-4 4-1 15,-2-2 16-15,-1 1 11 0,-1-1 42 16,-4 4-1-16,0 2 93 0,-1-2 20 0,-1 1 11 0,-1 4 9 16,-2 0-17-16,1 2 54 0,-2 1 15 0,0 1-54 15,0 4 72-15,1-1-123 0,-2 4 49 0,3 9-95 16,-6-13 95-16,6 13-43 0,0 0 9 15,-10-3-134-15,10 3 0 0,-7 11 0 0,4-1 0 0,1 1 0 16,0 5 0-16,2 2 0 0,0 3 0 0,2 4 0 16,2 1 0-16,-1 5 0 0,3 0 0 0,-1 2 0 15,2-1 0-15,-1 0 0 0,1-1 0 0,0 0 0 16,0-2 0-16,1 1 0 0,-2-7 0 0,1 1 0 16,-1-2 0-16,-1-1 0 0,1-4 0 0,-2-2 0 15,0 0 0-15,-1-2 0 0,0-3 0 0,0-1 0 16,-3-9 0-16,3 15 0 0,-3-15-120 0,0 0 2 15,0 0-25-15,1 11 62 0,-1-11-23 0,0 0 55 16,0 0-30-16,-5-13 52 0,5 13-31 0,-4-17 46 0,3 5-30 16,-1-1 40-16,1 2-28 0,-1-3 42 0,0-1-28 15,1 2 78-15,-1 0-30 0,1 1 85 16,0 1-70-16,0 0 6 0,1 11 1 0,-1-18-7 16,1 18-1-16,-1-15-17 0,1 15-7 0,1-12-5 0,-1 12-4 15,5-9-2-15,-5 9-6 0,10-8 1 0,-10 8-4 16,16-8 2-16,-16 8-3 0,19-2-1 15,-6-1 0-15,0 2 3 0,0-1-7 0,1 1-6 16,0-1-9-16,3-1-9 0,0-1-6 0,2 2-9 0,0-3 10 16,-2 3 8-16,-1-3 2 0,-1 0 7 0,-1 1 4 15,-3 0 3-15,-1-1 9 0,-1-1-6 0,-1 1 0 16,-8 5 5-16,11-14 3 0,-11 14 8 0,5-10 1 16,-5 10 13-16,2-12 23 0,-2 12 6 0,-5-11-11 15,5 11 17-15,-8-8-6 0,8 8 21 16,-11-6-19-16,11 6 4 0,-14-3-26 0,14 3 12 0,-12 0-45 15,12 0 0-15,-11 7 0 0,11-7 0 0,-11 13 0 16,7-5 0-16,0 1 0 0,2 2 0 0,0 0 0 16,1 1 0-16,1 0 0 0,1 1 0 0,0 0 0 15,2 2 0-15,0-1 0 0,1 1 0 0,0-1 0 16,1-1 0-16,2-1 0 0,0 1 0 0,0-3 0 16,-2-1 0-16,3-1 0 0,-2 0 0 0,1 0 0 0,1-4 0 15,-1 0 0-15,-7-4 0 0,18 7-16 0,-18-7-71 16,18 2 74-16,-18-2-50 0,17-3 70 15,-7-2-58-15,-1 0 66 0,-2-1-60 0,2-2 68 0,0-1-59 16,0-3 61-16,-1 1-61 0,0-1 11 0,0 0 9 16,-2 1 36-16,-1 1 16 0,1 1 11 0,-2-1 19 15,-4 10 2-15,9-17 13 0,-9 17-81 0,6-11 0 16,-6 11 0-16,5-10 0 0,-5 10 0 0,0 0 0 16,8-5 0-16,-8 5 0 0,0 0 0 15,11 4 0-15,-11-4 0 0,6 9 0 0,-6-9 0 0,8 11 0 16,-8-11 0-16,8 14 0 0,-8-14 0 0,9 16 0 15,-4-8 0-15,-1 0 0 0,1 0 0 0,0 1 0 16,-5-9 0-16,9 14 0 0,-9-14 0 0,9 13 0 16,-9-13 0-16,7 11 0 0,-7-11 0 0,9 8 0 0,-9-8 0 15,9 6 0-15,-9-6 0 0,0 0 0 16,14 4 0-16,-14-4 0 0,11-2 0 0,-11 2 0 16,14-8 0-16,-14 8 0 0,14-9 0 0,-7 3 0 0,0 0 0 15,0-1 0-15,0 1 0 0,0 0 0 0,0 0 0 16,-7 6 0-16,11-12 0 0,-11 12 0 15,10-9 0-15,-10 9 0 0,9-8 0 0,-9 8 0 0,8-5 0 16,-8 5 0-16,0 0 0 0,14-3 0 0,-14 3 0 16,0 0 0-16,16 1 0 0,-16-1 0 0,9 5 0 15,-9-5 0-15,11 5 0 0,-11-5 0 0,10 8 0 16,-10-8 0-16,9 7 0 0,-9-7 0 0,10 9 0 16,-10-9 0-16,8 9 0 0,-8-9 0 0,8 7 0 15,-8-7 0-15,8 8 0 0,-8-8 0 0,9 6 0 16,-9-6 0-16,8 5 0 0,-8-5 0 0,0 0 0 15,13 4 0-15,-13-4 0 0,0 0 0 0,17-3 0 16,-17 3 0-16,13-6 0 0,-13 6 0 0,16-9 0 16,-9 2 0-16,1 1 0 0,1-2 0 0,-2 1 0 15,0 1 0-15,1-2 0 0,0 1 0 0,-2 1 0 16,1-1 0-16,-1 1 0 0,-6 6 0 0,12-10 0 16,-12 10 0-16,9-7 0 0,-9 7 0 0,8-4 0 0,-8 4 0 15,0 0 0-15,16 1 0 0,-16-1 0 0,10 6 0 16,-10-6 0-16,11 8 0 0,-11-8 0 0,14 12 0 15,-8-5 0-15,1-1 0 0,0 2 0 0,2-1 0 16,-1 0 0-16,1 1 0 0,0-2 0 0,0 0 0 16,-1 1-451-16,0-2-152 0,2 0-155 0,-2-1-174 15,-8-4-790-15,14 6-1402 0</inkml:trace>
  <inkml:trace contextRef="#ctx0" brushRef="#br0" timeOffset="127365.0726">7792 12437 754 0,'0'0'592'0,"0"0"-105"0,0 0-41 0,0 0-54 16,0 0-38-16,0 0-52 0,0 0-49 0,0 0-41 16,0 0-13-16,0 0-19 0,0 0-30 0,0 0-26 15,0 0-11-15,0 0-16 0,5 9-15 0,-5-9-17 16,0 0-10-16,1 13-11 0,-1-13-10 0,0 0-2 15,-1 16-7-15,1-16-7 0,-2 12-9 0,2-12-13 16,-3 16-26-16,3-16-36 0,-6 13-42 0,2-4-53 16,-1-1-50-16,-2 2-61 0,-1 0-27 0,-1 1-70 0,-2-1-105 15,2 0-473-15,-2 1-530 0</inkml:trace>
  <inkml:trace contextRef="#ctx0" brushRef="#br0" timeOffset="127715.2763">8109 12014 808 0,'-1'-16'714'0,"0"3"-65"15,0 2-67-15,0 1-25 0,-1-1-42 0,2 11-95 16,-2-16-76-16,2 16-66 0,-3-11-33 0,3 11-14 16,0 0 15-16,0 0-10 0,0 0-38 0,0 0-17 15,0 0-10-15,3 20-46 0,0-9 31 0,1 1-54 0,1 3 28 16,1 2-50-16,0 3-13 0,1 0-8 16,0 3-11-16,1 0-10 0,-1-1-9 0,-1 2 31 15,1-2-49-15,2 5 32 0,0-1-39 0,-2-3 16 0,-1-1-93 16,0 1-22-16,1-2-113 0,-1 0-33 0,-1-2-52 15,-1-2-78-15,0 0-69 0,-1-1-61 0,-1-4-33 16,-1 0-137-16,-1-12-566 0,0 21-845 0</inkml:trace>
  <inkml:trace contextRef="#ctx0" brushRef="#br0" timeOffset="128365.3096">8039 12322 453 0,'-10'-6'772'0,"1"2"-157"0,0 0-34 0,9 4-15 16,-14-9-29-16,14 9-51 0,-13-8-41 0,13 8-98 16,-10-7-19-16,10 7-85 0,-7-6-13 0,7 6-86 15,0 0 2-15,0 0-62 0,2-13-16 0,-2 13-15 16,16-6-15-16,-4 3-6 0,3 0 0 0,3-1-31 0,1 1-28 16,5 0-40-16,1-1-17 0,0 1-22 0,1-1-17 15,-1 0-23-15,2 1-41 0,-3 0 10 16,1 1-18-16,-5-2 16 0,-2 3 14 0,-1-2 44 15,-3 3 9-15,-1-3 23 0,-13 3-1 0,20-1 11 0,-20 1 3 16,16-2 20-16,-16 2 5 0,0 0 11 16,15-3 6-16,-15 3 11 0,0 0 1 0,0 0 8 15,12-3-1-15,-12 3 6 0,0 0-2 0,0 0 10 0,0 0-6 16,0 0 10-16,11-2-8 0,-11 2 20 0,0 0 4 16,0 0 27-16,0 0 3 0,0 0 24 0,0 0-9 15,0 0 26-15,0 0-14 0,0 0 16 0,0 0-12 16,0 0 23-16,11 2-14 0,-11-2 26 0,0 0 9 15,0 0-12-15,7 10-15 0,-7-10-22 0,0 0-3 16,7 11-11-16,-7-11-11 0,6 9-6 0,-6-9-10 16,8 10-2-16,-8-10-7 0,12 10-4 0,-12-10-2 15,13 8-5-15,-13-8 0 0,14 6-10 0,-14-6 14 16,16 4-11-16,-16-4-4 0,18 3 3 0,-18-3-4 16,17-3-12-16,-17 3 2 0,18-3 0 0,-18 3 8 0,16-6-2 15,-16 6-2-15,15-7 0 0,-15 7 0 16,10-13-11-16,-10 13 5 0,7-15 8 0,-7 15-2 15,3-16-1-15,-3 16 0 0,0-15 1 0,0 15 0 16,-4-16 2-16,4 16 1 0,-8-15-3 0,8 15 7 16,-10-12 0-16,10 12-5 0,-15-7 17 0,15 7 2 15,-16-3 14-15,16 3 6 0,-19 1 9 0,9 3-1 0,-2 1 23 16,1 1 13-16,-1 3 0 0,0 3-12 0,-1 0-4 16,1 2 30-16,2 2-47 0,1-1 44 0,2 1-53 15,1-1 29-15,2 2-43 0,2-2 32 16,2 0-44-16,3 1 32 0,1-1-41 0,4-1 33 0,1-1-41 15,2-2 18-15,2-2-84 0,2-2-16 0,3 1-68 16,0-4-48-16,4 1-9 0,3-3-4 0,-1 0-37 16,-2-1-55-16,1-2-35 0,0 1-23 0,-2-2-8 15,-3 0-81-15,-1-2-105 0,0 0-394 0,-3-2-537 16</inkml:trace>
  <inkml:trace contextRef="#ctx0" brushRef="#br0" timeOffset="128732.0729">8832 12285 438 0,'3'-16'744'15,"-3"16"-55"-15,0-14-37 0,0 14-21 0,-2-15-36 16,2 15-39-16,-3-15-69 0,3 15-31 0,-3-13-26 16,3 13-42-16,-3-12-62 0,3 12-70 0,-4-10-54 15,4 10-43-15,0 0-33 0,0 0-20 0,0 0-17 16,0 0-10-16,0 0-11 0,0 0-12 0,16 3-10 16,-10 4-10-16,1 1 2 0,3 0-14 0,0 2-8 0,2 1-1 15,3 2 2-15,-6-1-10 0,5 1-3 0,-2-1 53 16,-1 1-70-16,0-1 38 0,-1-1-60 15,-1 1 43-15,1-1-57 0,-4-3 48 0,-1 2-48 0,1-3 47 16,-1 0-38-16,-5-7 49 0,7 13-40 0,-7-13 49 16,4 12-42-16,-4-12 47 0,0 0-45 0,-2 12 55 15,2-12-53-15,0 0 47 0,-11 7-49 0,11-7 46 16,0 0-42-16,-14-3 45 0,14 3-46 0,-12-7 45 16,12 7-51-16,-13-12 58 0,7 3-58 0,1 1 47 15,1-2-46-15,0 1-1 0,2-2 4 0,2 11-3 16,1-20 3-16,1 9-16 0,2 3-19 0,1-2-26 15,1 2-27-15,-1 1-37 0,2-1-37 0,2 2-44 16,-2-1-35-16,2 1-49 0,-1 2-79 0,1-1-62 16,-9 5-59-16,16-6-127 0,-16 6-678 0,14-1-921 15</inkml:trace>
  <inkml:trace contextRef="#ctx0" brushRef="#br0" timeOffset="129498.858">9135 12274 535 0,'0'0'816'15,"0"0"-86"-15,0 0-57 0,0 0-39 0,1-12-42 16,-1 12-47-16,0 0-67 0,-3-9-34 0,3 9-40 16,0 0-56-16,0 0-74 0,-5-12-59 0,5 12-38 15,0 0-37-15,0 0-23 0,0 0-17 0,0 0-13 16,12 3-18-16,-12-3-11 0,9 8-8 0,-9-8-12 16,11 10-5-16,-4-4-8 0,-2 2 3 0,0-1-10 15,1 1-4-15,-1-1 14 0,-1 1-21 0,2 1-3 16,-2-2 1-16,0 2-3 0,-4-9-4 0,7 16 3 15,-7-16-3-15,5 15-2 0,-5-15 42 0,5 12-71 16,-5-12 17-16,6 10-59 0,-6-10 32 0,3 10-45 16,-3-10 44-16,0 0-32 0,4 9 28 0,-4-9-60 15,0 0 6-15,0 0-42 0,0 0 27 0,10-6-9 16,-10 6 37-16,7-11-17 0,-7 11 36 0,9-15 7 16,-4 6 19-16,-5 9 0 0,8-16 11 0,-4 7 14 15,1 0 18-15,-5 9 14 0,8-16 9 0,-8 16 23 0,7-15 16 16,-7 15 8-16,5-11-6 0,-5 11-12 15,5-8-12-15,-5 8-13 0,0 0-4 0,9-10 2 16,-9 10-11-16,0 0 1 0,0 0-2 0,15 2-2 0,-15-2-3 16,9 5-1-16,-9-5-4 0,10 8 3 0,-10-8 30 15,9 8-41-15,-9-8 33 0,8 10-39 0,-8-10 34 16,8 11-39-16,-8-11 36 0,9 8-45 16,-9-8 30-16,6 9-50 0,-6-9 32 0,7 8-41 0,-7-8 37 15,5 6-36-15,-5-6 41 0,0 0-48 0,10 4 24 16,-10-4-37-16,0 0 27 0,11-3-31 0,-11 3 20 15,0 0-11-15,10-10 15 0,-10 10 8 0,8-11 14 16,-8 11-1-16,7-11 8 0,-7 11 7 0,7-12 8 16,-7 12 8-16,6-11 14 0,-6 11 14 0,5-9 1 15,-5 9-6-15,0 0-3 0,7-12-4 0,-7 12-5 16,0 0-5-16,0 0 2 0,7-7-3 0,-7 7-5 16,0 0 6-16,0 0-8 0,9 3 8 0,-9-3-1 15,0 0 0-15,11 8 31 0,-11-8-38 0,9 8 26 16,-9-8-32-16,10 7 33 0,-10-7-34 0,16 9 26 0,-16-9-38 15,19 6 17-15,-8-4-34 0,-11-2 5 16,20 4-37-16,-20-4 46 0,21 2-6 0,-21-2 21 16,19 1-14-16,-19-1 20 0,14-2-8 0,-14 2 5 0,13-5 5 15,-13 5 6-15,12-7 14 0,-12 7 38 0,8-12 6 16,-8 12 0-16,6-13 28 0,-6 13 11 0,3-13 6 16,-3 13 3-16,4-13 10 0,-4 13 13 0,2-12-8 15,-2 12-11-15,0 0-18 0,2-15-21 0,-2 15-19 16,0 0-5-16,2-10-18 0,-2 10-9 0,0 0-2 15,0 0-2-15,0 0-5 0,5 10-5 0,-5-10 0 16,4 10-4-16,-4-10-3 0,5 15-41 0,-5-15-53 16,7 17-18-16,-3-8-117 0,-1-1-64 0,0 1-69 15,-3-9-108-15,6 18-87 0,-6-18-95 0,2 16-798 16,-2-16-1062-16</inkml:trace>
  <inkml:trace contextRef="#ctx0" brushRef="#br0" timeOffset="129715.9732">9658 12103 782 0,'-4'-17'963'16,"1"2"-185"-16,1-1-54 0,-1 2 26 0,0 2-17 16,1 1-147-16,0 1-59 0,2 10-156 15,-2-18-44-15,2 18-117 0,-2-12 7 0,2 12-93 0,0 0 17 16,0 0-74-16,0 0 26 0,0 0-108 0,15 3-36 15,-15-3-129-15,9 15-92 0,-4-7-70 0,0 3-131 16,-1 2-94-16,1 0-115 0,-1 2-844 16,1 0-1158-16</inkml:trace>
  <inkml:trace contextRef="#ctx0" brushRef="#br0" timeOffset="130665.9331">9835 12272 462 0,'0'0'969'0,"12"-10"-179"0,-12 10-75 16,11-12 20-16,-11 12-35 0,10-11-86 16,-10 11-80-16,9-9-69 0,-9 9-63 0,8-8-56 15,-8 8-59-15,10-4-18 0,-10 4-62 0,12-2 17 16,-12 2-69-16,12 3 25 0,-12-3-73 0,17 8-77 0,-9-2-30 16,0 0 0-16,0 1 0 0,2 1 0 0,-1 2 0 15,-1-2 0-15,1 3 0 0,-1-1 0 16,-1 0 0-16,1 1 0 0,-1-3 0 0,-1 1 0 0,0-1 0 15,0-1 0-15,0 0-116 0,-6-7-26 0,10 12 29 16,-10-12-50-16,10 10 34 0,-10-10-38 0,10 8 39 16,-10-8-35-16,11 2 58 0,-11-2-22 0,0 0 52 15,15-2-20-15,-15 2 12 0,13-10 1 0,-13 10 17 16,13-13 14-16,-7 6 10 0,0-1 8 0,1 0 8 16,0-1 5-16,-2 2 1 0,1 0 7 0,0 1-3 15,-6 6 4-15,11-12-2 0,-11 12-2 0,9-7 2 16,-9 7 3-16,9-5 4 0,-9 5 4 0,0 0-4 15,16 0 6-15,-16 0-3 0,11 5-2 0,-11-5 5 16,13 4 0-16,-13-4 0 0,12 7 1 0,-12-7 30 16,17 7-34-16,-17-7 29 0,17 7-31 0,-7-3 26 15,2-1-31-15,-1-1 25 0,2 2-36 0,-2-2-12 16,2 0-46-16,0 0-11 0,-1-2-10 0,1 1 7 0,-13-1 16 16,23 0 2-16,-23 0 25 0,23-1-1 0,-23 1 21 15,20-5 12-15,-20 5-2 0,18-7-6 16,-9 2 14-16,-2-1-2 0,0-1 8 0,-1 0 8 0,-2-2 3 15,-4 9 1-15,7-17 10 0,-7 17 14 0,3-17-3 16,-3 17-9-16,-1-16 4 0,1 16 6 16,-4-15 1-16,4 15-5 0,-9-13-7 0,9 13 3 15,-11-9 1-15,11 9 9 0,-16-7-9 0,16 7-1 0,-12-4-2 16,12 4 4-16,-14 0-2 0,14 0 1 0,-14 4 5 16,14-4-3-16,-12 10 2 0,12-10 0 0,-11 13-5 15,11-13 2-15,-6 16-6 0,6-16-2 0,-2 17 37 16,2-17-50-16,1 17 31 0,-1-17-37 0,5 19 33 15,-2-10-39-15,3 0 32 0,0-2-31 0,0-1 25 16,1 1-48-16,0-1 4 0,3-1-37 0,-1 0-6 0,0-3-14 16,-9-2-15-16,22 5 11 0,-22-5 5 0,23 0 21 15,-23 0 6-15,24-2 24 0,-12-1-2 16,-1 1 16-16,0-1-7 0,-1-1 20 0,-1-1-15 16,1-1 11-16,-2-1 1 0,1-2 12 0,-1 0-1 0,1-3 5 15,-3 0 6-15,1 0-4 0,-2-2-1 0,2 0 4 16,-2-2 13-16,1-3-2 0,-1 0 4 15,1-2 0-15,-1 1-8 0,2-1 62 0,-2 0-15 0,-1 1 32 16,1-1-1-16,-2 4 33 0,0-2-17 0,0 2 35 16,-1-1-22-16,1 1 34 0,-3 0-38 15,1 1 59-15,-1 2-24 0,0 0 19 0,0 14-50 0,-1-22 45 16,1 22-76-16,-4-21 56 0,4 21-81 0,-4-15 63 16,4 15-89-16,-4-10 68 0,4 10-87 0,-7-6 85 15,7 6-72-15,0 0 7 0,-13 3-44 0,13-3 0 16,-11 12 0-16,6-3 0 0,2 1 0 0,1 5 0 15,0 1 0-15,2 2 0 0,0 2 0 0,2 4 0 16,2 1 0-16,-1 1 0 0,3 4 0 0,2 2 0 16,0-1 0-16,2 4 0 0,3 2 0 0,-1-2 0 15,2 1 0-15,2-2 0 0,-1-1 0 0,1-1 0 16,-3-5 0-16,1-2 0 0,-1 0 0 0,-2-5 0 16,-2-2 0-16,0 1 0 0,-2-6 0 0,1 1 0 0,-4-1 0 15,1-4-174-15,-5-9-685 0,2 14-108 0,-2-14-984 16,-6 11-1688-16</inkml:trace>
  <inkml:trace contextRef="#ctx0" brushRef="#br0" timeOffset="132335.0913">6122 12844 31 0,'-3'-16'793'15,"3"16"-172"-15,-2-13-64 0,2 13-27 0,-5-15-19 16,5 15-15-16,-4-14-4 0,4 14-34 16,-3-11-50-16,3 11-56 0,-4-10-68 0,4 10-46 0,0 0-49 15,0 0 28-15,0 0 0 0,0 0 11 0,-4 9-43 16,4-9 44-16,3 22-70 0,0-7-13 0,-1 2 7 16,2 4-23-16,-1 2-24 0,3 1-19 0,-2-1 61 15,1 3-105-15,1 1 64 0,1 3-95 0,1-4 52 16,-2 3-64-16,0-6 0 0,0 1 0 0,0-1 0 15,0-3 0-15,0 1 0 0,-1-4 0 0,-1-1 0 16,1-2 0-16,-2-1 0 0,3-2-17 0,-4 0 30 16,-2-11-68-16,4 15 80 0,-4-15-76 0,2 12 65 15,-2-12-69-15,0 0 76 0,-4 7-75 0,4-7 61 16,0 0-58-16,-17-2 45 0,17 2-73 0,-17-9 52 16,7 4-3-16,-3-2-1 0,-2-1 8 0,-2 0-43 15,-1-2 55-15,-1 2-44 0,-2-3 50 0,0 3-38 16,-2 0 45-16,1 1-38 0,-2 0 46 0,-3 3-45 0,2 0 46 15,2 3-42-15,0 1 45 0,2 0-3 16,0 1-1-16,2 2-10 0,0 2 1 0,2 0-2 16,1 4 0-16,3-1-4 0,0 2-6 0,3 0 11 0,2 2-10 15,3 0-6-15,1-2-11 0,4-10-19 0,2 22-13 16,4-12-24-16,2 1-42 0,4-2-35 0,6-1-58 16,4-1-40-16,1-2-30 0,4 0-26 0,2-4-23 15,2-1-30-15,5-1-2 0,1-2-23 0,-2-1 57 16,0-1 1-16,-2-3 91 0,-2 0-2 0,-3 0 75 15,-4 1 10-15,-4-2 59 0,-1 0-3 0,-3 0 63 16,-2-1-20-16,-3 0 69 0,0 0-22 0,-3-1 76 16,-1-1 10-16,0 0 27 0,-2 1 22 0,1 1 41 15,-3-1 0-15,1 1-3 0,0 1 46 0,-4 9 12 16,5-18-1-16,-5 18-14 0,6-14-30 0,-6 14-10 16,6-12-14-16,-6 12-22 0,8-7 9 0,-8 7-9 15,11-5 39-15,-11 5-26 0,15 1 34 0,-15-1-50 16,18 5 25-16,-10 0-52 0,3 1 35 0,-2 0-20 15,1 1-4-15,1 1-11 0,-2 0-17 0,0 2-18 0,1-2-12 16,-1 2-7-16,-2-2-10 0,-1 2-7 0,2-3-5 16,-3 0-4-16,0 1-5 0,-5-8 0 15,9 12 1-15,-9-12-3 0,8 11 2 0,-8-11 10 0,5 9-15 16,-5-9 1-16,0 0-1 0,0 0-1 0,0 0-4 16,0 0-2-16,-2 10-6 0,2-10-14 0,0 0-39 15,0 0-20-15,-9-10-26 0,9 10-27 0,-3-11-14 16,3 11 6-16,0-17 10 0,0 17 18 0,4-19 20 15,-2 7 18-15,3 3 2 0,0-2 34 0,0 1 4 16,1 0 6-16,1 0 12 0,2 1 2 0,-2 0 10 16,0 2 16-16,0 1 5 0,2 0 22 0,-2 0-5 15,-7 6 32-15,16-7-25 0,-16 7 66 0,16-3-32 16,-16 3 26-16,16 2-41 0,-16-2 38 0,18 6-49 16,-18-6 33-16,17 8-43 0,-9-3 32 0,0 1-51 15,-1 0 31-15,1 0-45 0,-1 1 38 0,0 0-45 16,0 0 42-16,1-1-15 0,-2 2-41 0,0-2 18 15,-6-6-75-15,12 12-97 0,-12-12-64 0,11 10-82 16,-11-10-96-16,9 8-72 0,-9-8-104 0,6 7-806 0,-6-7-996 16</inkml:trace>
  <inkml:trace contextRef="#ctx0" brushRef="#br0" timeOffset="132566.8574">6710 12989 833 0,'-1'-14'864'0,"0"3"-147"0,0 0-67 0,1 11 34 16,-1-20-20-16,1 20-145 0,-2-18-39 15,2 18-100-15,-1-16-10 0,1 16-101 0,0-15-21 0,0 15-92 16,0 0 3-16,1-15-69 0,-1 15 25 0,0 0-70 16,5-7 29-16,-5 7-53 0,0 0 28 0,11 2-94 15,-11-2-12-15,10 7-92 0,-10-7-45 0,10 10-81 16,-10-10-60-16,9 13-92 0,-4-5-72 0,2 0-51 15,-2 0-140-15,1 1-630 0,-1-2-925 0</inkml:trace>
  <inkml:trace contextRef="#ctx0" brushRef="#br0" timeOffset="133151.4237">6922 13047 715 0,'0'0'990'0,"0"0"-175"15,0 0-79-15,10-4 37 0,-10 4-66 16,0 0 11-16,0 0-152 0,9-4-80 0,-9 4-66 15,0 0-22-15,0 0-32 0,17 1-54 0,-17-1-123 16,14 6-189-16,-5 0 0 0,0 0 0 0,1 0 0 0,2 2 0 16,0 1 0-16,-1 0 0 0,2 1 0 0,-1-1 0 15,0 3 0-15,-1-3 0 0,0 2 0 16,1 1 0-16,-3-1 0 0,1-2 0 0,0 1 0 0,-2 0 0 16,-1-2 0-16,-1-1 0 0,1 0 0 0,-7-7 0 15,11 12 0-15,-11-12 0 0,8 9 0 0,-8-9 0 16,7 5 0-16,-7-5 0 0,0 0-32 0,0 0-126 15,15-2-11-15,-15 2 20 0,5-6 7 0,-5 6-5 16,7-14-4-16,-7 14-11 0,9-16 54 0,-6 6-19 16,1 0 57-16,0 0-20 0,1 1 48 0,-1-2-24 15,0 2 50-15,2 1-26 0,-3-1 43 0,-3 9-23 16,8-15 59-16,-8 15-34 0,7-12 39 0,-7 12-39 16,7-10 32-16,-7 10-35 0,12-7 36 0,-12 7-34 15,12-7 31-15,-12 7-39 0,15-5 32 0,-15 5-37 16,14-3 41-16,-14 3-45 0,19-2 37 0,-19 2-41 15,20-2 40-15,-20 2-38 0,19-2 37 0,-19 2-39 16,18-3 40-16,-18 3-33 0,16-1 33 0,-16 1-33 16,16-4 20-16,-16 4-13 0,11-3 29 0,-11 3-33 15,10-6 34-15,-10 6-36 0,8-6 3 0,-8 6 1 16,4-9 2-16,-4 9 8 0,0 0-7 0,0-16 4 0,0 16-2 16,-8-10 1-16,8 10 1 0,-11-10 0 0,11 10 3 15,-14-8 4-15,14 8-1 0,-16-3-1 0,16 3 4 16,-14 1 14-16,14-1 41 0,-14 6-45 15,14-6 45-15,-13 13-36 0,8-6 37 0,-1 1-37 0,2 2 43 16,1 1-38-16,0-2 37 0,3-9-41 0,0 23 35 16,2-11-49-16,1-1 36 0,1 1-48 0,3 0 39 15,0-2-52-15,2 1 5 0,0-2-94 0,5 1-19 16,-1-3-115-16,4 0-73 0,-1-2-44 0,3-2-110 16,1 0-62-16,0-2-31 0,2 0-77 0,-1-1-131 15,0-1-300-15,1 0-677 0</inkml:trace>
  <inkml:trace contextRef="#ctx0" brushRef="#br0" timeOffset="133752.5034">7824 13064 627 0,'3'-12'686'0,"1"3"-93"0,-4 9 1 0,3-18-52 0,-3 18-22 15,5-17 1-15,-5 17-15 0,2-15 8 16,-2 15-59-16,2-13-26 0,-2 13-48 0,1-11-62 16,-1 11-58-16,0 0-51 0,3-12-29 0,-3 12-22 0,0 0 10 15,0 0-38-15,13 0 27 0,-13 0-49 0,13 9 17 16,-6-3-126-16,1 2 0 0,1 2 0 0,2 0 0 15,-2 1 0-15,2 0 0 0,2 3 0 0,-1 1 0 16,1-1 0-16,-1 0 0 0,0 0 0 0,0 0 0 16,-2-2 0-16,-1-1 0 0,0 0 0 0,-1 0 0 15,-2-3 0-15,0 0 0 0,0-1 0 0,-6-7 0 16,7 14 0-16,-7-14 0 0,4 8 0 0,-4-8 0 16,0 0 0-16,0 0 0 0,0 0 0 0,0 0 0 15,0 0 0-15,0 0 0 0,0 0 0 0,0 0 0 16,0 0 0-16,4-17-48 0,-4 17 21 0,7-18-65 15,-3 8 45-15,3-3-40 0,0 0 4 0,0-1 0 16,2-1 8-16,2-2-2 0,0 1 11 0,0-1 14 16,1 0 8-16,0 1 7 0,1-1 10 0,-2 3 5 0,0-1 40 15,1 0-36-15,-1 1 35 0,-1 3-37 0,-1-1 42 16,0 1-31-16,-3 2 57 0,0 2-32 0,0-1 47 16,-1 1-50-16,-5 7 37 0,7-12-52 0,-7 12 39 15,5-8-49-15,-5 8 46 0,0 0-52 0,0 0 44 16,0 0-47-16,0 0 52 0,0 0-54 0,-14 2 5 15,14-2 3-15,-10 8 3 0,10-8-2 0,-9 14 3 16,9-14 5-16,-6 16 0 0,3-7 0 0,3-9-4 16,-1 19 1-16,2-6-2 0,1-1 41 0,1 2-58 15,2-1 25-15,1 0-39 0,4 1 32 0,1 0-38 16,2-1 38-16,2 0-31 0,0 0 43 0,3-1-33 16,0 1 40-16,0-1-34 0,2 0 39 0,-1-1-38 15,1-1 46-15,1 0-44 0,-2 0 39 0,1 0-38 16,-1 0 43-16,0-2-36 0,-1 0 42 0,-3 1-25 15,-1-4 49-15,-2 2-36 0,-1-1 44 0,-2-2-42 16,-1 1 42-16,-8-5-49 0,12 10 49 0,-12-10-51 16,4 9 43-16,-4-9-52 0,-9 9 49 0,-1-5-58 15,-4 1 52-15,-5-3-140 0,-6 1-142 0,-4-2-189 16,-7 1-272-16,-2-1-280 0,-4-3-685 0,-2-2-1332 16</inkml:trace>
  <inkml:trace contextRef="#ctx0" brushRef="#br0" timeOffset="136219.4222">11334 8543 494 0,'0'0'448'0,"-4"-14"-68"0,4 14-64 15,-4-11-12-15,4 11-20 0,-5-12-28 0,5 12-3 16,-5-12 1-16,5 12 8 0,-5-12 13 0,5 12-19 16,-4-8 3-16,4 8-45 0,0 0-16 0,-5-11-33 0,5 11-19 15,0 0 3-15,-4-9-4 0,4 9 3 16,0 0-23-16,0 0 7 0,-4-10-30 0,4 10 14 15,0 0-37-15,0 0 27 0,0 0-37 0,0 0 32 16,-3-9-35-16,3 9 45 0,0 0-37 0,0 0 26 16,0 0-42-16,0 0 33 0,0 0-22 0,0 0 64 15,0 0-11-15,0 0 53 0,0 0-48 0,-9 5-5 0,9-5-9 16,0 0-12-16,-4 11 1 0,4-11-19 0,-3 11 8 16,3-11-13-16,-3 13 0 0,3-13-10 0,-1 14-5 15,1-14-6-15,-2 18 0 0,2-18-41 0,-2 19-16 16,1-7 0-16,1-12 0 0,0 25 0 0,0-12 0 15,0 2 0-15,0 1 0 0,0 2 0 0,0 0 0 16,0-1 0-16,-1 1 0 0,0 1 0 0,1 1 0 16,-1 0 0-16,0 0 0 0,1 1 0 0,0 2 0 15,0 1 0-15,0 1 0 0,0 0 0 0,0 0 0 16,1 0 0-16,0 1 0 0,1 1 0 0,1-1 0 16,-1 2 0-16,0 3 0 0,0 1 0 0,2-1 0 15,-1 2 0-15,1 0 0 0,2-1 0 0,-2 1 0 16,2 0 0-16,-1-1 0 0,2 0 0 0,2 0 0 15,-2-1 0-15,2-1 0 0,-1-1 0 0,2 2 0 16,0-1 0-16,-1-4 0 0,3 1 0 0,-3 1 0 16,0-2 0-16,2-1 0 0,-2-3 0 0,-1-1 0 15,1 0 0-15,1 0 0 0,-3 0 0 0,1 0 0 0,2 0 0 16,-1-1 0-16,0 0 0 0,0 1 0 0,0-2 0 16,-1 2 0-16,1-2 0 0,1 1 0 15,-3 1 0-15,2 0 0 0,2-1 0 0,-3 0 0 0,1 2 0 16,0-1 0-16,1 0 0 0,1 2 0 0,1 1 0 15,-3-3 0-15,1 1 0 0,2 1 0 0,-2 1 0 16,-1-2 0-16,3 1 0 0,-3-2 0 0,0-1 0 16,1 1 0-16,0 1 0 0,-1-1 0 0,-1 0 0 15,2 0 0-15,-1 1 0 0,-1-1 0 0,2 0 0 16,-1 1 0-16,0-2 0 0,-2 1 0 0,2 1 0 16,-1-2 0-16,0 3 0 0,0-1 0 0,-1-1 0 15,0 0 0-15,-1 2 0 0,1-2 0 0,0 3 0 16,-2-2 0-16,0 0 0 0,0 0 0 0,0 1 0 15,0 0 0-15,2-1 0 0,-4 0 0 0,1 1 0 0,0 1 0 16,0-1 0-16,-1 0 0 0,1 0 0 16,0 0 0-16,-2 1 0 0,2-1 0 0,-1 1 0 15,0 0 0-15,-1 0 0 0,0 0 0 0,0 1 0 0,-1 0 0 16,0 0 0-16,1 0 0 0,-2 1 0 0,3 0 0 16,-3 0 0-16,0-1 0 0,0 1 0 0,0 2 0 15,0-1 0-15,0 0 0 0,0-1 0 0,0 1 0 16,0 1 0-16,0 0 0 0,0 0 0 0,0-1 0 15,0 1 0-15,0 0 0 0,0 0 0 0,0-1 0 16,0 1 0-16,0-2 0 0,0 1 0 0,0-1 0 16,0-1 0-16,-2 2 0 0,1-2 0 0,0 2 0 15,0-2 0-15,0 0 0 0,0 2 0 0,0-1 0 16,0-1 0-16,1 1 0 0,-2-1 0 0,2 1 0 16,-2-1 0-16,2 0 0 0,-2 0 0 0,1 0 0 15,1 0 0-15,0 0 0 0,0-1 0 0,0 0 0 16,3 1 0-16,-5-1 0 0,2-3 0 0,2 1 0 15,-2 0 0-15,0-2 0 0,0 5 0 0,-2-4 0 16,4 0 0-16,-2 0 0 0,0 2 0 0,0-2 0 16,2 3 0-16,-2-3 0 0,2 0 0 0,-2-1 0 0,0 0 0 15,1 1 0-15,-1 0 0 0,1 0 0 0,-1 1 0 16,1-1 0-16,0 0 0 0,-1 0 0 0,0-1 0 16,0 2 0-16,0-1 0 0,0-1 0 0,0-1 0 15,-1 4 0-15,0-4 0 0,1 0 0 0,0-1 0 16,0 1 0-16,0-1 0 0,-1-1 0 0,1 0 0 15,1 0 0-15,-1 0 0 0,2-1 0 0,-2-2 0 16,1-1 0-16,0 1 0 0,2-1 0 0,-1 0 0 16,-2-2 0-16,2 1 0 0,0-2 0 0,0 2 0 15,2-1 0-15,-2-2 0 0,0 1 0 0,-2-10 0 16,3 19 0-16,-3-19 0 0,4 18 0 0,-4-18 0 16,4 15 0-16,-4-15 0 0,2 14 0 0,-2-14 0 15,4 13 0-15,-4-13 0 0,2 11 0 0,-2-11 0 16,3 11 0-16,-3-11 0 0,0 0 0 0,5 13 0 0,-5-13 0 15,0 0 0-15,3 11 0 0,-3-11 0 16,0 0 0-16,3 10 0 0,-3-10 0 0,0 0 0 16,0 0 0-16,5 10 0 0,-5-10 0 0,0 0 0 0,0 0 0 15,0 0 0-15,3 11 0 0,-3-11 0 0,0 0 0 16,0 0 0-16,0 0 0 0,0 0 0 0,0 0 0 16,0 0 0-16,0 0 0 0,4 7 0 0,-4-7 0 15,0 0 0-15,0 0 0 0,0 0 0 0,0 0 0 16,0 0 0-16,0-13 0 0,0 13 0 0,0 0 0 15,-2-17 0-15,2 17 0 0,-3-15 0 0,3 4-393 16,-4-1-483-16,0-1-90 0,0-3-912 0,1-1-1599 16</inkml:trace>
  <inkml:trace contextRef="#ctx0" brushRef="#br0" timeOffset="141186.7963">12657 8847 152 0,'0'0'716'0,"-7"-7"-191"0,7 7-79 0,0 0-30 15,0 0-45-15,-13 5-25 0,13-5-32 0,-7 6 19 16,7-6-32-16,-7 10-33 0,7-10-39 0,-6 10-39 16,6-10 4-16,-2 11-16 0,2-11-2 0,4 14-36 15,-4-14-10-15,9 14-41 0,-3-6-12 0,1-2-8 0,5-1-8 16,1 1-14-16,3-1 18 0,-1-2-41 16,2 1 20-16,0-2-22 0,3 0 12 0,-1 0-31 15,0-2 24-15,0 0-34 0,-2 0 31 0,1-2-27 0,-2 1 30 16,-2 0-26-16,-1-3 29 0,1-1-35 0,-5-2 31 15,-1 0-40-15,0-1 37 0,-4-3-34 0,0 0 29 16,-4-2-30-16,0-1 30 0,-2-4-29 0,-2-1 28 16,-3-1-29-16,-2-3 34 0,2 2 2 0,-1-1 77 15,0 2-14-15,-1 1 20 0,3 0-47 0,-1 5 66 16,0 1-20-16,0 1 25 0,3 1-60 0,-1 2 14 16,5 9-47-16,-8-10 26 0,8 10-43 0,0 0 50 15,-16 6-3-15,11 2 48 0,-1 5-37 0,1 3 64 16,1 4-63-16,-3 5 18 0,4 6 9 0,1 2 1 15,0 3-24-15,2 8 14 0,2 2-98 0,2 1 0 0,-1 2 0 16,4 0 0-16,-2 1 0 0,1-1 0 16,1 1 0-16,2-1 0 0,0-2 0 0,2-2 0 15,-2-1 0-15,4-3 0 0,-4-2 0 0,3-3 0 16,-5-7 0-16,1-1 0 0,-3-5 0 0,1-2 0 16,-1-3 0-16,-2-3 0 0,-1 0 0 0,0-3-205 15,-2-12-113-15,0 18-69 0,0-18-56 0,-4 10-71 16,4-10-62-16,0 0-49 0,-16 1-60 0,16-1-726 0,-16-11-1015 15</inkml:trace>
  <inkml:trace contextRef="#ctx0" brushRef="#br0" timeOffset="141539.0556">12552 9328 756 0,'-10'-9'589'0,"2"2"-39"0,1 0-14 0,1 1-27 15,6 6-63-15,-10-14-51 0,10 14-75 0,-4-10-54 16,4 10-67-16,0 0-32 0,4-16-40 0,-4 16-23 15,16-9-27-15,-5 5-4 0,3-1-14 0,3 2-14 16,1-2-9-16,2 3-14 0,5-1-20 0,2 0-28 16,0 2-42-16,0-2-14 0,0 0-50 15,0 2-19-15,-2-3-19 0,2 3 16 0,-3-2 15 0,-3 1 28 16,-2-2 18-16,0 1 29 0,-1-2 7 0,-3 1 40 16,-2 0 31-16,1-2 47 0,-3 0 34 0,-1 1 50 15,-1 0 0-15,-1-2 35 0,-3 2 9 0,-5 5 11 16,14-12 15-16,-14 12 9 0,8-10 2 0,-8 10 0 15,9-7-11-15,-9 7-26 0,5-8-42 0,-5 8-30 0,0 0-23 16,9-8-18-16,-9 8-11 0,0 0-9 0,0 0-8 16,11 3-3-16,-11-3-14 0,7 7 0 0,-7-7-4 15,12 12-5-15,-6-4-5 0,1-1-4 0,1 1-3 16,0 0-2-16,0 0-17 0,1 1-69 0,-2 0-26 16,0-2-122-16,2 2-57 0,-3-2-80 15,1 1-90-15,-2-1-64 0,0 0-85 0,-5-7-225 0,8 12-329 16,-8-12-770-16</inkml:trace>
  <inkml:trace contextRef="#ctx0" brushRef="#br0" timeOffset="141736.9802">13230 8981 902 0,'0'-17'764'15,"0"2"-57"-15,0 3-10 0,0-1-43 0,0 0-21 16,0 1-174-16,0 0-47 0,0 12-116 0,0-20-24 15,0 20-63-15,2-16-47 0,-2 16-36 0,0-11-63 16,0 11 19-16,0 0-55 0,0 0-45 0,9-4-99 0,-9 4-61 16,0 0-64-16,9 11-95 0,-9-11-76 15,4 15-49-15,-4-15-114 0,7 17-730 0,-7-17-909 16</inkml:trace>
  <inkml:trace contextRef="#ctx0" brushRef="#br0" timeOffset="141970.5499">13472 8893 489 0,'5'-15'917'0,"0"3"-143"16,-3-1-65-16,0 1 26 0,-2-1 42 0,2 0-131 15,-2 1-1-15,0 1-119 0,0 11-47 0,2-21-102 16,-2 21-74-16,0-14-68 0,0 14-44 0,0 0-40 16,0 0-32-16,0 0-21 0,0 0-78 0,7 9-20 15,-5 3 0-15,2 3 0 0,-1 2 0 0,0 4 0 16,1 1 0-16,0 1 0 0,1 2 0 0,1 3 0 15,2 0 0-15,-2 0 0 0,1 0-153 0,-3-4-159 16,3 0-87-16,-3-3-55 0,1 3-105 0,-2-2-89 16,1-4-103-16,-2-1-806 0,0-1-1200 0</inkml:trace>
  <inkml:trace contextRef="#ctx0" brushRef="#br0" timeOffset="142420.8373">13783 9153 1110 0,'0'-12'852'16,"0"12"-132"-16,-3-10-16 0,3 10-17 0,0 0-88 15,-1-12-110-15,1 12-99 0,0 0-84 0,1-11-63 16,-1 11-50-16,13-5-41 0,-13 5-37 0,21-4-19 16,-8 4-20-16,2-2-21 0,2 2-33 0,3 0-51 15,-2 0-8-15,2 0-28 0,-2 0-15 0,0 0-4 16,2 0 2-16,-5-1-1 0,0 0 13 0,0-1 17 0,-1 1 9 15,-1-3 9-15,0 0 6 0,1-1 7 16,-3 0 7-16,1-3 3 0,-1 0 3 0,-2 0 33 16,0-2-24-16,-3 1 33 0,-1-1-36 0,-3 1 39 15,2-2-12-15,-4 11 50 0,2-18-41 0,-2 18 33 16,-4-17-28-16,4 17 40 0,-10-15-40 0,3 9 34 16,-1 2-46-16,-3 0 40 0,0 0-39 0,-4 3 49 15,-1 1-33-15,-2 4 36 0,-1 0-43 0,-2 2 44 0,-2 4-40 16,3 0 14-16,-3 4 21 0,3 1-2 0,0 3 17 15,4 1-7-15,4-2 26 0,2 2 12 0,3 0 34 16,3-3-43-16,4 0 43 0,4 2-37 0,3-1-118 16,3 1 0-16,5-2 0 0,4-1 0 0,6 0 0 15,0-5 0-15,4 0 0 0,5-2 0 16,1-3 0-16,3 0 0 0,3-1 0 0,6-2 0 0,-3-1 0 16,-2-1 0-16,1-1 0 0,-3 1 0 0,0-5-389 15,-4 3-83-15,-2-2-102 0,-5 2-101 0,-4-2-115 16,-2-1-883-16,-8 2-1344 0</inkml:trace>
  <inkml:trace contextRef="#ctx0" brushRef="#br0" timeOffset="145238.5711">12502 9636 379 0,'0'-12'757'16,"0"12"-159"-16,-4-21-6 0,-1 11-41 0,-2-1-48 16,0 0-40-16,-3 2-70 0,-3-2-26 0,-1 4-69 15,0 0 13-15,-6 2-89 0,1 2-2 0,0 2-42 16,-2 3-63-16,-4 2 31 0,1 2-59 0,1 3 24 16,-1 4-56-16,-1 1 33 0,4 3-46 0,2 1 30 15,2 2-47-15,3 0 34 0,3 1-44 0,3 0-5 16,2-2-2-16,6 1 3 0,-1 1-2 0,4 2 0 15,3 2 2-15,6 0-8 0,3 2 33 0,6 2-41 0,1-4 35 16,7 2-40-16,-2-2 35 0,2-1-37 16,0 0 36-16,-1-2-38 0,0-2 36 0,-5-2-35 15,-1-3 33-15,1 2-41 0,-5-5 42 0,-2 1-39 16,0-5 40-16,-5 3-36 0,1-4 38 0,-4 0-31 0,-2 1 36 16,-6-8-35-16,9 11 38 0,-9-11-37 15,0 0 36-15,-6 15-42 0,6-15 37 0,-18 8-41 16,2-4 42-16,-2 0-42 0,-6 0 37 0,-1-2-39 0,-2 1 35 15,-3-1-36-15,1-2 40 0,0 1-48 0,0-2 23 16,4 1-50-16,3-3 20 0,0 1-50 0,5-1-35 16,0-1-67-16,5-2-22 0,3 2 12 0,9 4-1 15,-6-12 18-15,6 12-14 0,5-13-15 0,5 4 3 16,4 1-2-16,2-1 10 0,6 0 9 0,3-3 0 16,2 1 26-16,0 1 40 0,1-1 9 0,-2 1 34 15,1 0 12-15,-3 2 32 0,-1 0 18 0,-4 1 53 16,0-2 38-16,-3 2 53 0,-1 0 22 0,-1 2 44 15,-2-1-5-15,-2 0 27 0,0 2 0 0,-2-1 19 16,-8 5 10-16,14-8 2 0,-14 8-21 0,12-7-18 16,-12 7-26-16,8-6-30 0,-8 6-26 0,0 0-16 15,11-4-9-15,-11 4 3 0,0 0-6 0,0 0 14 16,12 5 16-16,-12-5-19 0,0 0-20 0,4 12-11 16,-4-12-15-16,2 9-12 0,-2-9-8 0,5 13-6 15,-5-13-9-15,9 14-6 0,-2-8 0 0,-1 2-11 16,1-1 2-16,-1-2-8 0,1 1-5 0,3-1-15 15,-2-1-13-15,1 1-13 0,-9-5-7 0,17 5 8 0,-17-5 9 16,17 3 10-16,-17-3 3 0,14 0 5 0,-14 0 5 16,13-4 3-16,-13 4 3 0,12-7 2 15,-12 7 1-15,8-13-2 0,-8 13 2 0,5-15 5 0,-5 15 22 16,4-18 13-16,-4 18 9 0,2-16 22 0,-2 16 18 16,2-15 4-16,-2 15 52 0,1-12-68 0,-1 12 17 15,0 0-79-15,5-12-16 0,-5 12 0 0,0 0 0 16,0 0 0-16,17 4 0 0,-10 1 0 0,2 3 0 15,0 2 0-15,0 2 0 0,2 4 0 0,3 2 0 16,1 2 0-16,1 4 0 0,0 1 0 0,2 3 0 16,0 1 0-16,-1 2 0 0,-2-6 0 0,0 1 0 15,-1 1 0-15,-4-2 0 0,1 0 0 0,-1-4 0 16,-5-1 0-16,1-1 0 0,-4-1 0 0,0-3 0 16,-2-1 0-16,0 0 0 0,-2-3 0 0,-2 0 0 15,-1-1 0-15,-1-3 0 0,-4 1 0 0,1-3 0 16,-1-2 0-16,-2 0 0 0,12-3 0 0,-25 0 0 15,14-2 0-15,0-2-53 0,1-1-112 0,2-4-22 0,-1 0 1 16,5-1-56-16,0-2 16 0,4-1-32 0,2-4 10 16,4-3 19-16,1 0 7 0,4-4 27 15,5-1 22-15,-1-1 43 0,5-3 14 0,1 0 27 0,-1 0 13 16,0 0 29-16,1 1-3 0,-4-1 21 0,1 4 13 16,-4 2 29-16,2 0 0 0,-3 0 27 0,-1 4 30 15,-1 1 23-15,-3 1 2 0,2 3-6 0,-4 0 10 16,-1 3 1-16,1 0-10 0,-3 2-14 0,-3 9-15 15,4-16-13-15,-4 16-9 0,0-14-13 0,0 14-3 16,-7-7-5-16,7 7-2 0,-11-1-8 0,11 1-2 16,-14 1 4-16,14-1-7 0,-13 7 4 0,13-7-1 15,-8 14 3-15,8-14-4 0,-2 17 9 0,2-17 34 16,6 19-50-16,1-7 55 0,3 0-36 0,4 2 30 16,0 1-38-16,4-1 31 0,2 0-45 0,2 3 38 15,3-4-38-15,-2 1 32 0,0 0-39 0,0 0 39 16,0 0-40-16,-4-3 37 0,0 0-42 0,-1-1 38 15,-4 0-37-15,0-2 41 0,-1 0-40 0,-2 0 38 0,-4 1-32 16,0-3 36-16,1 0-39 0,-8-6 37 0,8 11-35 16,-8-11 36-16,0 0-45 0,-3 13 41 15,3-13-38-15,-11 7 39 0,11-7-38 0,-14 4 38 16,14-4-31-16,-22 3 27 0,22-3-39 0,-21 0 33 0,21 0-65 16,-19-3 24-16,19 3-76 0,-17-8-12 0,17 8-30 15,-10-11-20-15,10 11 6 0,-5-18-3 0,5 7 17 16,3-2-25-16,-1-3 35 0,4 0 0 0,1-3 26 15,-1-2 6-15,4 1 37 0,-3-3-3 0,3-2 37 16,0-1-5-16,-1 1 58 0,-1-1 20 0,1 0 58 16,1-2 18-16,-4 4 38 0,-1 1 59 0,-1-1-44 15,0 0 45-15,-1 1 45 0,-3 3 10 0,0 0-25 16,0 1 64-16,0 1-88 0,0 2 17 0,-3 0-22 16,1 3-11-16,0 1-16 0,0 1-32 0,2 11-29 15,-4-16-90-15,4 16-36 0,-3-10 0 0,3 10 0 0,0 0 0 16,0 0 0-16,-4 12 0 0,4-12 0 15,2 18 0-15,2-4 0 0,1 4 0 0,1 2 0 16,2 4 0-16,1 2 0 0,1 4 0 0,4 2 0 0,0 2 0 16,2 0 0-16,-1-2 0 0,3 0 0 15,-2-1 0-15,-2-4 0 0,-2-2 0 0,2-2 0 16,-3 1 0-16,-2-5 0 0,0-1 0 0,-2-4 0 0,-2 0 0 16,1-1 0-16,-1-3-130 0,-1 1-20 0,-4-11-38 15,4 13 21-15,-4-13-56 0,0 0 36 0,0 0-37 16,-2 10 22-16,2-10-1 0,0 0 17 0,-9-10 22 15,9 10 24-15,-11-15 27 0,5 5 22 0,-1-3 27 16,0 0 1-16,1-2 23 0,-1 1 17 0,3-1 33 16,-2-1 33-16,0 3 41 0,2 0 58 0,1-2 37 15,-3 4 13-15,4 0 4 0,-1 2-13 0,3 9-1 16,-5-16-33-16,5 16-14 0,-2-13-40 0,2 13-11 16,2-10-21-16,-2 10-9 0,10-6-11 0,-10 6-9 15,11-3-8-15,-11 3-8 0,20 0 8 0,-9 1-15 16,3 0-1-16,-1 1-6 0,2 1-20 0,2 1-29 15,1-3-35-15,1 0-19 0,0 1 1 0,-2-1 2 16,2-1 7-16,-3 2 19 0,-1-4 14 0,1 1 10 0,-3-1 15 16,0-1 8-16,-1-1 9 0,-3 1 3 0,0-2 8 15,0 0 10-15,-2-1 5 0,-7 6 13 0,9-17 6 16,-9 17 8-16,2-14 27 0,-2 14-3 0,0-16 0 16,0 16 12-16,-3-14-2 0,3 14-5 0,-8-13-6 15,8 13-12-15,-7-10-6 0,7 10-6 0,-10-8-7 16,10 8 2-16,0 0 6 0,-14 3 0 0,14-3 4 15,-10 8 3-15,10-8 3 0,-9 14-14 0,9-14 0 16,-4 19-4-16,2-8-8 0,2 1-3 0,0 0-1 16,2 1-7-16,0 1-3 0,2 0-2 15,4 1-1-15,-2-2-6 0,1 1-18 0,4-1-39 0,0-2-31 16,0 1 24-16,0-2-59 0,3-1 21 0,-1-1-53 16,1 0 19-16,2-2-52 0,0-1 32 0,-1-1-4 15,-1-2 48-15,1 0-19 0,-1-2 66 0,-3-2-17 16,2 0 19-16,-1-2 18 0,1-1 3 0,1-3 6 15,-3 0 14-15,0-1 5 0,1-3 5 0,1-1 18 16,0-1 18-16,-2 0 20 0,-2 1 38 0,1 1 6 16,-2-1 36-16,1 3 4 0,1 3 4 0,-5-1 6 0,1-1-21 15,-1 1-11-15,-5 8-35 0,8-11-13 16,-8 11-1-16,10-7-22 0,-10 7 11 0,0 0-8 16,12 2 5-16,-12-2-12 0,9 6-3 0,-9-6-7 0,8 12-4 15,-8-12 0-15,9 15 0 0,-3-8-9 0,-1 3 2 16,-1-1-2-16,0 0-2 0,3 0-2 0,-4 2-2 15,3-3 0-15,-1 1 0 0,1 1 2 0,0-3-8 16,-2 1-13-16,-4-8-12 0,11 12-11 0,-11-12-13 16,10 10-13-16,-10-10 37 0,13 6-50 0,-13-6 35 15,12 2-40-15,-12-2 42 0,14 0-33 0,-14 0 32 16,14-5-29-16,-6 1 13 0,0-1 16 0,1-2 3 16,-1 1 8-16,-1 0 10 0,3 0-2 0,-4 0 11 15,2 0 5-15,-1-1 12 0,-7 7 38 0,14-11 20 16,-14 11 9-16,9-7-6 0,-9 7-7 0,9-7-10 15,-9 7-10-15,9-5-5 0,-9 5-8 0,0 0 3 16,13-1-3-16,-13 1-3 0,0 0-3 0,14 4-4 16,-14-4 1-16,7 5-8 0,-7-5 10 0,11 5-14 0,-11-5 0 15,9 9 2-15,-9-9-3 0,9 8 1 16,-9-8-3-16,11 8 0 0,-11-8 1 0,8 8 39 16,-8-8-48-16,10 7 40 0,-10-7-43 0,9 6 42 0,-9-6-41 15,0 0 37-15,11 4-40 0,-11-4-9 0,0 0 16 16,14 0 1-16,-14 0 0 0,9-4 3 0,-9 4-1 15,11-9-2-15,-11 9 4 0,11-12-2 0,-6 5-1 16,1 0 2-16,0-1-1 0,1 0 1 16,-1 2 3-16,0-2-1 0,-1 1-1 0,-5 7 0 0,12-13 8 15,-12 13-4-15,8-9 18 0,-8 9 7 0,8-8 3 16,-8 8-3-16,10-6 8 0,-10 6 4 0,11-2 8 16,-11 2 0-16,0 0 9 0,18 2 2 0,-18-2 0 15,14 5-11-15,-14-5 5 0,18 7-10 0,-9-1 12 16,2-1-29-16,-1 1 18 0,1-2-27 0,-1 0-3 15,1 1-15-15,1 1 0 0,-1-2 0 0,0 0 0 16,1 0 0-16,2 1-109 0,-1-2-78 0,-2 1-91 16,2-1-78-16,-3 0-56 0,0-1-113 0,-10-2-114 0,20 5-132 15,-20-5-786-15,16 1-1199 0</inkml:trace>
  <inkml:trace contextRef="#ctx0" brushRef="#br0" timeOffset="148357.255">12697 10663 443 0,'2'-16'731'0,"0"1"-150"0,-2 2-41 0,0 1 7 16,0-1-44-16,-4-2-72 0,0 3-49 0,-1-2-59 0,-1 3-24 15,-1 0-49-15,-4 1-9 0,2 2-74 16,-5 2-1-16,1 2-58 0,-2 2 5 0,-1 2-49 16,-3 2 27-16,-3 3-49 0,-2 3 24 0,-2 2-44 15,0 2 1-15,0 1-1 0,3 4 0 0,0 1-6 0,2 1-2 16,1 1-4-16,3 0-2 0,4 3 32 16,4-4-44-16,3 1 33 0,6-1-36 0,3 4 31 0,5-2-44 15,8 3 44-15,7 1-33 0,4 1 30 0,3-1-33 16,3-2 31-16,-1-2-35 0,1-2 42 0,-1 1-44 15,-1-2 35-15,-6-2-36 0,-3-2 35 0,-2-1-31 16,-5-2 34-16,-3 0-31 0,-3-1 38 0,-1 0-32 16,-2-2 39-16,-6-8-14 0,-2 18 54 0,-4-9-31 15,-4 0 3-15,-2 0 34 0,-6 0-42 0,-3 1 32 16,-2-1-45-16,-4 0 29 0,-3 0-41 0,1 0 28 16,-2-2-39-16,-1-2 32 0,1 1-39 0,2-1 33 15,3-2-36-15,0 0 40 0,5 0-43 0,0-2 37 16,2-1-42-16,3 0 34 0,0-1-50 0,4-1 13 15,0 0-84-15,3-1-15 0,9 3-46 0,-9-11-6 16,9 11-10-16,0-12-1 0,6 4 10 0,4 0-23 16,3-2 2-16,5 0-29 0,3-1 8 0,5-1-12 15,2 1 2-15,3-1 24 0,-1 0 5 0,7-1 47 0,-7 1 29 16,1 2 38-16,-2-3 9 0,0 3 45 0,-4-1 40 16,-3 1 46-16,-1 1 69 0,1 1 23 0,-4 0 56 15,-4 2 9-15,1-3 24 0,-1 5 9 16,-3-3 14-16,-2 2 15 0,2-1-1 0,-11 6-10 0,13-7-15 15,-13 7-37-15,14-7-32 0,-14 7-32 0,9-5-24 16,-9 5-12-16,0 0 1 0,13-3-2 16,-13 3-21-16,0 0-12 0,14 5-15 0,-14-5 2 0,7 5-28 15,-7-5-7-15,9 9-7 0,-9-9-6 0,11 11 3 16,-11-11-6-16,9 12-10 0,-9-12-4 0,11 14 0 16,-11-14-24-16,12 13-34 0,-12-13 11 0,11 12-83 15,-11-12 20-15,13 11-64 0,-13-11 26 0,16 8-51 16,-16-8 36-16,13 8-19 0,-13-8 47 0,16 2 9 15,-16-2 38-15,13 0 6 0,-13 0 35 0,12-5-10 16,-12 5 32-16,9-10-16 0,-9 10 26 0,11-14-16 16,-11 14 29-16,7-15-10 0,-7 15 57 0,7-13-14 15,-7 13 49-15,4-13-9 0,-4 13 54 0,4-10-43 16,-4 10 29-16,3-11-52 0,-3 11 23 0,0 0-57 16,4-10 28-16,-4 10-44 0,0 0 49 0,0 0-11 15,14 0 43-15,-14 0-49 0,11 6 31 0,-11-6-42 16,14 6 26-16,-6-2-45 0,3 1 32 0,-2 1-44 0,3-1 36 15,1 2-42-15,3 0 35 0,1-2-41 0,4 1 43 16,0 1-48-16,0-2 41 0,2 0-52 0,2-1 21 16,-2 0-46-16,1-3 19 0,-2 2-44 0,-1-1 32 15,0-1-33-15,-2-1 16 0,-1 0 11 0,-2-1 45 16,0-2-32-16,-3 1 11 0,-1 0 40 0,-1-4-36 16,-3 2 5-16,2-4 2 0,-4-1 13 0,-3 1-8 15,-1-3 6-15,-2 11-8 0,2-21 6 0,-4 9 1 16,0 0-3-16,-1 1 3 0,-1 1-1 0,-1-2 4 15,0 4-7-15,-1-2-17 0,2 2-45 0,4 8-39 16,-9-12-42-16,9 12 1 0,-10-9-19 0,10 9-7 16,0 0-28-16,-8-4 3 0,8 4-35 0,0 0 2 15,0 0-29-15,0 0 2 0,8 9-29 0,-8-9-3 16,14 7 0-16,-5-3-18 0,5 1-16 0,1-3 39 0,3 3 17 16,2-4 10-16,3 3 46 0,0-1 56 0,-2-1 83 15,2 0 55-15,-4-2 114 0,0 1 65 16,-1-1 56-16,-2-1 22 0,-2 1 34 0,-1-3 52 15,-1 2 30-15,-1-3 34 0,-11 4-5 0,18-7-13 0,-18 7-30 16,13-10-23-16,-13 10-19 0,8-11-1 0,-8 11-23 16,1-11-17-16,-1 11-4 0,-2-12-33 0,2 12-14 15,-9-10-19-15,9 10-32 0,-13-10-27 0,3 6-13 16,10 4-22-16,-20-4-14 0,20 4-10 0,-22 0-15 16,11 2-10-16,-1 2-8 0,3 0-5 0,1 2-7 15,-2 0-3-15,3 3-3 0,1-2 2 0,2 2-5 16,1 2 19-16,3-11-28 0,-4 18-3 0,4-18 0 15,4 21 0-15,-1-10-2 0,1-1 4 0,2-3-17 16,1 1-22-16,0 0 2 0,2-1-14 0,-2-1-7 16,3-1 1-16,0-1 61 0,-10-4-54 0,18 5 49 15,-18-5-37-15,20 2 49 0,-20-2-42 0,19-2 48 16,-9-1-33-16,-10 3-5 0,14-6 7 0,-7 0 6 16,1 0 8-16,-1-1 5 0,-2-2 10 0,-1 0-2 0,1-1 7 15,0-1 3-15,-3 0 7 0,2 0 16 16,-2 1 18-16,-2-1-14 0,2 0 13 0,-2 11-9 15,3-16 30-15,-3 16-28 0,2-13-5 0,-2 13-53 0,2-13 0 16,-2 13 0-16,0 0 0 0,2-10 0 0,-2 10 0 16,0 0 0-16,0 0 0 0,16 3 0 0,-16-3 0 15,9 8 0-15,-9-8 0 0,16 12 0 0,-7-8 0 16,2 5 0-16,1-2 0 0,0 0 0 0,3-1 0 16,-2 1 0-16,5 0 0 0,1 0 0 15,0-3-82-15,-1 1-29 0,2-1-15 0,0-2-6 0,0 1-5 16,0-3 14-16,-1 1 16 0,0-2 26 0,-2-1 19 15,0 1 14-15,-1-3 14 0,-2-3 8 0,-1 1 8 16,-1-2 8-16,-4-1 17 0,2-1 28 0,-1-4 6 16,-5-1 15-16,3-2 24 0,-3-2 9 0,1-3-17 0,-3-3-3 15,0 1 48-15,-1-2 20 0,-1-3 23 16,-1 2 37-16,-1-1-160 0,0 1-37 0,0 2 0 16,-1 2 0-16,0 4 0 0,1 3 0 0,-2-1 0 15,2 4 0-15,0 3 0 0,2 10 0 0,-5-13 0 16,5 13 0-16,0 0 0 0,-14 6 0 0,12 2 0 15,0 6 0-15,0 3 0 0,2 6 0 0,2 9 0 0,5 3 0 16,0 6 0-16,2 2 0 0,4 1 0 0,1 2 0 16,-1-2 0-16,3 2 0 0,-1-3 0 15,2 0 0-15,-3 0 0 0,1-4 0 0,0 0 0 16,-1-3 0-16,-1-1 0 0,1-2 0 0,-3-7 0 0,-3-5 0 16,0 0 0-16,-2-2 0 0,-1-5 0 0,0 1 0 15,-1-5 0-15,-2 1 0 0,2-1 0 16,-4-10 0-16,7 15 0 0,-7-15 0 0,3 8 0 0,-3-8 0 15,0 0 0-15,0 0 0 0,0 0 0 0,0 0 0 16,8-9 0-16,-8 9 0 0,3-21 0 0,-3 7 0 16,2-3 0-16,-2-1 0 0,2-5 0 0,0-2 0 15,-2-3 0-15,3 2 0 0,-1-3 0 0,1-3 0 16,-1 1 0-16,2-1 0 0,1 4 0 0,-1 3 0 16,3 2 0-16,-3 2 0 0,5 2 0 0,-2 1 0 0,1 5 0 15,1 0 0-15,3 1 0 0,-1 4 0 16,3 1 0-16,-1 4 0 0,1 2 0 0,0 1 0 15,0 1 0-15,2 2 0 0,-2 1 0 0,2 3 0 0,-3-1 0 16,1 2 0-16,-3 0 0 0,1 0 0 0,-4 1 0 16,-1-1 0-16,-1 0 0 0,-3-1 0 0,-3-7 0 15,2 15 0-15,-2-15 0 0,-6 14 0 16,-1-8 0-16,-2 0 0 0,-2-1 0 0,-2-1 0 0,-6 1 0 16,3-2 0-16,-2 0 0 0,1 0 0 0,-1 0 0 15,-1-2 0-15,6 0 0 0,0 0 0 0,-1 0 0 16,3 1 0-16,11-2 0 0,-19 0 0 0,19 0 0 15,-14 0 0-15,14 0 0 0,0 0 0 0,0 0 0 16,0 0-25-16,0 0-20 0,0 0-2 0,8-6 8 16,-8 6 3-16,25-4-18 0,-10 1-15 0,3-1-17 0,0 0 19 15,5 0-67-15,1-2 11 0,0 0-59 16,2-1 3-16,3-1-36 0,-2 0 21 0,0-3 32 16,0-1 26-16,-2-1 4 0,0 0 45 0,-2-2 20 0,-2-3 15 15,-1 0 15-15,-2-2 43 0,-2 0-11 16,-2-3 37-16,-3-2 50 0,-2 0 30 0,-2 2 44 15,-4-1 75-15,1 0-30 0,-4 3 64 0,0-4-54 16,-3 3 3-16,1-2 22 0,-2 4-2 0,-1 2-41 0,1 0-193 16,0 4 0-16,-1 0 0 0,2 3 0 15,-1 0 0-15,-1 4 0 0,5 7 0 0,-6-9 0 16,6 9 0-16,0 0 0 0,-11 8 0 0,11-8 0 0,-4 21 0 16,3-4 0-16,1 2 0 0,0 6 0 0,2 2 0 15,1 8 0-15,3 4 0 0,-1 4 0 0,1 0 0 16,1-2 0-16,0 1 0 0,0 1 0 0,0-3 0 15,0 0 0-15,1-7 0 0,-3 0 0 0,3-2 0 16,-1-1 0-16,2-3 0 0,-2 1 0 0,-1-6 0 16,-1 0 0-16,0-4 0 0,1-2 0 0,-3-2 0 15,2 0 0-15,-2-4 0 0,-3-10 0 0,5 17 0 16,-5-17 0-16,4 9 0 0,-4-9 0 0,0 0 0 16,0 0 0-16,0 0 0 0,0 0 0 0,4-12 0 0,-4 12 0 15,-2-19 0-15,0 5 0 0,1 0 0 16,-1-5 0-16,2 0 0 0,0-2 0 0,1-3 0 15,0 0 0-15,2-1 0 0,0 0 0 0,4 0 0 0,-1 2 0 16,0 1 0-16,2 2 0 0,0 2 0 0,2 1 0 16,-3 3 0-16,3 3 0 0,1 1 0 0,-1 2 0 15,-1 3 0-15,3 1 0 0,-12 4 0 16,19-2 0-16,-19 2 0 0,21 4 0 0,-12 1 0 0,0 0 0 16,-2 0 0-16,0 2 0 0,-1 1 0 0,-1-2 0 15,-5-6 0-15,6 14 0 0,-6-14 0 0,1 15 0 16,-1-15 0-16,-6 13 0 0,6-13 0 0,-10 12 0 15,1-6 0-15,1-2 0 0,-3 1-8 0,-1-2-50 16,-2 0 5-16,1-2-1 0,-2 2 6 0,2-1 11 16,2 0 1-16,11-2-20 0,-22 3-22 0,22-3-16 15,-18 3 26-15,18-3-36 0,-12 2 43 0,12-2-20 16,0 0 40-16,-9 5-33 0,9-5 32 0,0 0-29 16,0 0 37-16,11 4-34 0,-11-4-3 0,17 0 2 0,-17 0-1 15,22-2-22-15,-8 0-8 0,-2 0-2 16,4-2 0-16,0 1 15 0,1-1 4 0,-1 0 7 15,1-2 15-15,-2 0 5 0,2-1 12 0,0-1 2 16,1 0 13-16,-2-3 12 0,-1 0 5 0,-1-1 10 0,0-2 14 16,-2 0-5-16,0-1 41 0,-1 0 52 15,-3 2 18-15,0-1 46 0,-1 1-13 0,-2 1 20 16,-1 1 15-16,1 3 5 0,-5 8-18 0,8-17-38 0,-8 17-28 16,3-8-12-16,-3 8 27 0,0 0 5 0,0 0 78 15,0 0-56-15,0 0-129 0,8 9-20 0,-8-9 0 16,3 17 0-16,-3-17 0 0,2 21 0 0,1-10 0 15,-1 0 0-15,2 3 0 0,-1 0 0 0,2-1 0 16,0-1 0-16,1 0 0 0,-3-1 0 0,2 1-238 16,-1-3-250-16,2 0-121 0,-6-9-103 0,6 16-117 15,-6-16-851-15,5 10-1354 0</inkml:trace>
  <inkml:trace contextRef="#ctx0" brushRef="#br0" timeOffset="148556.2796">15510 10633 1067 0,'-2'-20'917'0,"-1"2"-114"0,1 1 12 0,0 1-70 16,1 1-39-16,1 0-132 0,-1 2-70 15,1 13-89-15,1-22-89 0,-1 22-70 0,1-16-49 0,-1 16-52 16,3-9-30-16,-3 9-28 0,0 0-62 16,0 0-74-16,16 2-85 0,-16-2-90 0,8 11-79 0,-8-11-68 15,8 18-112-15,-2-4-100 0,-3 0-68 0,0 1-184 16,2 0-508-16,-3 0-937 0</inkml:trace>
  <inkml:trace contextRef="#ctx0" brushRef="#br0" timeOffset="149425.1942">15629 10762 753 0,'10'-5'893'0,"-10"5"-82"0,9-4-58 16,-9 4-5-16,9-9-39 0,-9 9-68 0,9-7-64 15,-9 7-38-15,7-6-138 0,-7 6-39 0,0 0-106 16,9-6-46-16,-9 6 12 0,0 0-59 0,13 3-10 15,-13-3-153-15,8 7 0 0,-8-7 0 0,8 11 0 16,-8-11 0-16,8 15 0 0,-3-7 0 0,-1 1 0 16,-2 0 0-16,3 0 0 0,-5-9 0 0,5 18 0 15,-2-10 0-15,-3-8 0 0,6 17 0 0,-6-17 0 16,5 15 0-16,-5-15 0 0,5 14 0 0,-5-14 0 16,4 8 0-16,-4-8 0 0,4 11-116 0,-4-11-11 0,0 0-6 15,7 7-4-15,-7-7 3 0,0 0 14 0,0 0 5 16,14-1 6-16,-14 1-8 0,9-6 9 0,-9 6 23 15,9-12 14-15,-2 5 19 0,0-2 7 16,-1 1 14-16,2-2 5 0,-1 1 4 0,2-2 7 0,-3 2 5 16,0 0 20-16,0 2 28 0,1 0 19 0,0 0 12 15,-7 7 9-15,12-13 2 0,-12 13-6 0,11-7-6 16,-11 7 1-16,13-6-22 0,-13 6-4 0,12-2-6 16,-12 2-8-16,14 0-3 0,-14 0-3 0,14 4-6 15,-14-4-2-15,19 6-3 0,-19-6-1 0,18 7 0 16,-8-3-3-16,0-1-2 0,1 1-2 0,2 0-1 15,-2-1 1-15,3 1-4 0,1-2-2 0,2 2-4 16,-2-3-15-16,1 0-12 0,-1-1 0 0,1 2 2 16,-1-4 5-16,1 2 6 0,-2-1 4 0,4-2 5 0,-5 2 1 15,3-2 3-15,-2-3 4 0,1 1 2 0,-2-1 2 16,-2-2-2-16,1 2 3 0,-3-3 5 16,-1 1 10-16,-1 1-9 0,-2-1 10 0,-5 8-11 15,6-14 12-15,-6 14-10 0,1-12 14 0,-1 12-16 0,-3-11 10 16,3 11-13-16,0 0 12 0,-11-8-18 0,11 8 10 15,-11-3-8-15,11 3 11 0,-11 2-13 16,11-2 12-16,-12 3-14 0,12-3 14 0,-10 6-14 0,10-6 13 16,-8 7-13-16,8-7-1 0,-7 7 4 0,7-7-4 15,-6 9 4-15,6-9-2 0,0 0 1 0,-1 10 1 16,1-10-2-16,0 0-4 0,9 9-7 0,-9-9-1 16,9 3 7-16,-9-3-4 0,13 2 1 0,-13-2 4 15,16 0 2-15,-16 0 1 0,21-3 2 0,-9 0 2 16,1-2 2-16,1 2 18 0,0-2 4 0,0 1 21 15,0-1 25-15,1-1 12 0,-2 1-4 0,1 1-4 16,-1-1 5-16,-2 2-15 0,1 1 10 0,-1 0-32 16,-11 2 16-16,24 2-23 0,-14 2 28 0,2 4-27 15,-2 0-8-15,-1 4-28 0,0 1 0 0,-1 5 0 0,0 2 0 16,-2 3 0-16,-1 2 0 0,-2 1 0 16,0 4 0-16,-3-1 0 0,-3 5 0 0,0 0 0 15,-1 7 0-15,-2-7 0 0,-1-1 0 0,0 0 0 0,-5 2 0 16,3-4 0-16,-5 3 0 0,1-7 0 0,-1-1 0 15,-3-2 0-15,-2-3 0 0,0-1 0 0,-2-4 0 16,2-3 0-16,1-3 0 0,-3-3 0 0,3-1 0 16,-3-4 0-16,0-3 0 0,-4-3 0 0,0-3 0 15,-4-3 0-15,2-2 0 0,2-3 0 0,3-1 0 16,6 0 0-16,4 0 0 0,3-3 0 0,7 1 0 16,1-1-189-16,1-3-167 0,4-2-50 0,3-4-29 15,3 2-49-15,0-1-69 0,0 1-25 0,2 2-127 16,0-2-720-16,-1 2-1034 0</inkml:trace>
  <inkml:trace contextRef="#ctx0" brushRef="#br0" timeOffset="149840.149">15536 10084 208 0,'11'-4'780'0,"-11"4"-123"0,0 0-2 16,13-5-78-16,-13 5-46 0,0 0-57 0,10-5-87 16,-10 5-47-16,0 0-49 0,0 0 18 0,0 0-21 15,8 6 12-15,-8-6-74 0,0 0 20 0,-3 17-75 16,3-17 8-16,-6 16-67 0,0-6 12 0,1-1-57 15,-2 3 18-15,-1-1-51 0,-1 0 13 0,0 2-149 16,-3 0-111-16,1-1-129 0,-1 1-220 0,-1-1-136 16,0-1-939-16,2-2-1296 0</inkml:trace>
  <inkml:trace contextRef="#ctx0" brushRef="#br0" timeOffset="150928.6968">12571 11598 408 0,'0'-15'804'15,"-2"2"-146"-15,2 2-56 0,-2-1 9 0,0 2-15 16,0-1-51-16,2 11-63 0,-3-19-52 0,3 19-69 0,-2-14-70 15,2 14-56-15,-2-12-49 0,2 12-21 16,0 0 22-16,0 0 9 0,0 0 0 0,0 0-21 16,-9 12-6-16,9-12-8 0,-3 21-40 0,1-9-14 15,0 5-19-15,0 2-6 0,-1 0-26 0,0 3-11 0,2 0-8 16,-1 1-9-16,0 1-3 0,2-3-4 0,-2 0 6 16,2-1-21-16,0 0 3 0,0-1-4 0,2 0-4 15,-2-2 4-15,2-1 2 0,0-4-14 0,-2 1-8 16,1-1-1-16,-1-12 1 0,2 18 7 0,-2-18-5 15,4 13 14-15,-4-13-17 0,4 8-6 0,-4-8-1 16,0 0-1-16,0 0 6 0,14 2-7 0,-14-2-2 16,9-9-19-16,-9 9 55 0,13-11-51 0,-5 4 60 15,0 0-59-15,1 0 55 0,-2 0-31 0,6-1-16 16,-4 2 46-16,3 0-45 0,-3 2 48 0,1-1-49 16,2 2 57-16,-1 1-55 0,-11 2 35 0,25-2-30 15,-12 4 57-15,1 0-54 0,-1 3 50 0,0 0-53 16,1-1 54-16,-3 3-54 0,1 0 48 0,-1 0-49 15,-2 0 50-15,-2 0-49 0,0 0 53 0,-7-7-49 16,4 14 4-16,-4-14 8 0,-2 15 6 0,-3-8-5 16,-2 0 8-16,0 0-4 0,-5 1 3 0,-1-1 3 15,0 0 1-15,-3 0-2 0,1-1 0 0,-1-2 4 0,-3 0-5 16,0 2 1-16,1-3-2 0,0-1 8 0,0-1-13 16,0 0-32-16,4 0-72 0,-1-1-53 15,1 0-123-15,14 0-72 0,-20-3-81 0,20 3-131 0,-15-5-34 16,15 5-98-16,-5-6-689 0,5 6-995 0</inkml:trace>
  <inkml:trace contextRef="#ctx0" brushRef="#br0" timeOffset="151174.1346">13032 11641 699 0,'2'-16'944'0,"0"3"-185"16,-2 0-33-16,0 1 9 0,-2 0-9 0,2 12-87 15,-2-20-98-15,2 20-91 0,0-15-97 0,0 15-73 16,0 0-56-16,-2-14-28 0,2 14-1 0,0 0-26 16,0 0-1-16,2 13-44 0,-2-13 9 0,4 20-24 15,-2-7-88-15,1 2-21 0,0 2 0 0,1 1 0 16,0 4 0-16,1-1 0 0,1 1 0 0,-1-1 0 16,2 1 0-16,-2-1 0 0,3-1 0 0,-1 0-142 15,-1 0-115-15,4-2-137 0,-3-1-70 0,1-1-106 16,2-3-112-16,-3 1-166 0,1-3-684 0,1-2-1169 0</inkml:trace>
  <inkml:trace contextRef="#ctx0" brushRef="#br0" timeOffset="151549.7094">13389 11887 632 0,'5'-11'849'0,"-3"1"-88"15,2 0-17-15,-2 0 13 0,1-1-83 0,1 1-73 16,1 0-102-16,0 0-70 0,1 0-47 0,-1 2-79 15,3-1-60-15,0 2-42 0,3 1-39 16,0 2-38-16,0 1-23 0,2 3-24 0,1 0-15 0,0 1-12 16,2 4-8-16,-1 0-12 0,3 4-2 0,-5 0-11 15,0 0-5-15,-1 1-1 0,-3-1-6 0,0 2 8 16,0 0-13-16,-4 0 2 0,-3 0-2 0,0-1 2 16,-2-10-6-16,-4 21 4 0,-1-11 4 0,1-1-7 0,-6 1 7 15,2-1 0-15,-3 0 0 0,-1-3-4 16,-1-1 1-16,-1 1 0 0,1-2 4 0,0-1-2 15,-3-2 3-15,4 1-2 0,-2-4-1 0,-1 1 4 0,3-1-1 16,-1-1 0-16,3-2 0 0,0 0 2 0,1 0-7 16,1-2 1-16,0-1 0 0,2 1-3 15,3-2-8-15,3 9-9 0,-4-19 16 0,4 19-80 0,4-19-8 16,-1 11-72-16,1-2-30 0,5 3-82 0,-2-3-28 16,4 1-22-16,1 3-62 0,-1-2-45 0,2 2-50 15,3 1-13-15,-1 1-102 0,1 1-151 0,3 1-280 16,-2 0-637-16</inkml:trace>
  <inkml:trace contextRef="#ctx0" brushRef="#br0" timeOffset="152374.5065">13951 11764 829 0,'9'-6'737'0,"-5"-1"-57"16,-4 7-34-16,11-14-47 0,-11 14-14 0,3-16-96 16,-3 16-6-16,0-16-62 0,0 16 11 0,-5-18-79 15,5 18-41-15,-11-15-35 0,11 15-38 0,-11-13-30 16,11 13-32-16,-13-9-32 0,13 9-15 0,-15-2-5 15,15 2-2-15,-17 5-14 0,8 1-22 0,2 1-83 16,0 3-4-16,-1 1 0 0,3 3 0 0,0 0 0 16,3 2 0-16,2-3 0 0,2 3 0 0,0 0 0 15,3 2 0-15,4 0 0 0,2-1 0 0,0 0 0 0,3-1 0 16,-1-2 0-16,4-1 0 0,-2-2 0 0,1-1 0 16,-1-2-47-16,1-1-72 0,-1-1 4 0,0-2 4 15,-3 0 11-15,1-3 50 0,-1 0-41 0,-12-1 49 16,23-2-35-16,-14-1 52 0,2-2-30 0,-2 0 43 15,0-3-32-15,0-2 44 0,-1-2-33 0,-2-1 41 16,0-4-33-16,-1-2 37 0,1-2-30 0,1-2 43 16,-4-1-22-16,1 0 23 0,0 0 15 0,-3-1 30 15,3 0 26-15,-4 2 32 0,2 4 15 0,-2 0-13 16,2 2 59-16,-2 1-103 0,0 2-87 0,2 3 0 16,-2 11 0-16,0-19 0 0,0 19 0 0,0 0 0 15,1-14 0-15,-1 14 0 0,0 0 0 0,0 0 0 16,1 18 0-16,0-6 0 0,1 3 0 0,1 2 0 15,1 2 0-15,-1 4 0 0,1 0 0 0,0-1 0 16,3 3 0-16,-1 3 0 0,2-6 0 0,-2 1 0 0,1-2 0 16,0 1 0-16,0-2 0 0,-1-1 0 0,-1-3 0 15,1-1 0-15,-2-1 0 0,-1-3 0 16,2-1 0-16,-3-1 0 0,2 1 0 0,-4-10 0 0,5 13 0 16,-5-13 0-16,4 8 0 0,-4-8 0 0,0 0 0 15,0 0 0-15,13 0 0 0,-13 0 0 0,12-11 0 16,-3 2 0-16,2-2 0 0,3-3 0 0,6-5 0 15,-2 0 0-15,7-9 0 0,1 6 0 0,-1-1 0 16,0-1 0-16,-2 6 0 0,-3 0 0 0,2 3 0 16,-4 1 0-16,-2 2 0 0,-1 1 0 0,-2 2 0 15,-3 1 0-15,-1 1 0 0,0 1 0 0,-2 1 0 16,-7 5 0-16,9-8 0 0,-9 8 0 0,0 0 0 16,0 0 0-16,0 0 0 0,0 0 0 0,-14 0 0 15,2 3 0-15,-2 1 0 0,-3 1 0 0,-4 2 0 0,0 1 0 16,-2 1 0-16,-3 1 0 0,0 1 0 15,3 1 0-15,2-1 0 0,4 2 0 0,1 1 0 16,2-1 0-16,2 3 0 0,4-5 0 0,3 3 0 0,0 0 0 16,5-1 0-16,5 2 0 0,0-1 0 0,6 1 0 15,3 1 0-15,5-1 0 0,4 3 0 16,4-4 0-16,7 3 0 0,3-2 0 0,2-1 0 0,4-1 0 16,-1-2 0-16,2-1 0 0,0 1 0 0,-2-3 0 15,2-2 0-15,-7 0 0 0,-3 0 0 0,1-2 0 16,-7-1 0-16,1 0 0 0,-4 0 0 0,0 0 0 15,-5-1 0-15,-2-1 0 0,-5 2 0 0,3-3 0 16,-5 2 0-16,-11-2 0 0,22 1 0 0,-22-1 0 16,14 0 0-16,-14 0 0 0,0 0 0 0,0 0 0 15,0 0 0-15,-2-11-430 0,2 11-333 0,-14-7-121 16,1 1-1043-16,0 2-1659 0</inkml:trace>
  <inkml:trace contextRef="#ctx0" brushRef="#br0" timeOffset="158027.0392">15735 11921 175 0,'0'0'629'0,"0"0"-145"0,0 0-23 0,0 0 24 16,-2-10-21-16,2 10-21 0,0 0-25 0,0 0-33 0,0 0-27 15,0 0-58-15,0 0-13 0,0 0-53 0,1-11 10 16,-1 11-52-16,0 0 35 0,0 0-36 0,0 0 40 15,0 0-53-15,0 0 38 0,0 0-70 0,-6 12 17 16,6-12-60-16,-7 10 33 0,7-10-54 0,-9 15 31 16,5-6-71-16,-1 0-10 0,-2 1-1 15,0 1-9-15,0 2-7 0,1-2-4 0,-1 1-2 0,0 1-6 16,-1 1-24-16,1-1-83 0,0 0-73 0,-1 0-91 0,0 2-67 16,0-1-119-16,-1 0-148 0,0-2-138 15,1 1-785-15,-3-1-1158 0</inkml:trace>
  <inkml:trace contextRef="#ctx0" brushRef="#br0" timeOffset="158819.1601">13070 12770 646 0,'-11'-9'536'0,"2"1"-31"16,3 1 47-16,-2 1-37 0,2-1-41 0,-1 1-56 15,7 6-48-15,-12-12-52 0,12 12-71 0,-8-7-48 16,8 7-28-16,0 0-4 0,0 0 35 0,0 0-46 15,0 0 66-15,-5 8-61 0,5-8 21 16,3 19-41-16,-1-7 17 0,2 5-62 0,0-2 17 0,-1 3-51 16,0 0-6-16,-1 4-13 0,2 0 21 15,-2 2-41-15,0-1 29 0,1-1-44 0,-1 2 31 0,0-2-37 16,-2 1 33-16,2-4-11 0,0 1-7 0,-2-1 1 16,3-2-30-16,-3 1-73 0,3-2-63 0,-3-2-57 15,0-1-28-15,0-13-47 0,0 22-33 0,0-22-38 16,2 16-75-16,-2-16-27 0,0 0-99 0,-5 12-117 15,5-12-350-15,0 0-626 0</inkml:trace>
  <inkml:trace contextRef="#ctx0" brushRef="#br0" timeOffset="159044.0125">12705 12790 307 0,'-12'-14'653'16,"3"-1"-113"-16,0 1 19 0,-3 0-9 0,4 0-56 0,-1 0-51 15,0 0-80-15,2 1-23 0,1 1-32 0,-1 0-62 16,3 1-27-16,0 1-64 0,2-1-15 0,2 11-43 16,-2-18-6-16,2 18-36 0,5-14 8 0,2 7-34 15,2 0 18-15,4 1-25 0,5 0 7 0,5 2-27 16,2 1-10-16,3-1-34 0,3 3-34 0,8 2-67 16,-1 0-61-16,2 3-57 0,6 2-96 0,-2 2-31 15,-1 3-76-15,-5 2-79 0,0-1-476 0,-10 2-627 16</inkml:trace>
  <inkml:trace contextRef="#ctx0" brushRef="#br0" timeOffset="159260.4012">12701 13207 405 0,'-15'14'776'16,"-1"-1"-124"-16,3-1-30 0,0-3-53 0,3 1-23 0,-1-3-62 15,3 0-25-15,0 0-94 0,2-2-7 0,6-5-42 16,-9 10-39-16,9-10-32 0,0 0-44 15,6 10-45-15,-6-10-66 0,23 3 18 0,-3-3-59 16,3 0 24-16,8-2-13 0,12 1-19 0,6-2-23 0,7 0-47 16,-1 0-68-16,5-2-96 0,-3 1-36 15,0 0-88-15,-3 0-63 0,-4-1-101 0,-5 1-19 0,-7 0-135 16,-2-2-632-16,-9 1-874 0</inkml:trace>
  <inkml:trace contextRef="#ctx0" brushRef="#br0" timeOffset="159518.3432">13603 12810 962 0,'4'-16'847'0,"0"2"-88"0,-3 2-68 16,1 0 4-16,0 1-114 0,-2 11-64 0,0-18-122 16,0 18-37-16,2-15-96 0,-2 15-10 0,0 0-52 15,-4-9 36-15,4 9-54 0,0 0 85 0,-5 11-115 16,5-11 11-16,-4 19-30 0,2-7-22 0,-2 3-21 15,3 2-23-15,-4 1-3 0,5 1-22 0,-2 1 7 16,0 1-27-16,2 1 8 0,0 1-5 0,0-2-8 16,2 4 3-16,0-2-18 0,-2-3-36 0,2-1-66 0,2 1-17 15,-2-2-140-15,0-2-63 0,2 0-84 0,0-1-93 16,-3-1-111-16,3-2-58 0,0-1-154 0,-1-1-569 16,1-3-989-16</inkml:trace>
  <inkml:trace contextRef="#ctx0" brushRef="#br0" timeOffset="159887.6137">13848 13026 346 0,'6'-12'965'0,"-3"-1"-206"0,-1 1-47 16,0 0-52-16,0-1-10 0,2-1-77 0,-2 0-71 16,1 0-97-16,2 1-41 0,1 1-88 0,-1 0-16 15,1 2-89-15,1 0 5 0,3 2-76 0,1 0 11 16,-1 2-60-16,2 2 29 0,1 2-57 0,1 1 33 15,1 2-46-15,-1 1 30 0,0 0-41 0,2 4-1 16,-1 0 5-16,-2 1-7 0,-1 2 2 0,-1 0 2 16,1 2 2-16,-3 0-6 0,-3 1 3 0,0 1 2 15,-3-1 0-15,-1-1 40 0,-4 1-48 0,-1 0 40 16,-3 1-41-16,-1-1 39 0,-5 3-44 0,-1-1 39 16,-2-1-41-16,-3-1 42 0,1 1-43 0,0-4 38 15,-3 1-40-15,4-2 43 0,-2-1-42 0,3-1 44 0,1-2-41 16,1-1 39-16,-1 0-39 0,14-3 37 0,-22-3-48 15,12 0 50-15,2-2-44 0,1-1 28 16,1-2-59-16,0-3-4 0,4-1-8 0,2 1-21 0,2-3-27 16,3 0-18-16,0-2 31 0,2 1-59 0,3-1 9 15,2 1-51-15,1 0-30 0,3 1-33 0,0 0-69 16,2 3-75-16,2 0-41 0,2 1-76 16,3-2-134-16,0 2-437 0,2 0-711 0</inkml:trace>
  <inkml:trace contextRef="#ctx0" brushRef="#br0" timeOffset="162062.9062">14623 12626 562 0,'11'-15'724'0,"-3"1"-39"15,1 0-4-15,-4 0-76 0,1 0-62 0,-3 0-62 0,-1 1-80 16,0 3 15-16,-2 10-97 0,-2-21-20 16,2 21-102-16,-7-14 4 0,7 14-76 0,-14-11 8 15,14 11-58-15,-23 0 27 0,9 3-54 0,-1 3 26 16,-4 2-48-16,2 2 29 0,-2 2-48 0,4 2 33 15,1 1-43-15,1 2 37 0,1 0-40 0,6 2 34 16,1-1-36-16,5 0 36 0,2 1-39 0,2 3 32 16,3-1-33-16,5 3-2 0,1 0 2 0,4-1-1 0,1-1-7 15,1 0-1-15,1-1-6 0,0-1 6 0,1 1 33 16,-2 0-35-16,-1-2 37 0,-1-1-40 0,-2-3 38 16,0 0-33-16,-5-1 34 0,1-1-37 0,-1-2 40 15,-4 2-39-15,-2-4 44 0,-4-9-35 0,2 18 37 16,-2-18-38-16,-6 18 37 0,0-11-37 0,-6 0 37 15,1-1-38-15,-3 0 37 0,-1-1-39 0,-2-1 46 16,-2-1-38-16,1-2 31 0,0 1-41 0,0-1 36 16,4-1-34-16,-2-3 29 0,1 2-80 0,2-3-11 15,3-1-55-15,2-1-30 0,2-3-23 0,4 1-18 16,2 8 11-16,2-18-31 0,6 6 10 0,1 0-34 16,3 0-13-16,5-1 18 0,1 1 26 0,2 1 10 15,3-2 36-15,2-1 39 0,-2 4 29 0,2-2 20 16,-2 2 19-16,-1 1 18 0,0-1 19 0,-1 1 51 0,0 0 51 15,-1 1 31-15,-1-2 40 0,-2 2 19 16,-2 1 21-16,-1 1 22 0,-2-2 8 0,-2 4 8 16,0-1 26-16,-1 0-40 0,-9 5 15 0,13-8-58 15,-13 8 23-15,12-4-34 0,-12 4 45 0,0 0-53 0,0 0 22 16,0 0-25-16,12 3 38 0,-12-3-62 0,0 0 14 16,3 9-59-16,-3-9 23 0,2 11-49 15,-2-11-6-15,2 12-5 0,-2-12-13 0,9 13 7 0,-9-13-11 16,10 15-4-16,-4-8-4 0,0 1-4 0,2-2-2 15,-1 0-2-15,1 0 1 0,1-1-7 0,2-1-18 16,-2 1-10-16,0-2 2 0,3 1 4 0,-12-4 6 16,19 2 2-16,-19-2 2 0,17-2 3 0,-17 2 7 15,14-6 1-15,-14 6-3 0,13-13 1 0,-7 6 4 16,-2-1 33-16,0-2-37 0,-1 0 33 0,1 0-36 16,0-1 60-16,-4 11-34 0,4-19 49 0,-4 19-27 15,4-15 62-15,-4 15-69 0,3-12 42 0,-3 12-75 16,4-9 53-16,-4 9-70 0,0 0 66 0,0 0-66 15,13 3 7-15,-13-3 3 0,12 11 12 0,-6-3 0 16,1 2 9-16,1 3-8 0,0 3 17 0,2 3 11 16,0 1 2-16,3 4-2 0,-1 0-11 0,1 3 3 15,0-1-7-15,-1 1-2 0,0 0 65 0,0 0-92 0,-2 1 84 16,1-2-96-16,-2-1 68 0,-3-2-59 0,1-2 26 16,-2 0-13-16,-3-4 0 0,-1 0 0 0,-1-4 0 15,-3 0 0-15,0 1 0 0,-2-3 0 0,-3 1 0 16,-1-5 0-16,0 1 0 0,-3-3 0 0,2-1 0 15,-3-3 0-15,-1 0-12 0,1-3-106 0,1-1 59 16,-1-3-75-16,2-2 2 0,1-1-85 0,3-3-6 16,1 0-55-16,5-5 17 0,1 1 4 0,4-3 7 15,3-3 8-15,2-4-9 0,5 1 32 0,1-1 18 16,4-5 37-16,1 1 7 0,-1 0 40 0,2 0 13 16,0 1 20-16,-1 0 16 0,-1 0 18 0,-3 5 21 15,0 1 26-15,-2-1 52 0,0 4 35 0,-3 1 2 16,-2 1 31-16,1 0 16 0,-3 4-21 0,0 0 16 15,-2 1-20-15,-3 2 12 0,4 0-39 0,-3 1 26 16,-3 10-25-16,2-16 10 0,-2 16-47 0,0-14 22 16,0 14-43-16,0 0 22 0,-5-11-39 0,5 11 25 15,0 0-35-15,0 0 42 0,-10 4-27 0,10-4 47 16,2 10-40-16,-2-10 50 0,9 19-47 0,-1-7 37 0,2 2-34 16,4 2 32-16,3 3-51 0,3-2 42 15,1 1-35-15,0 0-12 0,1-1 9 0,2 2-2 16,-3-1-6-16,1 0-3 0,0-1 3 0,-4-1 5 0,-2-2 21 15,-2-1-37-15,-2-3 38 0,-2 2-37 0,-2-2 37 16,-1-1-34-16,-4-2 49 0,-3-7-55 0,3 17 36 16,-3-17-37-16,-5 12 36 0,5-12-38 0,-13 9 36 15,5-5-40-15,8-4 37 0,-22 7-32 0,22-7 33 16,-20 1-38-16,20-1 40 0,-19-1-51 0,19 1-10 16,-15-6-84-16,15 6-16 0,-11-9-18 0,11 9-26 15,-1-15-7-15,1 15-13 0,4-21 20 0,1 7-8 16,1-1 37-16,3-2 13 0,0-1 18 0,2 1 25 15,-2-2 24-15,2-2 12 0,0 0 16 0,-1 1 27 16,1-4 35-16,0 0 32 0,-3 3 29 0,1-2 24 16,0-3 54-16,-1 4-12 0,-2 0 64 0,0-2-33 15,-1 2 33-15,0 0 21 0,0 1 19 0,-2 3-12 16,-1 0 35-16,1 0-40 0,-2 2-21 0,1 1-2 0,-1 3 15 16,0 1 7-16,-1 11-34 0,2-21-53 15,-2 21-28-15,2-11-114 0,-2 11 0 0,0 0 0 16,0 0 0-16,6 7 0 0,-6-7 0 0,6 19 0 15,-3-3 0-15,0 0 0 0,1 5 0 0,0 3 0 0,1 1 0 16,0 4 0-16,1 0 0 0,-1 2 0 0,0-1 0 16,0 1 0-16,1-2 0 0,-1 0 0 0,2 1 0 15,-2-5 0-15,0-1 0 0,-1-1 0 0,1-1 0 16,-1-2 0-16,0-3 0 0,1-1 0 0,-2-1 0 16,-1-4 0-16,1 0-72 0,-1-1-75 0,-2-10 10 15,2 13 7-15,-2-13 1 0,0 0 13 0,0 0 16 16,0 0 22-16,-2 10 12 0,2-10 13 0,0 0 12 15,-7-10 8-15,7 10 5 0,-5-12 4 0,5 12 9 16,-7-11 6-16,7 11 8 0,-3-13 9 0,3 13 14 16,-6-14 26-16,6 14 26 0,-1-12 4 0,1 12-7 15,1-11-7-15,-1 11-14 0,4-9-9 0,-4 9-3 16,9-9-10-16,-9 9-5 0,16-7-2 0,-16 7-3 16,21-5-10-16,-9 2-2 0,1 2-2 0,1 0-2 0,2 0-3 15,3-2-5-15,-1 3-28 0,0-1-18 0,1-1-21 16,0 1-15-16,1-1 5 0,-1 2 19 15,-1-2 11-15,0-1 9 0,-3-1 43 0,2-1-36 0,-3-1 50 16,0-1-39-16,-3 1 36 0,1-2-32 0,-2-1 36 16,-2 1-31-16,-2-2 54 0,0 2-43 0,-3-1 56 15,0-1-37-15,-3 10 65 0,2-18-27 0,-2 18 49 16,-1-14-52-16,1 14 49 0,-3-14-52 0,3 14 53 16,-7-11-71-16,7 11 55 0,-7-7-66 0,7 7 109 15,0 0-80-15,-13-1-6 0,13 1 27 0,-11 8 15 16,11-8-34-16,-9 14-47 0,6-3 0 0,-1-3 0 15,1 4 0-15,1 1 0 0,1-1 0 0,1 1 0 16,0 2 0-16,1 0 0 0,2-1 0 0,1 3 0 16,0-3 0-16,2 0 0 0,0-1 0 0,1 0 0 15,1-1 0-15,1-2 0 0,1 0 0 0,-1-2 0 16,0-1 0-16,2-2 0 0,-1-1 0 0,0-1-43 16,3-2 8-16,-13-1 4 0,21 0 10 0,-9-2 10 0,-1-2-6 15,3 0 4-15,-2-3 7 0,0-1-6 0,1 0 11 16,0-3 1-16,1-2-4 0,-2 1 8 15,-1 0-3-15,0 4 0 0,-1-4 9 0,-1 3 8 0,0 0 19 16,-2 2 4-16,0 0-6 0,-7 7-10 0,12-11-5 16,-12 11-18-16,10-7-2 0,-10 7 0 0,0 0 0 15,14-1 0-15,-14 1 0 0,9 5 0 16,-9-5 0-16,9 8 0 0,-9-8 0 0,9 13 0 0,-9-13 0 16,10 14 0-16,-3-6 0 0,-1 1 0 0,0-1 0 15,3 2 0-15,0 0 0 0,0-1 0 0,-1-1 0 16,2 1 0-16,-2-1 0 0,-1-1 0 0,1-1 0 15,0 0 0-15,-8-6 0 0,14 8 0 0,-14-8 0 16,13 9 0-16,-13-9 0 0,13 4 0 0,-13-4 0 16,12 2 0-16,-12-2 0 0,14-3 0 0,-14 3 0 15,13-9 0-15,-6 4 0 0,1-2 0 0,0-3 0 16,0-1 0-16,-1 1-6 0,3-2-23 0,-2 1 6 16,-1-2 7-16,0 1-2 0,2 0 12 0,-2 2 1 15,0 0 12-15,-1 1-3 0,1 1 12 0,-1 1 1 0,1 1 7 16,-7 6-1-16,13-10-11 0,-13 10-12 15,13-5 0-15,-13 5 0 0,13-1 0 0,-13 1 0 0,15 3 0 16,-15-3 0-16,16 8 0 0,-6-4 0 16,-2 2 0-16,0 0 0 0,0 0 0 0,3 1 0 0,-2 0 0 15,1 1 0-15,1 1 0 0,-1-2 0 0,-1-1 0 16,1 0 0-16,-1 0 0 0,0 0 0 0,1 0 0 16,-1-1 0-16,0-2 0 0,2 2 0 0,1-3 0 15,-1 1 0-15,2-1-81 0,-1-1-167 0,-12-1-103 16,24-1-88-16,-12-2-111 0,0 0-152 0,-2-1-175 15,-1-2-689-15,-2-2-1210 0</inkml:trace>
  <inkml:trace contextRef="#ctx0" brushRef="#br0" timeOffset="163879.1385">18585 8693 624 0,'0'0'553'16,"-3"-21"-58"-16,3 21-38 0,-4-19 1 0,1 9-50 16,0 0-45-16,-2 1-54 0,1-2 18 0,-1 2 0 15,-1-2-54-15,1 1-29 0,0 1 7 0,0-2 45 16,-1 3-56-16,1 0 14 0,0-1-34 0,5 9 26 16,-9-14-50-16,9 14-11 0,-5-12-13 0,5 12-35 15,-6-9-23-15,6 9-25 0,0 0-5 0,-5-8 11 0,5 8 2 16,0 0-14-16,0 0 33 0,0 0-6 15,1 12 43-15,-1-12-8 0,2 14-75 0,-2-14-70 16,4 20 0-16,-2-10 0 0,0 2 0 0,1 3 0 0,1 0 0 16,-1 2 0-16,1-1 0 0,1 2 0 0,-1 2 0 15,1 1 0-15,1 0 0 0,0 1 0 16,0 1 0-16,1 0 0 0,0 0 0 0,-1 0 0 16,1 6 0-16,0-3 0 0,-2 0 0 0,0 3 0 0,-1 1 0 15,0 0 0-15,-1 2 0 0,-2 0 0 0,0 2 0 16,-1 0 0-16,-1 1 0 0,0 0 0 0,-1 1 0 15,0-1 0-15,0 2 0 0,1-1 0 0,-1-1 0 16,2 0 0-16,-2-1 0 0,2 1 0 0,1-1 0 16,0-1 0-16,0-1 0 0,0-3 0 0,2 2 0 15,-1 0 0-15,2 1 0 0,-1-1 0 0,3-2 0 16,-2 2 0-16,1 0 0 0,0-1 0 0,-2 2 0 16,3-1 0-16,-3-2 0 0,3 1 0 0,-2 0 0 15,0 0 0-15,0 1 0 0,-3-5 0 0,2 2 0 16,0-1 0-16,-1 0 0 0,0 2 0 0,-1-2 0 15,0 1 0-15,0 0 0 0,0 0 0 0,1 0 0 16,-2 2 0-16,0-3 0 0,2 2 0 0,-1 0 0 0,0 3 0 16,0-3 0-16,1 3 0 0,0 0 0 0,0-4 0 15,0 3 0-15,1 0 0 0,-1-3 0 0,1 0 0 16,-1-1 0-16,0 0 0 0,0 1 0 0,-1-2 0 16,1 1 0-16,-1 1 0 0,0-1 0 0,0 0 0 15,0 0 0-15,-1-1 0 0,1 1 0 0,-1 0 0 16,0 1 0-16,0-1 0 0,0 1 0 15,0-2 0-15,-1 2 0 0,1-1 0 0,0 1 0 0,0 0 0 16,0 0 0-16,0-1 0 0,0 1 0 0,0-1 0 16,3 1 0-16,-3-1 0 0,1 0 0 0,0 0 0 15,-1 0 0-15,0 0 0 0,0-1 0 0,1 0 0 16,-1-1 0-16,1 0 0 0,-1-2 0 0,2 1 0 16,-2-2 0-16,0-1 0 0,1-1 0 0,-1 0 0 15,1 1 0-15,-1-1 0 0,0 0 0 0,0 0 0 0,1 0 0 16,-1 0 0-16,0 0 0 0,2-1 0 15,-2 1 0-15,1-1 0 0,0 0 0 0,-1 0 0 16,1 0 0-16,0 0 0 0,0 1 0 0,0-1 0 0,0 0 0 16,0 1 0-16,0-1 0 0,1 0 0 0,0 0 0 15,0 4 0-15,-1-4 0 0,1 0 0 16,-1 1 0-16,0-1 0 0,0 1 0 0,0-2 0 0,0 1 0 16,1 0 0-16,-1 0 0 0,1 0 0 0,-1 2 0 15,0-2 0-15,1 0 0 0,-1 0 0 0,0 0 0 16,1-1 0-16,-2 1 0 0,2 0 0 0,-2-1 0 15,1 0 0-15,-1 1 0 0,1-2 0 0,0 2 0 16,2-1 0-16,-2 1 0 0,0-1 0 0,1 0 0 16,-1 0 0-16,1 0 0 0,0 0 0 0,0 0 0 15,1-1 0-15,-1 2 0 0,2-1 0 0,-1 0 0 16,1 1 0-16,0-2 0 0,0 1 0 0,-1-1 0 16,0 1 0-16,1-1 0 0,-1 0 0 0,0-1 0 15,0 1 0-15,0-1 0 0,-1 0 0 0,2-1 0 16,-1 0 0-16,-2-2 0 0,1 0 0 0,0-1 0 15,-1-1 0-15,1 0 0 0,-1 0 0 0,-1-11 0 0,2 21 0 16,-2-21 0-16,3 18 0 0,-3-18 0 0,2 16 0 16,-2-16 0-16,3 14 0 0,-3-14 0 15,3 14 0-15,-3-14 0 0,4 13 0 0,-4-13 0 0,4 12 0 16,-4-12 0-16,3 11 0 0,-3-11 0 0,3 11 0 16,-3-11 0-16,0 0 0 0,4 12 0 0,-4-12 0 15,0 0 0-15,4 10 0 0,-4-10 0 0,0 0 0 16,0 0 0-16,4 11 0 0,-4-11 0 0,0 0 0 15,0 0 0-15,0 0 0 0,3 9 0 0,-3-9 0 16,0 0 0-16,0 0 0 0,0 0 0 0,0 0 0 16,0 0 0-16,6-9 0 0,-6 9 0 0,2-13 0 15,-2 13 0-15,0-15 0 0,0 15-998 0,-4-24-1269 16,2 12-2058-16</inkml:trace>
  <inkml:trace contextRef="#ctx0" brushRef="#br0" timeOffset="166964.2207">19339 8709 193 0,'0'0'636'0,"2"-16"-144"0,-2 16-59 15,-4-17 5-15,4 17-17 0,-9-14-28 0,2 7-24 16,-1-1-26-16,-1 4-64 0,-3-2-13 0,0 3-34 15,-3 2-19-15,-5 3-18 0,-3 2-30 0,-7 6 8 16,0 1-37-16,-5 5 13 0,0 2-41 0,0 4 18 16,3 1-53-16,2 2 23 0,2 2-45 0,3 0 0 0,4 0-13 15,5-4 7-15,2 1-9 0,5-3-2 0,3-1 22 16,2 1-15-16,3-3 24 0,3-1-21 0,2 0 13 16,2-1 3-16,6-1-7 0,1-1-6 0,2-3-10 15,4-1-6-15,1-1-8 0,1-2-3 0,3-1-7 16,1-1-3-16,2-3-3 0,-1 1-5 0,1-1-24 15,-2-2-97-15,-1 0-32 0,-1-1-94 0,-1-1-77 16,-2 0-69-16,-1 1-69 0,-3-2-68 0,1 1-107 16,-4 0-588-16,-3-1-830 0</inkml:trace>
  <inkml:trace contextRef="#ctx0" brushRef="#br0" timeOffset="167513.8957">19414 8914 763 0,'3'-10'780'0,"-3"10"-65"16,3-16-66-16,-3 16-29 0,3-14-11 15,-3 14-104-15,1-12-47 0,-1 12-121 0,0 0-41 0,3-13-99 16,-3 13-7-16,0 0-71 0,0 0 20 0,0 0-42 16,0 0 30-16,0 0-52 0,9 10-10 15,-9-10-12-15,2 17-8 0,-1-6-8 0,0 1-5 0,-1 0-7 16,1 1-11-16,0 1 3 0,0-1 7 0,-1 1-16 15,0 0 9-15,1 0-13 0,0-1 14 0,1 0-20 16,-2 0 15-16,2-1-13 0,-1 1 0 0,-4-2 4 16,3-11 1-16,2 14-1 0,-2-14 6 0,1 14 3 15,-1-14 1-15,0 0 1 0,1 14 29 0,-1-14-9 16,0 0 12-16,0 0-7 0,0 0 8 0,0 0-23 16,-11-3 9-16,11 3-18 0,-7-11-3 0,2 3-6 15,0-2-3-15,-2-2 1 0,2-1-5 0,0-2 0 16,0-2-3-16,0 0-1 0,1-4 33 0,0 0-50 15,-1 0 36-15,4 1-40 0,-1 2 39 0,2-1-40 16,1 1 44-16,1 1-45 0,0-1 39 0,3 1-41 16,0 2 39-16,1 1-35 0,3 1 37 0,1 1-39 15,1 2 39-15,2 1-38 0,2 0 39 0,3 3-37 16,-2 4 35-16,2-1-37 0,-3 3 42 0,3 3-41 0,0-2 29 16,1 4-45-16,-1 0 32 0,0 1-48 0,1 0 23 15,-3 1-42-15,0 0 37 0,-2 0-35 16,0 1 40-16,-3-2-32 0,-3 1 49 0,0-1-38 0,-8-6 51 15,10 12-31-15,-10-12 37 0,0 0-29 0,-3 15 34 16,3-15-30-16,-14 10 36 0,5-4-36 0,-4 0 35 16,-1-1-43-16,0 0-39 0,-2 0-39 0,0 0-41 15,-1-1-24-15,1 2-69 0,3-4-26 0,1 3-72 16,0-1-44-16,3-1-42 0,9-3-74 0,-16 6-34 16,16-6-556-16,-10 5-709 0</inkml:trace>
  <inkml:trace contextRef="#ctx0" brushRef="#br0" timeOffset="167963.7055">19852 8854 263 0,'0'0'897'0,"5"-11"-197"0,-5 11-19 16,2-14-38-16,-2 14-4 0,3-13-98 0,-3 13-35 0,0 0-99 15,1-16-37-15,-1 16-109 0,0 0-19 16,2-10-77-16,-2 10 34 0,0 0-39 0,0 0 16 15,0 0-72-15,8 9 25 0,-8-9-62 0,5 16 40 0,-1-5-56 16,-1 0-2-16,0 3-9 0,0 2-5 0,1-1-8 16,1 4-5-16,0-2-3 0,-2-1-4 15,4 0 7-15,1 2-14 0,1-1 12 0,1-1-21 0,1-1 19 16,2-1-13-16,-1-4 1 0,4 3-5 16,1-3 6-16,-2-1 7 0,0-3-12 0,0-1 7 0,1 0-7 15,-1-2 11-15,-1-2-12 0,-2 0 13 0,-12-1-12 16,23-3 13-16,-12 0-9 0,0-2 3 0,-3-1-3 15,0-1 35-15,-2-1 9 0,1-3-10 0,0-1-6 16,-3-2-6-16,-1-3-6 0,0 1-4 0,-2-3-6 16,0 0-1-16,-1-2-2 0,0 2 5 0,-1-1-4 15,0 1-6-15,1 2 3 0,-3-2-4 0,1 3-4 16,0 1 1-16,0 3 3 0,1 0-10 0,-1 3-1 16,2 9-3-16,-2-19 3 0,2 19-10 0,-3-13-11 15,3 13-27-15,0 0 3 0,-3-13-84 0,3 13-10 16,0 0-94-16,0 0-20 0,0 0-52 0,0 0-57 15,0 0-41-15,1 16-77 0,-1-16-34 0,7 13-89 0,-2-3-171 16,0-3-321-16,1 0-719 0</inkml:trace>
  <inkml:trace contextRef="#ctx0" brushRef="#br0" timeOffset="168483.9442">20838 8712 419 0,'7'-9'689'0,"0"3"-80"0,-7 6-16 0,9-14-58 16,-9 14-26-16,7-12-45 0,-7 12-29 0,2-11-86 16,-2 11-26-16,1-11-86 0,-1 11-2 0,-2-11-73 15,2 11 3-15,0 0-68 0,-8-10 11 0,8 10-50 16,0 0 24-16,-18 0-52 0,18 0 28 0,-21 5-43 16,8 2 29-16,-2-1-38 0,2 2 25 0,-2 1-49 0,2 2 52 15,-2 1-45-15,4-1 32 0,1 0-33 0,2 2 32 16,1 1-32-16,1-2 35 0,3 2-37 0,1-1 35 15,2 0-38-15,0 0 36 0,4 0-37 16,0 2 23-16,3 0-36 0,1-2-6 0,1 0-3 0,0 0 0 16,3 1-7-16,-2-2 14 0,1 1-2 0,0-2 12 15,-1 0 5-15,1-1 0 0,-1 0 8 0,-2-1 1 16,-1-2 4-16,0 1-10 0,0-1 6 0,-7-7 0 16,9 11 2-16,-9-11 7 0,6 11 0 0,-6-11-2 15,0 0 7-15,1 10-20 0,-1-10 21 0,-7 9 3 16,7-9-1-16,-16 4-5 0,5-1-5 0,-2-2 5 15,-4 1 0-15,-2-1-3 0,-1 0-11 0,-1-1-15 16,-1 0-37-16,0-1-51 0,1 0-28 0,0-1-82 16,3 2-57-16,1-2-67 0,4-1-49 0,1 0-86 15,12 3-123-15,-16-4-402 0,16 4-614 0</inkml:trace>
  <inkml:trace contextRef="#ctx0" brushRef="#br0" timeOffset="169514.4103">21218 8890 207 0,'0'0'850'0,"0"0"-195"0,-1-15-6 0,1 15-33 15,-2-11-67-15,2 11-76 0,-4-11-27 0,4 11-95 16,-5-9-19-16,5 9-104 0,-10-8 5 0,10 8-64 15,-12-3 6-15,12 3-59 0,-16 2 28 0,16-2-50 16,-18 8 24-16,8-4-51 0,0 3 38 0,1 2-14 16,0 2 24-16,0-2-56 0,2 2-6 0,1 2-6 15,0 0-7-15,1-1-6 0,3-1-5 0,1 3-5 0,1-2 0 16,2 1 4-16,2 1-14 0,1-3 10 0,3 2-19 16,1-1-4-16,1-1-27 0,2-3-27 15,0 2-43-15,3-3-30 0,0 0-9 0,0-1 3 0,1-2-19 16,2-1 8-16,-2-1-5 0,-1-1 31 0,-1-2 18 15,1-1 15-15,-2 0 14 0,1-3 20 0,-1-1 4 16,-1-1 14-16,-1 0 8 0,-1-4 1 0,-1-1 2 16,-1-2 9-16,-1-2 11 0,-1-3-5 0,0-2 10 15,1-1 5-15,-2-2 20 0,0-1 10 0,2-2 30 16,-2 0 8-16,2 2 67 0,-1 2-25 16,-1 2 81-16,0 0-44 0,-1 5 53 0,-1 0-45 0,1 2 36 15,-1 3-79-15,-1 1 17 0,-2 10-79 0,4-15 32 16,-4 15-39-16,0 0 88 0,0 0-70 0,0 0 72 15,5 14-93-15,-5-14 3 0,-2 22 15 0,1-8 0 16,-1 3-1-16,0-1-3 0,0 4-38 0,0-2-25 0,-2 1 0 16,2 0 0-16,0 0 0 0,0 0 0 15,1 0 0-15,0-2 0 0,1 0 0 0,0 0 0 16,2-4 0-16,-1 1 0 0,0-3 0 0,1 1 0 0,1-3-18 16,3 0-55-16,-1-1-10 0,-5-8-11 0,13 10 2 15,-13-10 4-15,16 5 11 0,-16-5 12 16,19-1 0-16,-7-2-6 0,-1-1 10 0,3-2 9 0,-2-2 7 15,1 0 42-15,0 0-33 0,-1 0 42 0,1 1-35 16,-3-1 38-16,-1 3-34 0,0-1 45 16,-1 0-46-16,-8 6 40 0,14-8-45 0,-14 8 41 15,12-4-32-15,-12 4 41 0,0 0-23 0,17 2 42 0,-17-2-41 16,12 3 3-16,-12-3 2 0,12 7-1 0,-5-1 3 16,0 0 1-16,2-1 0 0,0 2-1 0,1-2 0 15,4 1-1-15,-1-1-2 0,2 1 1 0,1-2-8 16,0 1-10-16,0-2-10 0,1 0-2 0,-3-2 2 15,0 0 5-15,-1 0 7 0,1-2 2 0,-2 0 11 16,0 0-5-16,-1-4 2 0,0 2 1 0,-1-2 2 16,1-1 5-16,-1-2-6 0,-2-1-1 0,0 1 7 15,-3-2-2-15,0 1-1 0,-2-2 39 0,0 1-31 16,-3 10 62-16,2-18-43 0,-2 18 32 0,-1-17-47 16,1 17 34-16,-3-11-48 0,3 11 55 0,-7-7-37 0,7 7 55 15,0 0-55-15,-15-1 58 0,15 1-61 0,-11 6 3 16,11-6-1-16,-10 10 2 0,4-3-2 15,6-7 0-15,-7 16-4 0,7-16 0 0,-4 18 0 16,4-18-2-16,1 19 2 0,-1-19-8 0,6 18 4 0,1-8-16 16,-1-1-37-16,2-2-74 0,1 0-90 15,3 2-54-15,0-3-77 0,3-1-72 0,1-2-73 16,2 1-53-16,0-1-58 0,1-2-121 0,1-1-565 0,-2 0-889 16</inkml:trace>
  <inkml:trace contextRef="#ctx0" brushRef="#br0" timeOffset="170782.1959">22473 8618 555 0,'4'-24'858'0,"-1"2"-33"0,0-1-94 0,-1 5-29 15,-1 0 10-15,1 2-59 0,-2 3-51 0,1 1-108 16,-1 12-108-16,1-18-87 0,-1 18-47 0,0 0 17 16,0 0 28-16,0 0-46 0,0 0 8 0,0 0-213 15,-6 20-46-15,4-5 0 0,-1 7 0 0,0 2 0 16,0 1 0-16,2 3 0 0,-1 0 0 0,1 0 0 15,2 3 0-15,-1-2 0 0,2 4 0 0,-1-2 0 16,3 0 0-16,1-1 0 0,-2-5 0 0,1-1 0 0,0-1 0 16,1-3 0-16,-1-2 0 0,-1-1 0 0,-1-4 0 15,1 3 0-15,-1-5 0 0,-2-11 0 16,4 19 0-16,-4-19 0 0,2 11 0 0,-2-11 0 0,0 0 0 16,0 0 0-16,0 0 0 0,0 0 0 0,0 0 0 15,-11-2 0-15,11 2 0 0,-9-17 0 0,3 9 0 16,0-3 0-16,-1-1 0 0,0 0 0 0,-2 1 0 15,1 0 0-15,0 0 0 0,-1 1 0 0,-3 2 0 16,1 0 0-16,-1 2 0 0,0 0 0 0,0 2 0 16,-2 2 0-16,1 2 0 0,-2 1 0 0,-1 2 0 15,-1 1 0-15,1 2 0 0,0 2 0 0,0 2 0 16,2-1 0-16,2 1 0 0,1 1 0 0,2 1 0 16,2-1 0-16,3-1 0 0,1 2 0 0,3-12 0 15,3 20 0-15,4-9 0 0,2-1 0 0,4-2 0 0,1 0 0 16,3-2 0-16,1-1-27 0,5-1-150 15,-2-1-1-15,0-1 9 0,1-1 12 0,1-1 19 16,0-1 19-16,0-2 23 0,1-1 21 0,-1-1 18 0,0-1 8 16,-3-2 15-16,1 0 4 0,-1-3 9 0,-3 1 3 15,1-2 41-15,-3 1-35 0,0-1 56 16,-5 1 2-16,1 2 70 0,-1-1-29 0,-2 2 49 0,-1-1-52 16,-1 1 79-16,1 3-72 0,-7 5-7 0,9-11-5 15,-9 11-8-15,5-9 0 0,-5 9-5 0,0 0 0 16,0 0-12-16,0 0-7 0,0 0-18 0,0 0-29 15,0 0 0-15,0 0 0 0,-6 6 0 0,6-6 0 16,-3 11 0-16,3-11 0 0,-2 13 0 0,2-13 0 16,-2 13 0-16,2-13 0 0,1 15 0 0,-1-15 0 15,3 13 0-15,-3-13 0 0,5 13 0 0,-5-13 0 16,6 11 0-16,-6-11-40 0,10 8-71 0,-10-8 3 16,11 7-5-16,-11-7 0 0,13 2 21 0,-13-2 22 15,15 0 11-15,-15 0 14 0,14-5 5 0,-14 5 20 0,17-9-4 16,-9 3 6-16,1-2 4 0,1-1 0 15,-1-1 5-15,0 1 0 0,0-2 6 0,-2 1 0 16,0 0 6-16,-1 3 16 0,-1-1 16 0,-5 8 17 0,12-11 10 16,-12 11-3-16,7-11-14 0,-7 11-14 0,6-7-9 15,-6 7 1-15,0 0 20 0,0 0 3 16,0 0 1-16,0 0-8 0,9 4-3 0,-9-4-1 16,0 0-8-16,3 14-1 0,-3-14-4 0,4 13-10 0,-4-13 2 15,7 16-4-15,-2-7 1 0,1-1-10 0,2 2 12 16,3 0-12-16,1-1 5 0,6 1-6 0,2-1 0 15,0-2-7-15,1 2-10 0,0-3-6 0,-4-1-1 16,2-2 0-16,-2-1-5 0,1-2 6 0,-3 0 9 16,0-1 0-16,0-2 2 0,0-1 3 0,-2-2 1 15,0-3 0-15,-2-1 3 0,1-5 0 0,-2-2 0 16,-2-1 65-16,-1-4-77 0,-2-2 61 0,1-2-68 16,-2-5 65-16,-2-2-66 0,0 0 2 0,-2-2 19 15,0 0-11-15,-2 0 6 0,-1 0 9 0,-1 1 2 0,-2 3 18 16,0 3 45-16,1 5-10 0,-1 1 14 15,2 4-27-15,-1 3 6 0,1 2-32 0,-2 3 29 16,6 10-43-16,-10-8-2 0,10 8 0 0,-12 3 0 16,12-3 0-16,-12 15 0 0,7-2 0 0,0 2 0 0,1 4 0 15,0 3 0-15,1 2 0 0,2 2 0 16,0-1 0-16,1 3 0 0,1 0 0 0,0 0 0 16,4-2 0-16,-1 1 0 0,-1-2 0 0,2 0 0 0,0-1 0 15,1-1 0-15,0-1 0 0,2 0 0 0,0-3 0 16,1 0 0-16,3-3 0 0,-2 0 0 0,1-2 0 15,1-3 0-15,0-2 0 0,1 0-71 0,0-1-87 16,0-2 3-16,2-4 10 0,-2 2 19 0,1-2 27 16,-1-2 19-16,2 0 13 0,-3-3 14 0,4 0 9 15,-3-2 7-15,1-3 7 0,0 1 9 0,-2-3 6 16,2-3 36-16,-2 1-37 0,-2-1 47 0,0 2-22 16,-1 0 64-16,-1 0-15 0,0 0 84 0,-3 3-45 15,1-1 16-15,-1 2 3 0,-5 7-1 0,9-14-15 16,-9 14-21-16,7-10-19 0,-7 10-17 0,0 0 1 15,6-9-28-15,-6 9-16 0,0 0 0 0,0 0 0 16,0 0 0-16,0 0 0 0,3 14 0 0,-3-14 0 16,0 0 0-16,0 17 0 0,0-17 0 0,2 15 0 15,-2-15 0-15,2 15 0 0,-2-15 0 0,5 16 0 16,-5-16-170-16,5 16-201 0,-5-16-84 0,7 13-74 0,-7-13-75 16,5 11-73-16,-5-11-197 0,5 8-560 15,-5-8-1042-15</inkml:trace>
  <inkml:trace contextRef="#ctx0" brushRef="#br0" timeOffset="170964.8387">23685 8669 1370 0,'1'-13'863'0,"0"0"-90"0,0 2-61 0,-1 11-17 16,2-19-74-16,-2 19-77 0,2-13-102 15,-2 13-95-15,1-12-84 0,-1 12-58 0,0 0-44 0,0 0-35 16,3-12-28-16,-3 12-34 0,0 0-105 0,0 0-86 15,6 13-149-15,-6-13-96 0,2 14-134 0,-2-14-113 16,-1 19-161-16,-1-8-669 0,-2 0-1064 0</inkml:trace>
  <inkml:trace contextRef="#ctx0" brushRef="#br0" timeOffset="171883.8307">23775 8862 857 0,'5'-7'880'0,"-5"7"-123"16,0 0-64-16,7-9 9 0,-7 9-75 0,0 0-36 16,0 0-129-16,6-9-93 0,-6 9-79 0,0 0-65 15,0 0-47-15,0 0-29 0,0 0-26 0,0 0-22 16,0 0-19-16,-1 12-18 0,1-12-10 0,-5 11-12 16,5-11-7-16,-4 14-10 0,4-14-4 0,-5 14-3 15,5-14-5-15,-3 18-1 0,3-18-5 0,-3 16 1 16,3-16-5-16,-1 15 2 0,1-15-4 0,-1 13-1 15,1-13-6-15,1 12-11 0,-1-12-11 0,4 8-26 0,-4-8-15 16,6 6-18-16,-6-6-5 0,0 0-1 0,15 3 12 16,-15-3 15-16,12-3-1 0,-12 3 5 15,17-7 14-15,-9 2 6 0,1-1 44 0,2-2-34 16,-1 1 37-16,0-3-37 0,1 1 45 0,-1 0-34 0,-1 0 36 16,-1 0-36-16,1 3 38 0,-2-1-34 0,-2-1 42 15,-5 8-34-15,11-8 39 0,-11 8-49 0,10-10 38 16,-10 10-38-16,0 0 32 0,10-5-35 0,-10 5 43 15,0 0-36-15,0 0 38 0,12 4-35 0,-12-4 39 16,0 0-39-16,10 11 38 0,-10-11-39 0,6 8 46 16,-6-8-43-16,7 10 36 0,-7-10-37 0,9 10 36 15,-9-10-33-15,10 9 35 0,-10-9-40 0,14 8 40 16,-14-8-37-16,18 8 35 0,-18-8-39 0,18 4 38 16,-18-4-37-16,22 1 38 0,-22-1-41 0,23 0 37 15,-11 0-36-15,0-2 35 0,0-1-38 0,3-2 42 16,-1 1-45-16,1-3 40 0,-2-1-40 0,1 0 40 15,0 0-36-15,-1-1 38 0,-1 0-37 0,-1-1 75 16,-3 1-22-16,0 1 48 0,-8 8-21 0,6-14 37 16,-6 14-34-16,-1-11 35 0,1 11-47 0,-9-10 48 15,9 10-60-15,-13-4 43 0,13 4-58 0,-16-2 46 16,16 2-63-16,-15 2 59 0,15-2-62 0,-17 6 53 16,17-6-63-16,-13 9 61 0,13-9-69 0,-11 9 57 15,11-9-62-15,-9 10 6 0,9-10 1 0,-5 9 3 16,5-9 4-16,0 0 4 0,1 14 4 0,-1-14-2 15,6 9-3-15,-6-9 1 0,10 5 1 0,-10-5 1 0,15 6 0 16,-15-6-1-16,19 2 3 0,-19-2-2 16,21-1-3-16,-21 1 4 0,23-1 13 0,-10-2 35 15,-1 0-5-15,-1-2 40 0,3 0-5 0,-1 1-63 16,0-1-21-16,-2-1 0 0,0 1 0 0,-1 1 0 0,-1 1 0 16,-9 3 0-16,16-6 0 0,-16 6 0 0,13-3 0 15,-13 3 0-15,12 6 0 0,-12-6 0 16,10 13 0-16,-7-3 0 0,-1 3 0 0,-2 1 0 0,-3 5 0 15,-1 4 0-15,-4 6 0 0,-5 4 0 16,-4 3 0-16,-3 1 0 0,-2 0 0 0,-9 5 0 0,1-1 0 16,2-6 0-16,-1-1 0 0,0-3 0 0,0-2 0 15,3-3 0-15,-1-2 0 0,2-6 0 0,2-1 0 16,-1-3 0-16,1-1 0 0,1-3 0 0,2-4 0 16,3-1 0-16,-1-4 0 0,4-1 0 0,0-1 0 15,4-3 0-15,3-1 0 0,7 5 0 0,-4-15 0 16,12 3 0-16,6-2 0 0,9-5 0 0,11-6 0 15,13-3 0-15,3-2 0 0,6 1 0 0,2 1 0 16,0 1 0-16,2 2 0 0,1 2 0 0,-2 3 0 16,-12 5 0-16,-1 1 0 0,-5 2 0 0,-8 1 0 15,-4 2 0-15,-4 2 0 0,-6 1 0 0,-2 1 0 16,-4 1 0-16,-13 4-704 0,10-7-376 0,-10 7-937 16,-12-8-1772-16</inkml:trace>
  <inkml:trace contextRef="#ctx0" brushRef="#br0" timeOffset="174782.9649">19107 9843 76 0,'-7'-13'843'15,"0"2"-214"-15,-1-2-43 0,1 1-12 16,-1-1-22-16,1 0-55 0,-1-1-24 0,0 0 17 0,1 2-76 16,0-2 10-16,0 1-86 0,1 2 41 0,-1 0-91 15,2 3 30-15,1-1-121 0,4 9 15 0,-8-13-103 16,8 13 35-16,0 0-80 0,-8-6 121 0,8 6-90 16,-6 8 47-16,6-8-7 0,-4 18-108 0,3-5-27 15,0 4 0-15,-1 1 0 0,2 2 0 0,-2 6 0 16,2-1 0-16,0 4 0 0,0-2 0 0,0 3 0 15,2 3 0-15,-1-1 0 0,1-3 0 0,-1-1 0 16,2 0 0-16,-1-3 0 0,0 0 0 0,1-3 0 16,0-2 0-16,-2-3 0 0,1 0 0 0,-1-4 0 0,1 0 0 15,0-2 0-15,-2-11 0 0,2 16 0 16,-2-16 0-16,0 0 0 0,0 0 0 0,0 0 0 16,0 0 0-16,0 0 0 0,-10-7 0 0,5-3 0 0,0-2 0 15,0-5 0-15,-1-2 0 0,-1-3 0 0,2-1 0 16,-2-7 0-16,2 0 0 0,1-2 0 0,0-1 0 15,1-1 0-15,1 0 0 0,0-2 0 0,2 2 0 16,0 0-47-16,2 1 55 0,0 2-69 0,1 4 66 16,1 1-61-16,0 2 70 0,1 1-70 0,3 3 61 15,0 2-59-15,1 4 71 0,1 2-64 0,5 4 60 16,-1 2-55-16,3 2 63 0,1 4-61 0,0 1 59 16,4 5-53-16,-1 2 57 0,1 2-55 0,2 2 53 15,0 2-53-15,0 3 5 0,-3 0 4 0,0 1-1 16,-2-1 2-16,-3 1-1 0,-1-2-1 0,-3 0-5 15,-2-1-4-15,-1-1 7 0,-2-1-3 0,-2 0 14 16,-3-1-5-16,-2-12 7 0,-2 20 0 0,-3-9 3 16,-4-3 3-16,-4 3 1 0,-3-2 1 0,-4 1-9 15,-2-3-42-15,-1 1-37 0,0-1-51 0,-3-1-62 16,1 2-30-16,2-3-16 0,1 1-41 0,1 0-70 16,3 0-58-16,2 0-59 0,1-1-47 0,4 3-30 15,2-3-65-15,9-5-385 0,-10 12-608 0</inkml:trace>
  <inkml:trace contextRef="#ctx0" brushRef="#br0" timeOffset="175984.3044">19400 10035 460 0,'10'-4'739'0,"0"-1"-99"0,-10 5 27 0,12-8-87 16,-12 8-53-16,9-14-69 0,-9 14-52 0,5-14-45 15,-5 14-13-15,3-14-46 0,-3 14-52 0,-4-12-43 16,4 12-24-16,-8-10-3 0,8 10-42 0,-12-8-10 15,12 8-24-15,-15-3-19 0,15 3-14 0,-19 1-13 16,8 2-5-16,2 1-2 0,-1 2-6 0,0 0-10 16,3 2-1-16,-1 2-7 0,2-2-7 15,2 2 36-15,-1 0-48 0,3 1 32 0,2-11-37 0,1 23 32 16,2-13-43-16,3 0 34 0,1 1-42 0,1-1 35 16,3 0-50-16,1 0 15 0,0-2-52 0,1-1 28 15,0 0-49-15,1-1-7 0,-1-1 40 0,-2-2-33 16,1 0 43-16,-1 0-30 0,-11-3 53 0,20 1-31 0,-20-1 47 15,18-2-27-15,-18 2 36 0,17-8-31 16,-10 2 36-16,0-1-30 0,0-3-2 0,-2 1 12 16,0-3 0-16,0 1 5 0,-2 1-3 0,3-2 9 15,-4 2 0-15,1 0-3 0,-3 10 9 0,6-16 7 0,-6 16 8 16,3-15 12-16,-3 15 10 0,3-12-8 0,-3 12-4 16,0 0-8-16,4-12-1 0,-4 12 0 0,0 0 8 15,0 0 12-15,0 0 5 0,0 0 1 0,0 0-5 16,4 10-7-16,-4-10 12 0,5 12-5 0,-5-12-3 15,8 17-7-15,-4-9 29 0,2 2-41 0,2-1 27 16,0 2-40-16,3-2 31 0,-1 1-45 0,2-1 41 16,2 0-42-16,0-2 35 0,6 1-42 0,0-1 37 15,0-2-39-15,3 1 39 0,0-1-42 0,1-2 32 16,-3 0-36-16,0-3 32 0,0 1-31 0,-1-2 34 16,0 0-37-16,0-3 41 0,-2-1-35 0,-1 0 41 15,0-2-36-15,0-2 0 0,-1 0 4 0,-2-1 7 16,-3-1 2-16,0 0 2 0,-3-1-2 0,-1 0 9 0,-1 1-2 15,-2 0-1-15,-1 1 2 0,-3 10 2 0,3-19 2 16,-3 19-1-16,-3-15-1 0,3 15 1 16,-5-12-2-16,5 12 1 0,-13-9 7 0,13 9-9 15,-17-3 4-15,17 3 0 0,-19 2-1 0,8 1 3 0,1 2-1 16,1-1 1-16,-1 1-4 0,2 1-1 0,1 0-2 16,1 0 40-16,-1 1-49 0,7-7 39 0,-8 14-45 15,8-14 38-15,-4 13-44 0,4-13 39 0,2 10-46 16,-2-10 29-16,7 11-51 0,-7-11 25 0,13 8-48 15,-13-8 44-15,15 6-29 0,-15-6 40 0,17 3-26 16,-17-3 43-16,15 0-34 0,-15 0 40 0,17-6-31 16,-9 2 3-16,0-2 11 0,1 0 3 0,0-3 15 15,-2 2 24-15,0-4 15 0,1 2 14 0,-2 1-1 16,0 0-1-16,0-1 31 0,-1 2 19 0,-5 7 9 16,10-13-31-16,-10 13 1 0,7-9-40 0,-7 9-2 15,0 0-16-15,10-5 1 0,-10 5-14 0,0 0 11 16,9 8-12-16,-9-8 3 0,5 17-4 0,-2-6 8 15,-1 3-7-15,1 2-14 0,-2 1-4 0,1 4 0 0,-1 0 0 16,2 2 0-16,-1 2 0 0,-1 0 0 16,1 2 0-16,-1-2 0 0,0 0 0 0,-1-2 0 15,-1 1 0-15,0-4 0 0,-1-1 0 0,-1 0 0 0,0-2 0 16,0-1 0-16,-2-2 0 0,0 0 0 0,-1-1 0 16,0-4 0-16,-2 1 0 0,0-3 0 0,0 1 0 15,-4-4 0-15,2-1 0 0,-3-1-50 0,13-2-7 16,-23 1 2-16,23-1-3 0,-21-4-10 0,21 4-14 15,-16-7 18-15,16 7-50 0,-9-14 19 16,9 14-27-16,0-17 45 0,4 6-26 0,4-2 42 0,3-3-38 16,1 0 35-16,7-4-38 0,1-1 42 0,4-2-39 15,2-1 42-15,2 0-23 0,0-1 14 0,2 0 11 16,1 0 14-16,-1 0 9 0,-1 0 3 0,0 1 8 16,-1 0 1-16,0 1 9 0,-1 0 9 0,-3 0 1 15,-3 4 23-15,-1 0 22 0,-3 0 12 0,-2 2 1 16,-2 2 65-16,1-3-41 0,-4 5 75 0,-2 0-43 15,0 2-13-15,0 0 31 0,-3 2-67 0,-1 2-13 0,-4 7 36 16,5-13-62-16,-5 13-6 0,0 0-4 16,-2-12-3-16,2 12-1 0,0 0 0 0,-13 2 3 15,13-2 1-15,-13 8 3 0,7-1 8 0,0 1 13 0,0 3-11 16,-1 1 0-16,2 0 7 0,0 3 6 0,1-2-1 16,1 3-4-16,1-1-7 0,3 1-3 0,-1 1 1 15,2 0-10-15,1-1 0 0,2 1 1 16,1 0-8-16,4-1-6 0,-2 1-3 0,0-3 1 0,2-1-19 15,-1-1-46-15,0-1-15 0,1-1-95 0,1 0-27 16,-1-2-117-16,1-1-57 0,-2-2-72 16,0-1-120-16,-9-4-58 0,16 5-183 0,-16-5-569 0,0 0-976 15</inkml:trace>
  <inkml:trace contextRef="#ctx0" brushRef="#br0" timeOffset="178801.1782">21349 9957 679 0,'0'0'564'0,"-4"-8"-51"15,4 8 15-15,-3-13-48 0,3 13-32 0,-3-12-33 16,3 12-7-16,-2-13-39 0,2 13-51 0,-2-12-36 15,2 12-41-15,0 0-47 0,0-15-38 0,0 15-30 16,0 0-24-16,0 0-21 0,0 0-12 0,3-10-14 16,-3 10 30-16,0 0 4 0,11 7-18 0,-11-7-8 15,11 12-12-15,-4-4-1 0,0 3 29 0,0-1-57 16,0 3 30-16,2 1-46 0,-2-1 40 0,1 3-45 0,0 0 32 16,-1-1-44-16,1 2 38 0,-1-1-38 0,-2-2 34 15,2 1-39-15,-3-2 40 0,0 2-39 16,-1-5 38-16,-1 2-39 0,-2-12 42 0,1 21-44 15,-1-21 42-15,-2 18-38 0,2-18 36 0,-6 16-39 0,6-16 41 16,-9 11-43-16,9-11 35 0,-12 7-38 0,12-7 26 16,-13 2-45-16,13-2 36 0,-12-2-57 0,12 2 41 15,-11-7-60-15,11 7 3 0,-8-11-14 0,8 11 40 16,-3-14-17-16,3 14 33 0,3-18-17 0,0 8 34 16,2 1-23-16,1 1 23 0,2-3-14 0,4 2 22 15,1 0-21-15,5 0 5 0,-1-1-24 0,4 1 2 16,2 0-4-16,0 2-18 0,1-1 0 0,1 1-3 15,0-1 11-15,-1 2 1 0,-1-2 11 0,-1 2 3 16,-2-1 19-16,-1 0 4 0,-2 1 14 0,-3-1-3 16,0 0 14-16,-3-2-3 0,1 1 2 0,-4-1 5 15,-2 0-7-15,0 1 8 0,-6 8-5 0,7-17 19 16,-7 17 3-16,1-16 9 0,-1 16 4 0,-5-15 17 16,5 15 23-16,-8-12-7 0,8 12 9 0,-12-8-29 0,12 8 20 15,-15-5-27-15,15 5 25 0,-15 3-5 16,5 0 1-16,1 2 7 0,1 2 5 0,-1 2-4 15,0 0-7-15,1 3 35 0,1 0-49 0,2 1 32 16,1 1-49-16,-1 1 28 0,4 0-42 0,1-2 31 0,0 1-45 16,3 2 37-16,2-1-44 0,0 1 36 0,3-2-38 15,2 1 36-15,2-2-41 0,1 0 33 0,1-3-36 16,-1 1 38-16,2-4-40 0,0 0 31 0,2-2-36 16,-1 0 32-16,2-3-40 0,-4-2 23 0,3 0-40 15,-2-2 45-15,2-3-33 0,-2-1 36 0,0-1-32 16,0-5 44-16,0-1-47 0,-2-4 2 0,2-4 11 15,-5 3 1-15,2-7 9 0,-1-2 1 0,-2-2-1 16,-1-1 32-16,-1-1-37 0,0-2 36 0,-3-3-40 16,0 3 45-16,-1-3-43 0,-2 1 40 0,0 0-36 15,0 2 56-15,-2 5-14 0,1 2 45 0,-2 2 8 16,1 4 48-16,0 2-46 0,0 3 22 0,-1 3-60 16,0 1 24-16,2 11-49 0,-4-9 71 0,4 9-28 15,0 0 48-15,-11 13-65 0,7-1 60 0,0 4-69 16,1 6 29-16,-1 3 15 0,0 5 22 0,2 5-37 15,-1 2 24-15,-1 7-61 0,2 3-31 0,0 1 0 16,-1 2 0-16,1 2 0 0,0-1 0 0,0 1 0 0,0-1 0 16,1-1 0-16,1 0 0 0,-1-1 0 15,1-4 0-15,0-5 0 0,0-2 0 0,1-2 0 16,-1-1 0-16,0-6 0 0,-1-2 0 0,1-3 0 0,0-4 0 16,-1-2 0-16,1-1 0 0,-1-3 0 0,1-3 0 15,0-11 0-15,-1 15 0 0,1-15 0 16,0 0 0-16,0 0 0 0,0 0 0 0,0 0 0 0,-1-13 0 15,2 0 0-15,1-4 0 0,1-6 0 0,0-4 0 16,2-5 0-16,1-8 0 0,3-2 0 0,0-2 0 16,0-1 0-16,1 3 0 0,0-2-39 15,0 4-3-15,2 0 9 0,-1 3 8 0,-1 8-1 0,1 1 5 16,-2 3 3-16,0 5 0 0,1 2-2 0,-1 1 3 16,0 6 1-16,0 1 2 0,3 1 5 0,-2 4-1 15,2 2 0-15,-12 3 10 0,22 3-5 0,-9 0-2 16,-2 4 1-16,0 1 18 0,1 2-17 0,-2 1-3 15,-1 1-5-15,1 1-8 0,-1 0 45 0,-3 0-62 16,1 0 42-16,-2 1-48 0,-1-1 50 0,-3-1-45 0,-1-12 54 16,-2 22-46-16,-1-12 61 0,-4-1-61 15,-2 3 52-15,-2-4-50 0,-2 0 50 0,0-1-56 16,-3 0-3-16,0-2-75 0,1-1-5 0,-1 1-79 16,0-3 0-16,2 2-62 0,1-4-23 0,13 0-55 0,-22-3-114 15,22 3-81-15,-17-4-45 0,17 4-148 0,-8-10-494 16,8 10-829-16</inkml:trace>
  <inkml:trace contextRef="#ctx0" brushRef="#br0" timeOffset="179054.0747">22547 9711 784 0,'5'-18'790'15,"-1"3"-63"-15,0-1-54 0,-1 0-20 0,-1 1 0 16,0-1-77-16,0 2 0 0,-1 1-122 0,0 1 4 15,0 1-155-15,-1 11-8 0,1-16-121 0,-1 16 22 16,0 0-96-16,0 0 46 0,0 0-72 0,-4 13 68 16,0 1-84-16,-1 6-16 0,-2 3-7 0,0 5-10 15,0 3-9-15,-1 2-3 0,-1 5 7 0,1 1-8 16,1-1-1-16,2-3-1 0,1-1-7 0,0 0-24 16,2-1-6-16,2-5-125 0,1 0-13 0,1-3-86 15,3 0-56-15,-1-3-66 0,2-1-68 0,0-3-73 0,1 0-45 16,3-5-64-16,-1-1-94 0,1-2-503 0,2-2-828 15</inkml:trace>
  <inkml:trace contextRef="#ctx0" brushRef="#br0" timeOffset="179469.3909">22812 10101 745 0,'2'-11'775'0,"-2"11"-31"0,1-18-54 0,-1 18-25 15,-2-21-35-15,0 13-59 0,-1-3-58 0,-1 3-46 16,4 8-43-16,-6-18-71 0,6 18-67 0,-9-14-52 15,9 14-52-15,-8-10-29 0,8 10-26 16,-12-3-26-16,12 3-6 0,-12 3-9 0,12-3-7 0,-14 11-18 16,8-5-15-16,1 2-12 0,0 0-1 0,1 2-7 15,1-1-6-15,1 2-2 0,0 0 0 0,1 0-15 16,1-11 3-16,0 21-7 0,0-21-3 0,4 19-3 16,-1-8-18-16,1-3-30 0,0-1-13 0,2 1 34 15,1-2-62-15,0 1 36 0,-7-7-39 0,14 9 45 16,-14-9-23-16,13 5 54 0,-13-5-37 0,12 2 49 15,-12-2-33-15,10-2 65 0,-10 2-56 0,11-9 42 0,-11 9-35 16,10-14 6-16,-6 4 5 0,1-1 3 0,0 0 8 16,0 1 10-16,-2 0 13 0,0-1 17 15,-3 11 11-15,5-18 23 0,-5 18 19 0,4-15 3 0,-4 15 6 16,4-14-31-16,-4 14 1 0,3-10-26 0,-3 10 14 16,0 0-35-16,0 0 16 0,0 0-18 15,0 0 9-15,0 0-10 0,0 0-4 0,0 0 3 0,12 7-3 16,-12-7-12-16,6 12 0 0,-6-12 0 0,7 14 0 15,-2-5-26-15,0-2-100 0,3 1-105 0,-3 0-74 16,3 1-111-16,0-3-90 0,2 1-108 0,0 0-79 16,0-1-151-16,0-2-565 0,1 0-1011 0</inkml:trace>
  <inkml:trace contextRef="#ctx0" brushRef="#br0" timeOffset="181369.1501">23252 9995 705 0,'2'-10'675'0,"-2"10"-36"0,4-17-26 0,-4 17-54 0,1-15-75 16,-1 15-47-16,-1-15-24 0,1 15-25 16,-4-12-45-16,4 12-51 0,-7-9-37 0,7 9-27 15,-12-6-4-15,12 6-33 0,-14-2-32 0,14 2-22 0,-18 4 0 16,9 1-22-16,1-1-10 0,0 4-6 0,-2 0-5 16,1 3-11-16,1-2-12 0,0 4-8 15,2-2-11-15,1 2-2 0,1 0-8 0,1 0-9 16,1-2-4-16,2 3-6 0,1-3-1 0,2 1-8 0,1 1 1 15,2-1-6-15,2 0-1 0,2-2-3 0,1-1 50 16,2-1-85-16,0 0 31 0,3-2-64 0,0-2 22 16,0 2-47-16,1-3 42 0,0-1-34 15,-2-1 47-15,1-1-24 0,-1-1 44 0,1-1-30 0,0-1 51 16,-1-3-41-16,0 1 43 0,-1-2-34 0,2-4 38 16,0 1-37-16,-1-4 17 0,0 1-10 0,-1-2 7 15,-1 1 11-15,-1-1 26 0,-1 0 16 0,-1 2 38 16,-3 1 13-16,0 1 9 0,-1-1 1 0,-2 2-4 15,0 1 1-15,-4 9 39 0,5-16-56 0,-5 16-77 16,2-13-8-16,-2 13 0 0,0 0 0 0,-7-11 0 16,7 11 0-16,-13 1 0 0,13-1 0 0,-15 6 0 15,5-1 0-15,1 1 0 0,0 2 0 0,-2 2 0 16,3 0 0-16,0 1 0 0,1 0 0 0,0 2 0 16,3-1 0-16,1 1 0 0,2-1 0 0,1 0 0 0,1 1 0 15,3-2 0-15,-1 0 0 0,4 0 0 16,0 0 0-16,1-2 0 0,1-1 0 0,0-1-157 15,1-1-19-15,0-2-39 0,2 0 52 0,-2-1-24 0,1-1 67 16,-11-2-22-16,24 0 55 0,-12-4-15 0,-1 2 54 16,0-2-27-16,1-3 53 0,-1-2-32 15,1 1 18-15,-1-4 4 0,1-1 11 0,0-2 10 0,-1 1 21 16,-1-2 31-16,-1 2 49 0,-1 2 36 0,0-1-11 16,-1 0 32-16,0 1 15 0,-2 3 8 0,0 0 32 15,0 0-45-15,-5 9-21 0,7-14-37 0,-7 14-15 16,5-11-22-16,-5 11-15 0,0 0-47 0,0 0 0 15,0 0 0-15,0 0 0 0,0 0 0 0,0 0 0 16,2 10 0-16,-2-10 0 0,-2 13 0 0,2-13 0 16,-2 16 0-16,2-16 0 0,-1 19 0 0,1-19 0 15,-2 18 0-15,2-18 0 0,0 15 0 0,0-15 0 16,-1 17 0-16,1-17 0 0,1 11 0 16,-1-11 0-16,0 0 0 0,0 15 0 0,0-15 0 0,0 0-58 0,0 0-22 15,11 7 14-15,-11-7 7 0,0 0 9 16,11-7 11-16,-11 7 13 0,11-13 1 0,-4 6 3 15,0-5 4-15,1 1 5 0,-1 0 2 0,0 1 13 16,2-1-7-16,-2 1 12 0,0 0-6 0,2 1 27 0,-3 1 30 16,0 1-3-16,-6 7 3 0,9-13-24 15,-9 13 5-15,7-8-18 0,-7 8 12 0,0 0-6 16,11-4 23-16,-11 4-28 0,0 0 15 0,7 6-37 0,-7-6 0 16,4 8 0-16,-4-8 0 0,4 12 0 0,-4-12 0 15,3 13 0-15,-3-13 0 0,3 15 0 0,-3-15 0 16,5 16 0-16,-5-16 0 0,2 15 0 0,-2-15 0 15,3 15 0-15,-3-15 0 0,2 12 0 0,-2-12 0 16,2 12 0-16,-2-12 0 0,0 0 0 0,3 12 0 16,-3-12 0-16,0 0 0 0,4 7 0 0,-4-7 0 15,0 0 0-15,0 0 0 0,13-3 0 0,-13 3 0 16,8-9 0-16,-2 2 0 0,1 0-30 0,-1-3-27 16,2 0 5-16,1 0 8 0,-2-2 16 0,3 0-1 15,-3 2 4-15,2 0 7 0,-2 1 9 0,2 0-2 16,-4 1 2-16,1 0 4 0,-1 0-2 0,-5 8 0 15,9-9 3-15,-9 9-7 0,9-10 0 0,-9 10 2 16,0 0 5-16,8-6 3 0,-8 6-6 0,0 0 5 16,0 0 2-16,6 9 2 0,-6-9-4 0,3 9 4 0,-3-9 1 15,2 12-1-15,-2-12 1 0,2 13-1 16,-2-13 0-16,3 15 5 0,-3-15-3 0,6 15-1 16,-6-15 0-16,5 13-1 0,-5-13-1 0,5 10 2 15,-5-10-6-15,8 10 7 0,-8-10 0 0,12 8-4 0,-12-8-1 16,14 7 8-16,-14-7-6 0,16 2 1 0,-16-2 3 15,15 0-1-15,-15 0 2 0,17-6-6 16,-8 1 2-16,-1 0 13 0,2-2-20 0,0-1 2 16,-2-1 7-16,1-1-2 0,0-1-4 0,-1-1-1 0,-2 2 12 15,0-2-5-15,1 1 9 0,-3 0-8 0,1 4 2 16,-5 7 0-16,5-17-4 0,-5 17 8 16,4-14-11-16,-4 14-4 0,0 0 8 0,-3-12-8 15,3 12 3-15,-8-4 2 0,8 4-1 0,0 0 4 0,-19 3-1 16,19-3 4-16,-14 9 2 0,6-3 0 0,1 2-1 15,0 0 7-15,2 0-6 0,-1 1 19 0,0 0-22 16,1 0-3-16,1 1-1 0,0 1 4 16,1-3-5-16,3-8 1 0,-4 20 12 0,4-20-19 0,-1 16 1 15,1-16 0-15,1 14 0 0,-1-14-3 0,4 14-1 16,-4-14-8-16,6 10-6 0,-6-10 2 0,6 7-5 16,-6-7-5-16,11 5-10 0,-11-5 2 0,0 0 2 15,18-2 1-15,-18 2 6 0,15-6 2 0,-5 1 4 16,-3-1 2-16,4-3 1 0,-1 0 8 0,0 0 1 15,1-1 3-15,-2 0 10 0,0 1-6 0,1-2 3 16,-2 3 2-16,-1 0 2 0,0 2 6 0,-7 6 4 16,11-11-5-16,-11 11-5 0,8-7-7 0,-8 7 3 15,0 0 1-15,9-5 9 0,-9 5-8 0,0 0 3 16,7 6 0-16,-7-6-1 0,0 0-2 0,5 14 2 16,-5-14-1-16,1 11-1 0,-1-11-2 0,2 13 4 0,-2-13-3 15,2 13 1-15,-2-13 0 0,3 15 0 0,-3-15-2 16,3 12 0-16,-3-12 2 0,3 10 5 15,-3-10-6-15,4 10-3 0,-4-10 3 0,5 8 2 0,-5-8-1 16,9 7-4-16,-9-7 6 0,11 5-1 0,-11-5-2 16,9 3 0-16,-9-3 1 0,13 1 4 15,-13-1-10-15,13 0 9 0,-13 0 3 0,14-3-3 16,-14 3-3-16,13-6 7 0,-13 6 2 0,14-11-2 16,-6 4 3-16,0-1 0 0,-1-3-1 0,0-1 5 15,1-1 5-15,-1-1 16 0,0-4 28 0,0-1-21 16,2-3-1-16,-4 0 0 0,1-3-5 0,0-4 6 0,-1 0-4 15,1-2 4-15,-2 1-43 0,0-1 0 0,-1 6 0 16,0-3 0-16,0 3 0 0,-1 3 0 0,0 3 0 16,-2 1 0-16,2 2 0 0,-2 2 0 15,1 3 0-15,-1 11 0 0,0-16 0 0,0 16 0 0,0 0 0 16,0 0 0-16,0 0 0 0,0 0 0 0,-7 8 0 16,5 3 0-16,0 2 0 0,-1 3 0 0,1 3 0 15,0 3 0-15,0 3 0 0,-1 0 0 0,1 1 0 16,-1 6 0-16,1 0 0 0,0 0 0 0,0-4 0 15,0 1 0-15,-1-2 0 0,1-1 0 0,-1 0 0 16,0-1 0-16,0-3 0 0,-1 0 0 0,-1-5 0 16,1 1 0-16,1-3 0 0,-2 0 0 0,2-1 0 15,-1-5 0-15,0 0 0 0,4-9 0 0,-4 12 0 0,4-12 0 16,0 0 0-16,0 0 0 0,0 0 0 16,0 0 0-16,0 0 0 0,-6-11 0 0,6 11 0 15,9-18 0-15,-2 5 0 0,0 1 0 0,3-4 0 16,3 0 0-16,-2 0 0 0,3 1 0 0,0 1 0 0,0 0 0 15,0 0 0-15,-1 0 0 0,4 4 0 16,-3-1 0-16,3 1 0 0,2 2 0 0,-1-1 0 16,2 1 0-16,2 0 0 0,-2 1 0 0,2 1-347 0,0-1-774 15,-3-2-996-15,-2 1-1888 0</inkml:trace>
  <inkml:trace contextRef="#ctx0" brushRef="#br0" timeOffset="185728.2827">19409 10939 74 0,'1'-13'837'0,"-2"-1"-203"0,0 1-15 15,1 0-41-15,-2-4-35 0,0 2-66 0,-1 0 9 16,0 0-88-16,0 0 16 0,0 0-44 0,0 2-37 16,0 1-30-16,-1 3-39 0,4 9-52 0,-5-17-41 0,5 17-32 15,-5-11-26-15,5 11 19 0,0 0 4 16,0 0-1-16,-14 5 13 0,14-5-12 0,-7 19-6 16,3-4-1-16,1 1-8 0,1 4-20 0,1 4-43 15,-1 0-58-15,0 2 0 0,2 1 0 0,-1 1 0 0,1 1 0 16,1 0 0-16,0 3 0 0,1 1 0 15,0-1 0-15,0-5 0 0,2 1 0 0,-1-2 0 16,0-1 0-16,3 0 0 0,-3-2 0 0,1-1 0 0,0-5 0 16,-1 0 0-16,-1 0 0 0,1-6 0 0,-1 1 0 15,0-2 0-15,-2-10 0 0,3 17 0 0,-3-17 0 16,4 10 0-16,-4-10 0 0,0 0 0 0,0 0 0 16,0 0 0-16,0 0 0 0,0 0 0 0,-8-7 0 15,8 7 0-15,-8-18 0 0,3 8 0 0,-2-5 0 16,-1 2 0-16,-1-5 0 0,-1 2 0 0,-2-1 0 15,1-1 0-15,-2 1 0 0,-2 2 0 0,1-2 0 16,-2 4 0-16,0 1 0 0,-2 1 0 0,1 1 0 16,-3 3 0-16,2 3 0 0,0 3 0 0,-3 1 0 0,0 1 0 15,0 3 0-15,-2 3 0 0,2 1 0 0,1 3 0 16,1 0 0-16,3 2 0 0,2 2 0 16,1 1 0-16,2 0 0 0,3 0 0 0,3-1 0 15,2 3 0-15,3-4 0 0,3 3 0 0,2-1 0 0,4 0 0 16,5-1 0-16,0-1-84 0,7 4-42 0,0-7-22 15,4 0-29-15,4-2-10 0,1-1-5 0,1-1 1 16,1-3 0-16,-3-1 9 0,1-1 24 0,0-1 23 16,0-1 30-16,-1-3 13 0,-1 1 15 0,-1-2-6 15,0-3 26-15,2-1-1 0,-2-4 14 0,-1 1 5 16,1-2 7-16,-2-2 10 0,0-1 8 0,-3-1-11 16,-2 0 22-16,0 0-11 0,-2-3 20 0,-4 5-1 15,-1 0 45-15,-1-2-9 0,-1 2 43 0,-3 2-5 16,0 0 55-16,-1 1-40 0,-2 2 33 0,-2 0-43 15,0 1 34-15,-3 9-53 0,0-14 38 0,0 14-47 16,-7-9 45-16,7 9-31 0,-12-5 38 0,12 5-46 16,-19 2 37-16,19-2-58 0,-21 5 36 0,11-1-50 15,-1 1 1-15,0 2-8 0,1 2 6 0,2 0-12 16,0 0 4-16,3 0-5 0,1 1-1 0,2 0-2 16,2-10-2-16,1 21-2 0,3-10-3 0,2 2-1 15,2-2-4-15,1 0-1 0,3 0-29 0,2-1-27 0,1 1-51 16,2-2-29-16,0 1-7 0,1-2 0 15,1-2-12-15,-3 1 21 0,1-3 24 0,0 1 19 0,-1-2 19 16,-2-2 15-16,1 0 10 0,-2-1 13 0,1-2 0 16,0-1 8-16,1-4 12 0,-2 0 0 0,-1 0 34 15,3-6-28-15,-3 0 33 0,1-3-21 0,-2 1 49 16,-2-2-15-16,1-1 75 0,-2 1-24 16,-2 2 57-16,0 1-26 0,-1-1 73 0,1 1-30 0,-3 4 74 15,1-1-74-15,-1 0 70 0,0 3-111 0,-3 8-24 16,4-15-27-16,-4 15-16 0,4-9-8 0,-4 9-14 15,0 0-6-15,0 0 3 0,0 0 2 0,0 0-15 16,9 7 0-16,-9-7 0 0,3 14-7 0,-3-14-4 16,4 18 0-16,-1-7 8 0,-1 0-9 0,1 1 0 15,0 0 2-15,0-1-7 0,0 1 6 0,-1 0-9 0,3-1 5 16,-3-1-16-16,1 1 2 0,0-3-30 16,-3-8-22-16,4 17-11 0,-4-17 6 0,4 12 12 15,-4-12 14-15,4 11 7 0,-4-11 10 0,0 0-6 16,8 6-1-16,-8-6 4 0,0 0 6 0,11-6 5 0,-11 6 2 15,11-12 5-15,-5 4 4 0,2-2 40 16,-1-1-47-16,0-1 49 0,-1 0-49 0,2 2 48 16,-3-1-48-16,1 1 48 0,-2 1-34 0,1-1 75 0,-1 3-56 15,-4 7 56-15,8-12-70 0,-8 12 62 0,7-9-77 16,-7 9 57-16,0 0-62 0,10-3 72 0,-10 3-62 16,8 5 10-16,-8-5 9 0,8 8 6 0,-8-8-4 15,8 15-7-15,-4-6 10 0,0 0-5 0,0 1-2 16,1-1 1-16,-1 1-2 0,-1 0-10 0,-1 1 5 15,1-2-1-15,-3-9 0 0,5 18 3 0,-5-18-5 16,5 17-1-16,-5-17 4 0,3 14-8 0,-3-14 6 16,2 11-3-16,-2-11 4 0,0 0 0 0,5 13 5 15,-5-13-11-15,0 0 4 0,0 0-21 0,0 0-15 16,9 3-4-16,-9-3-1 0,6-7-11 0,-6 7-16 16,9-12 2-16,-2 4-5 0,-1-1 8 0,1-2 12 15,1 1 43-15,-1-2-36 0,1 2 50 0,0-1-39 16,-1 1 42-16,0 0-38 0,0 3 43 0,-1-1-37 0,-1 1 38 15,-5 7-39-15,9-10 37 0,-9 10-39 0,9-10 41 16,-9 10-36-16,0 0 39 0,12-2-29 16,-12 2 40-16,0 0-37 0,12 8 50 0,-12-8-41 0,9 11 8 15,-2-4-3-15,-7-7 2 0,9 14 0 0,-3-6 2 16,2 0-2-16,1 0-1 0,1 1-1 16,2-2-3-16,0 2 3 0,3-1-1 0,-2-1-4 0,4 0 2 15,-2 0-1-15,3-1 0 0,-1-2 5 0,1 0-7 16,0-1-1-16,0-1 1 0,-1 0 2 0,-1-2 1 15,1-1 2-15,-1-2-1 0,1 1 2 0,-2-3-2 16,0-1 0-16,-1-2 44 0,-1 0-55 0,0-2 45 16,-2-1-47-16,0-2 47 0,-2 1-50 0,-2-1 46 15,-1-1-51-15,-2 2 56 0,0 1-54 0,-2-1 48 16,-2 12-53-16,-1-21 52 0,1 21-57 0,-8-17 54 16,8 17-55-16,-12-14 59 0,4 9-56 0,-2 2 63 15,10 3-46-15,-21-5 65 0,21 5-58 0,-23 3 64 16,11 0-60-16,-1 2 76 0,1 1-78 0,-1 1 0 0,2 0 5 15,0 4-4-15,1-3-1 0,1 3 3 0,1-1-4 16,0 1 1-16,2 1 1 0,1 0-2 16,2-1-2-16,0-1 6 0,3-10-8 0,-2 22 1 15,2-22-11-15,3 19 12 0,-3-19-11 0,7 18-28 0,-3-9-12 16,-4-9-23-16,13 13 0 0,-6-7-2 16,1-2 10-16,-8-4-7 0,17 6 22 0,-17-6 13 15,20 3 9-15,-20-3 7 0,21-2 2 0,-10-2 8 0,1 0 2 16,0-2 1-16,1-3 41 0,-2 0-43 0,1-3 38 15,1-1-36-15,-1-2 34 0,0 0-42 0,-2 0 49 16,-2 1-45-16,0 1 46 0,0-2-41 0,-1 3 49 16,-2-1-27-16,-2 3 57 0,2 0-50 0,-2 1 61 15,-3 9-57-15,8-16 43 0,-8 16-68 0,4-11 48 16,-4 11-58-16,0 0 48 0,4-9-57 0,-4 9 56 16,0 0-55-16,0 0 54 0,0 0-57 0,3 11 60 15,-3-11-63-15,1 12 65 0,-1-12-69 0,2 17 59 16,-2-17-59-16,3 19 6 0,-1-8 3 0,1 0 1 15,2 0 7-15,-2-1 0 0,-1 1-1 0,2-2-6 0,0-1-12 16,-1 1-11-16,1 0-3 0,1-2 5 0,-5-7-14 16,9 14-1-16,-9-14 6 0,9 9 6 15,-9-9 9-15,9 6 11 0,-9-6 1 0,0 0 4 0,14 2 2 16,-14-2 5-16,10-5 2 0,-10 5 1 16,10-9 36-16,-3 1-39 0,-1-1 38 0,0-1-42 15,1-2 35-15,-2-1-35 0,2 1 35 0,-2-1-37 16,1 1 39-16,-1 1-31 0,-1 0 28 0,0 2-34 0,-4 9 57 15,8-16-53-15,-8 16 37 0,5-13-46 0,-5 13 40 16,0 0-41-16,7-8 45 0,-7 8-44 0,0 0 41 16,8 7-34-16,-8-7 40 0,5 9-36 0,-5-9 43 15,6 16-47-15,-6-16 8 0,4 18-1 0,-2-7 2 16,1-1 1-16,-3-10-3 0,2 19 4 0,-2-19 1 16,2 19 0-16,-2-19 0 0,2 16 1 0,-2-16-1 15,2 14 1-15,-2-14 3 0,2 11 4 0,-2-11 3 16,0 0 0-16,3 12 4 0,-3-12-5 0,0 0-3 15,9 6 2-15,-9-6-3 0,0 0 0 0,11-3 0 16,-11 3 1-16,11-8-6 0,-3 1 2 0,0 0 52 0,1-2-65 16,2-1 42-16,-1 0-47 0,1 0 44 15,0 0-49-15,-1-1 53 0,0 2-58 0,-1 0 48 16,-1 2-45-16,-1 1 39 0,-1 0-44 0,-6 6 44 16,12-7-42-16,-12 7 36 0,10-3-33 0,-10 3 48 15,0 0-45-15,15 4 41 0,-15-4-40 0,10 6 48 16,-10-6-53-16,8 11 45 0,-8-11-44 0,10 14 44 0,-10-14-44 15,11 15 27-15,-4-8-85 0,0 0-78 0,3 3-157 16,2-3-72-16,1 1-138 0,1-1-94 0,-1-1-89 16,2 0-815-16,0-1-1155 0</inkml:trace>
  <inkml:trace contextRef="#ctx0" brushRef="#br0" timeOffset="186203.9289">21787 10903 296 0,'5'-22'825'16,"-2"1"-104"-16,1 4 21 0,-1-1-63 0,0 2-55 16,0 2-40-16,-1-2-55 0,0 5-49 0,1 0-69 15,-3 11-78-15,3-14-67 0,-3 14-28 0,6-9-4 16,-6 9 19-16,0 0-25 0,0 0 0 0,9 10-59 16,-9-10 28-16,5 20-43 0,-3-6-154 0,0 2 0 15,0 4 0-15,1 1 0 0,-1 3 0 0,1 1 0 16,0 2 0-16,-1-1 0 0,2 5 0 0,0 0 0 15,1-2 0-15,-1 0 0 0,0-4 0 0,2 0 0 0,-2 0 0 16,-1-1 0-16,1-4 0 0,-1 0 0 0,-1-2 0 16,0-1 0-16,0-2 0 0,0-2 0 15,-1-1 0-15,1-1 0 0,-2-11 0 0,2 18 0 0,-2-18 0 16,2 14 0-16,-2-14 0 0,0 0 0 0,0 0 0 16,-3 9 0-16,3-9 0 0,0 0 0 0,-6-6 0 15,6 6 0-15,-7-14 0 0,3 5 0 0,-1-1 0 16,1-2 0-16,-3 1 0 0,2-2 0 0,-1 2 0 15,0 0 0-15,0 1 0 0,-2 1 0 0,0-1 0 16,-3 3 0-16,-1 0 0 0,1 2 0 0,-2 3 0 16,-2 1 0-16,0 2 0 0,-4 1 0 0,-1 2 0 15,0 3 0-15,-1 0 0 0,1 3 0 0,3-1 0 16,-1 2 0-16,3 2 0 0,2-1 0 0,2-1 0 16,3-1 0-16,0 2 0 0,5-1 0 0,1 0 0 15,2-11 0-15,4 20 0 0,4-9 0 0,1-2 0 16,3-1 0-16,5-1 0 0,0-1 0 0,5-1-219 15,-1-2-257-15,1-2-91 0,0 1-137 0,1-2-141 0,4 0-856 16,0-3-1377-16</inkml:trace>
  <inkml:trace contextRef="#ctx0" brushRef="#br0" timeOffset="188305.0445">22579 10978 640 0,'-8'-41'566'0,"-3"3"-24"0,0 1-1 16,1 0-9-16,-2 1-81 0,2 6 35 0,1 2-43 0,1 1 17 15,0 5 8-15,0 3-89 0,3 2-22 0,0 2-106 16,0 2-21-16,1 4-86 0,4 9 13 0,-5-8 11 16,5 8 83-16,0 0-56 0,3 17-5 0,2-3-27 15,1 5 4-15,2 10-18 0,0 2-17 0,3 8-3 16,-1 3-129-16,-1 0 0 0,1 4 0 0,-1 0 0 15,-1 3 0-15,0 0 0 0,2 0 0 0,-3 0 0 16,1 2 0-16,-1 0 0 0,1-2 0 0,-2 0 0 0,1-1 0 16,1-2 0-16,-1-2 0 0,-1-1 0 15,-1-9 0-15,-1-1 0 0,1-2 0 0,-2-6 0 16,-1-2 0-16,0-4 0 0,1-1 0 0,-2-3 0 16,1-2 0-16,-1-2 0 0,-1-11 0 0,0 15 0 0,0-15 0 15,0 0 0-15,0 0 0 0,0 0 0 16,0 0 0-16,-9-10 0 0,7-2 0 0,1-5 0 0,0-1 0 15,1-3 0-15,2-5-133 0,-1-7 23 0,5-2 1 16,2-2 13-16,0-4 40 0,1 1-30 0,2-1 57 16,0 0-37-16,3 2 48 0,-1 3-33 0,2 0 44 15,2 4-32-15,-3 6 38 0,2 3-37 0,-1 3 42 16,1 3-36-16,-1 3 39 0,2 4-36 0,1 1 38 16,-3 3-35-16,2 4 41 0,-3 2-40 0,3 2 37 15,-2 1-36-15,-1 4 42 0,-1 1-41 0,-2 0 41 16,-1 3-40-16,-3 1 43 0,-2 1-40 0,-2-2 37 15,-1 3-35-15,-3-1 4 0,-1 1 1 0,-3 0 6 16,-1 1-4-16,-4-2-11 0,-1 2-16 0,-3-2-21 16,-2 0-28-16,0-1-24 0,-2-2-10 0,-1-1 6 15,1 0 5-15,0-3 2 0,2-2 20 0,0 2 19 16,1-3 12-16,1-2 11 0,3 1 5 0,11-2 10 0,-22 0 1 16,22 0 0-16,-16-2 8 0,16 2 14 0,-13-4-15 15,13 4 18-15,0 0-27 0,-7-6 32 16,7 6-21-16,0 0 25 0,0 0-19 0,8-4 14 15,-8 4-11-15,13-2-6 0,-13 2 8 0,18 0 6 0,-18 0-1 16,25 1-1-16,-10 0 5 0,3-1-9 0,1 1 11 16,2-1-9-16,1 1 6 0,5 0-1 15,1 0 2-15,0-1 0 0,1 0-5 0,0 0 4 0,-1 0 4 16,-1-1 15-16,-2-1-22 0,1 1 25 0,-2-3-23 16,-3 2 17-16,-2-3-20 0,-1-1 27 0,-2 1-24 15,0-2 24-15,-3-1-26 0,0-1 20 0,-4 1-21 16,0-1 35-16,-2 0-35 0,-3 0 39 0,-4 9-25 15,5-15 45-15,-5 15-37 0,0-15 46 0,0 15-47 16,-5-13 41-16,5 13-33 0,-12-11 33 0,12 11-40 0,-14-7 66 16,14 7-48-16,-17-3 32 0,17 3-33 15,-19 3 44-15,7 0-45 0,2 0 41 0,0 4-38 16,0-2 28-16,1 1-43 0,1 1 31 0,1 2-42 16,1-1 0-16,0 1-3 0,2 1-3 0,2-2 0 15,2-8-4-15,-1 20 3 0,3-10 0 0,1 0 1 16,3-1-7-16,2 1-4 0,1-1-18 0,0 0-23 15,2-1-12-15,1-1-17 0,-1 0 7 0,-1-1 8 0,0-3 23 16,-1 2-10-16,-9-5 13 0,16 5 5 0,-16-5 6 16,15 1 0-16,-15-1 6 0,13-4 5 15,-13 4 0-15,12-11 7 0,-7 3 30 0,0 0-36 0,-1-1 36 16,1-2-33-16,-1 0 28 0,-1 0-35 0,1-1 36 16,-1 1-35-16,-1-1 42 0,1 3-39 0,-3 9 44 15,4-20-22-15,-4 20 58 0,2-15-39 0,-2 15 31 16,4-13-49-16,-4 13 31 0,0 0-43 0,3-11 35 15,-3 11-40-15,0 0 36 0,0 0-40 0,0 0 47 16,0 0-46-16,0 0 35 0,4 13-41 0,-4-13 41 16,4 11-39-16,-4-11 38 0,7 13-39 0,-7-13 40 15,10 15-35-15,-2-7 31 0,0 0-32 0,1-2-2 16,3 2 6-16,0-2 0 0,1 2 0 0,3-3 5 16,-2 0 0-16,4-1 0 0,-1 0 0 0,-1 0-1 15,3-2 6-15,-2-1-9 0,0-1 6 0,1 0 0 16,0-1 3-16,-1-1-1 0,-1-3 1 0,0-1-3 15,-1 0 36-15,2-4-45 0,-5 1 38 0,1 0-40 16,-2-1 42-16,-1-1-41 0,-2 0 40 0,0 1-42 0,-3 0 40 16,-1 1-38-16,-4 9 33 0,3-16-38 0,-3 16 35 15,-3-12-38-15,3 12 39 0,-10-9-39 16,10 9 42-16,-15-4-44 0,15 4 41 0,-21 3-38 16,11-2 40-16,0 2-36 0,-2 3 34 0,2-2-36 0,0 4 40 15,0-1-41-15,3 0 37 0,0 1-38 0,2 0 39 16,1 0-36-16,4-8 32 0,-4 15-33 0,4-15 2 15,2 14 0-15,-2-14 7 0,6 15 0 0,-6-15 2 16,10 11-6-16,-10-11 8 0,14 10 0 0,-14-10 2 16,12 4-2-16,-12-4 5 0,13 3-2 0,-13-3-5 15,13-3 8-15,-13 3-4 0,12-7 4 0,-5 1 31 16,0-2-38-16,-1 1 32 0,1-4-32 0,0 0 27 16,1 1-33-16,-3-2 38 0,1 2-14 0,-1 1 46 15,0 0-37-15,0 1 37 0,-5 8-47 0,9-14 22 16,-9 14-43-16,6-7 38 0,-6 7-42 0,0 0 38 15,11 4-29-15,-11-4 59 0,7 15-27 0,-2-5 4 16,-2 5 9-16,1 1 13 0,-2 3 2 0,1 4-5 16,-2 3-3-16,0 1-4 0,0 7-8 0,0 0 3 15,0 1-8-15,-2 1-6 0,1 1 2 0,-2-1-12 16,-1 0-4-16,-2-1-1 0,-1-1-2 0,-3-2 0 16,0-1-2-16,-2-4 10 0,0 1-10 0,-2-4-1 15,-2-3-1-15,0-2-1 0,0-4 2 0,0-2 0 0,-2-1 1 16,3-6-13-16,-1-1-11 0,2-2-13 0,2-3 56 15,11 0-84-15,-21-4 33 0,14-2-65 0,1-1 16 16,2-2-51-16,3-2 33 0,4-6-53 0,2 1 33 16,3-6-56-16,5-3 38 0,4-6-40 0,3 0 15 15,0-1 22-15,2 0 27 0,0 0 19 0,-2 3 21 16,1-1 14-16,0 0 9 0,-2 1 9 16,-3 5 28-16,0-1-20 0,-1 1 27 0,-3 0-23 0,1 0 42 15,-2 1-24-15,-2 3 59 0,0 1-14 0,-2 0 46 16,-2 2-20-16,0 1 37 0,-1 2-31 0,0 1 88 15,-1 1-21-15,1 2 37 0,-2 0-60 0,-2 10 20 16,5-17-69-16,-5 17 29 0,4-12-68 0,-4 12 34 16,2-11-58-16,-2 11 39 0,0 0-45 0,0 0 37 15,0 0-44-15,0 0 51 0,0 0-64 0,8 10 44 16,-8-10-43-16,3 13 49 0,-3-13-53 0,5 17 44 16,-2-8-49-16,-1 1-55 0,0 1-91 0,1 0-66 15,0 1-68-15,0-1-79 0,0 0-142 0,1-1-90 16,-1 0-113-16,1 0-696 0,-1-1-1038 0</inkml:trace>
  <inkml:trace contextRef="#ctx0" brushRef="#br0" timeOffset="188504.8431">23969 11078 736 0,'-5'-18'843'0,"1"1"-140"0,0 2-27 0,1-1 0 16,-1 1-7-16,1 0-127 0,-2 3-51 15,4 1-112-15,-2 1-36 0,1 0-107 0,2 10-21 0,-4-15-82 16,4 15 5-16,0 0-61 0,-3-12 15 0,3 12-65 16,0 0-35-16,0 0-95 0,0 0-49 0,-3 14-95 15,3-14-87-15,0 17-69 0,0-17-74 0,1 22-20 16,0-9-56-16,0 0-106 0,1 0-450 0,0 2-724 16</inkml:trace>
  <inkml:trace contextRef="#ctx0" brushRef="#br0" timeOffset="189345.9715">24067 11232 54 0,'0'0'856'16,"0"0"-137"-16,0 0-50 0,10-4-87 0,-10 4-43 15,0 0-30-15,0 0 2 0,5-9-99 0,-5 9-19 16,0 0-108-16,0 0-21 0,0 0-89 0,0 0-1 16,4-8-72-16,-4 8 11 0,0 0-58 0,0 0 24 0,0 0-50 15,0 0 31-15,8 9-49 0,-8-9 30 16,6 9-43-16,-6-9 37 0,5 10-42 0,-5-10 36 0,6 10-42 15,-6-10 38-15,7 11-35 0,-7-11 30 0,6 10-53 16,-6-10 19-16,5 8-47 0,-5-8 28 16,7 9-38-16,-7-9 35 0,7 6-34 0,-7-6 40 15,0 0-26-15,11 4 31 0,-11-4-25 0,0 0 32 0,17-2-24 16,-17 2 35-16,13-6-24 0,-13 6 28 0,16-8-20 16,-9 1 31-16,1 2-24 0,-2-2 36 0,2 1-35 15,-2 0 33-15,-6 6-22 0,13-13 43 0,-13 13-30 16,11-11 48-16,-11 11-25 0,9-9 39 0,-9 9-44 15,8-9 33-15,-8 9-42 0,6-7 30 0,-6 7-52 16,0 0 44-16,10-7-48 0,-10 7 33 0,0 0-46 16,10-2 44-16,-10 2-37 0,0 0 37 0,14 2-37 15,-14-2 36-15,11 3-34 0,-11-3 33 0,12 6-38 16,-12-6 37-16,14 6-36 0,-14-6 39 0,17 7-39 16,-17-7 35-16,18 6-38 0,-18-6 39 0,14 6-34 15,-14-6 40-15,15 3-39 0,-15-3 41 0,13 1-42 16,-13-1 36-16,13 0-39 0,-13 0 40 0,10-2-32 15,-10 2 38-15,10-5-45 0,-10 5 40 0,9-7-38 16,-9 7 34-16,5-9-36 0,-5 9 45 0,3-9-39 16,-3 9 37-16,0 0-40 0,1-13 36 0,-1 13-44 0,0 0 47 15,-4-9-43-15,4 9 40 0,0 0-40 16,-11-2 38-16,11 2-37 0,-10 4 40 0,10-4-39 16,-9 7 37-16,9-7-37 0,-10 7 39 0,10-7-39 0,-7 12 38 15,7-12-38-15,-6 13 38 0,6-13-43 0,-5 13 41 16,5-13-32-16,-2 13 31 0,2-13-34 15,1 12 33-15,-1-12-35 0,4 12 41 0,-4-12-40 16,8 9 42-16,-2-3-37 0,3 0 7 0,-9-6 13 0,17 8 52 16,-7-3-37-16,1-2 8 0,0 0 17 15,0 0 19-15,-1 2 5 0,-10-5-5 0,17 4-8 0,-17-4-11 16,13 4-9-16,-13-4-9 0,11 6 0 0,-11-6 3 16,10 11 29-16,-5-4-7 0,-5-7-2 0,2 20-9 15,-3-7-10-15,-3 2 3 0,-2 4-2 0,-4 2-13 16,-3 6 4-16,-5 3-12 0,-2 2 60 0,-3 3-79 15,-2 0 67-15,-2-1-76 0,-5 7 71 0,2-9-75 16,0 2 67-16,-2-3-72 0,-1-3 5 0,-1 0 3 16,-2-3 4-16,2-2 5 0,-2 1 22 0,2-5 26 15,1-2 26-15,4-4 16 0,4-2-80 0,1-3-6 0,2-4 0 16,3 0 0-16,4-4 0 0,2-1 0 16,1-4 0-16,4-1 0 0,3-3 0 0,5 9 0 15,4-23 0-15,8 7 0 0,8-6 0 0,9-2 0 0,8-2 0 16,12-3 0-16,3 1 0 0,5 2 0 0,0 0 0 15,0 3 0-15,0 2 0 0,-10 3 0 16,-2 4 0-16,-4-1-389 0,-3 3-306 0,-10 2-190 0,-5 2-1075 16,-9 1-1701-16</inkml:trace>
  <inkml:trace contextRef="#ctx0" brushRef="#br0" timeOffset="191557.1213">19019 12272 476 0,'-4'-15'829'0,"1"-1"-97"15,-1 2-102-15,1-3-15 0,0 1-62 16,1 0 29-16,-1 0-125 0,-1 0 0 0,1 0-59 16,-1 1 53-16,1 4-107 0,2 0-56 0,-1 1-52 0,2 10-51 15,-4-17-42-15,4 17-30 0,-4-10-18 0,4 10 11 16,0 0 6-16,0 0-4 0,0 0 22 0,-3 14-57 15,5-3 5-15,0 3-78 0,2 3 0 0,1 4 0 16,2 4 0-16,0 2 0 0,2 3 0 0,1 1 0 16,2 4 0-16,1 0 0 0,1 0 0 0,0-1 0 15,1-1 0-15,0-1 0 0,-1-5 0 0,0-2 0 16,-1-1 0-16,3-3 0 0,-5-2 0 0,2-2 0 16,-2-3 0-16,-2-2 0 0,1-1 0 0,-2-3 0 15,0-3 0-15,-8-5 0 0,16 6 0 0,-16-6 0 16,17-2 0-16,-9-2 0 0,1-3 0 0,-2-4 0 15,0-1 0-15,2-4 0 0,-3-3 0 0,-1-2 0 16,0-3 0-16,-1-1 0 0,-1-1 0 0,2-5 0 16,-3 0 0-16,0 4 0 0,-1-1 0 0,1 1 0 0,-2 2 0 15,2 2 0-15,-2 4 0 0,2-1 0 16,-2 5 0-16,0 1 0 0,1 4-30 0,-1 10-262 16,-1-17-2-16,1 17-31 0,0 0-23 0,-3-8-39 0,3 8-68 15,0 0-56-15,-4 10-42 0,4-10-97 0,-2 18-137 16,2-7-327-16,1 3-730 0</inkml:trace>
  <inkml:trace contextRef="#ctx0" brushRef="#br0" timeOffset="191772.8972">19521 12523 831 0,'11'-5'833'0,"-11"5"-84"15,0 0-50-15,0-14 30 0,0 14-89 0,0 0-100 16,-1-15-64-16,1 15-53 0,0 0-55 0,-4-12-78 15,4 12-57-15,0 0-52 0,0 0-30 0,-4-9-34 16,4 9-23-16,0 0-17 0,0 0-11 0,-4 10-20 16,4-10-7-16,1 11-4 0,-1-11-11 0,2 14-15 15,-2-14-27-15,6 19-67 0,-3-8-49 0,1-3-131 16,1 3-89-16,2-2-78 0,-1 2-126 0,1 0-69 0,-1-3-125 16,1 1-655-16,-1 0-1010 0</inkml:trace>
  <inkml:trace contextRef="#ctx0" brushRef="#br0" timeOffset="191972.9205">19566 12341 1057 0,'-3'-22'871'16,"0"0"-109"-16,1 0-95 0,-1 3-21 0,1 2-77 15,0-1-70-15,0 1-98 0,1 2-76 0,0 3-64 16,0 0-57-16,1 12-50 0,-1-18-33 0,1 18-30 15,2-12-52-15,-2 12-37 0,0 0-90 0,0 0-90 16,11-2-76-16,-11 2-107 0,10 11-106 0,-3-2-45 16,-1 3-68-16,1 0-120 0,-1 1-404 0,0 3-720 15</inkml:trace>
  <inkml:trace contextRef="#ctx0" brushRef="#br0" timeOffset="192956.02">19675 12443 557 0,'0'0'776'0,"7"-7"-110"15,-7 7-2-15,6-7-50 0,-6 7-15 0,8-10-38 16,-8 10-131-16,6-11 13 0,-6 11-54 16,7-11-47-16,-7 11-56 0,6-8-63 0,-6 8-45 15,7-6-46-15,-7 6-20 0,0 0-15 0,14-2-13 0,-14 2-7 16,13 8 25-16,-5-3-61 0,-1 1 37 0,1 2-62 16,0 2 40-16,2 1-56 0,-2 1 44 0,0 0-52 15,-1 1 44-15,2 0-49 0,-2-1 45 0,-1 2-50 16,-1-1 43-16,0-3-50 0,0 1 30 0,-3-1-51 15,-2-10 37-15,4 17-45 0,-4-17 36 0,1 16-34 16,-1-16 48-16,0 11-33 0,0-11 43 0,0 0-41 16,-5 9 41-16,5-9-37 0,0 0 46 0,-10-5-45 15,10 5 39-15,-6-11-34 0,6 11 31 0,-2-20-46 16,4 10 32-16,0-6-58 0,3-2 3 16,3-1-45-16,1-2 27 0,3-3-53 0,3-1-7 0,1 0-5 15,4-5 10-15,1 3 26 0,-1-2 13 0,-3 7 16 16,0-1 10-16,0-1 14 0,-1 2 11 0,-1 0 19 15,-2 2-6-15,-1 0 16 0,-2 1-1 0,-1 2 12 16,0-2-11-16,-3 4 15 0,-2-1-10 0,0-1 48 16,0 2 5-16,-2 0 48 0,-1 1-20 0,-1 2 87 15,0-1-44-15,-1 2 22 0,1 11-16 0,-1-21 48 0,1 21-63 16,-2-15 12-16,2 15-59 0,-4-9 101 16,4 9-51-16,0 0 146 0,0 0-102 0,-9 9 28 15,9-9 3-15,-4 18-6 0,3-4-163 0,0 1-12 16,1 2 0-16,0 2 0 0,1 1 0 0,1 5 0 0,0 0 0 15,1 2 0-15,0 3 0 0,1 1 0 0,0 0 0 16,0 0 0-16,-1-1 0 0,2 1 0 0,-3-4 0 16,1-2 0-16,-1 0 0 0,1 0 0 0,0-1 0 15,-1-2 0-15,0-3 0 0,0-1 0 0,0-2 0 16,1-1-63-16,-2-4-39 0,1 1-18 0,1-1 65 16,-3-11-25-16,4 15 56 0,-4-15-32 0,0 0 48 15,4 10-40-15,-4-10 59 0,0 0-49 0,5-8 54 16,-5 8-37-16,1-15 62 0,-1 15-45 0,2-19 79 15,-2 8-34-15,1-2-23 0,0 0 5 0,0 0 4 0,1-1 7 16,1-3-7-16,-1 5 5 0,1-1-12 16,2 0-7-16,0 0-2 0,1 4-4 0,-1-1-3 15,4 1 4-15,-1 2-10 0,1 0-1 0,1 3 1 16,1 1 2-16,0 1-2 0,-11 2 1 0,22-2 2 0,-22 2 13 16,19 0-18-16,-19 0-3 0,20 4 3 15,-12 1 2-15,-8-5-1 0,15 10 20 0,-8-4-7 16,-2 0 14-16,-5-6 41 0,9 16 45 0,-9-16-110 0,8 16 0 15,-8-16 0-15,4 18 0 0,-4-18 0 0,3 21 0 16,-3-21 0-16,3 19 0 0,-3-19 0 0,3 20 0 16,-1-11 0-16,1 1 0 0,1-1 0 15,1 1 0-15,0-2 0 0,1 1 0 0,1-2 0 0,0 0 0 16,2-1 0-16,-1-1 0 0,-8-5 0 0,18 7 0 16,-18-7 0-16,16 1 0 0,-16-1 0 15,20-6 0-15,-11 2 0 0,1-4 0 0,1-1 0 0,-1-2 0 16,0-2 0-16,0 1 0 0,-1-1 0 0,-2 1 0 15,0 0 0-15,1 2 0 0,-3 1 0 0,0 1 0 16,-5 8 0-16,8-14 0 0,-8 14 0 0,6-10 0 16,-6 10 0-16,0 0 0 0,0 0 0 0,0 0 0 15,0 0 0-15,0 0 0 0,11 8 0 0,-11-8 0 16,3 13 0-16,-3-13 0 0,4 18 0 0,-1-8 0 0,1 0 0 16,1 0 0-16,2 2 0 0,1 0 0 0,1-2 0 15,4 1 0-15,1 0 0 0,3-1 0 0,0 0 0 16,0-1 0-16,1-1-514 0,-2-2-105 0,0 1-95 15,1-1-49-15,-2 0-150 0,1-3-568 0,-3 0-1105 16</inkml:trace>
  <inkml:trace contextRef="#ctx0" brushRef="#br0" timeOffset="193674.5965">21032 12580 815 0,'8'-8'700'0,"-1"2"-36"16,0-1-48-16,0 1-32 0,-2-2 47 0,2 2-59 15,-1-3-16-15,0 1-70 0,0 1-30 0,-6 7-41 16,9-15 9-16,-5 6-78 0,-4 9 6 0,6-16-45 16,-6 16-40-16,4-14-267 0,-4 14 0 0,0-15 0 15,0 15 0-15,-4-13 0 0,4 13 0 0,-10-12 0 16,10 12 0-16,-16-9 0 0,6 6 0 0,-1 2 0 16,11 1 0-16,-26 0 0 0,13 3 0 0,-1 1 0 15,0 3 0-15,0-1 0 0,2 3 0 0,1 1 0 16,0 1 0-16,4 0 0 0,0 1 0 0,2 0 0 15,1 1 0-15,2-1 0 0,2-12 0 0,2 23 0 0,2-11 0 16,2-1 0-16,0 1 0 0,3-1 0 0,2-1 0 16,-1-1 0-16,2-1 0 0,0-1 0 0,1 0 0 15,0-2 0-15,-1-1 0 0,-2-1 0 0,1 0-81 16,-11-3 16-16,18 0 14 0,-18 0 11 0,19-4 9 16,-11-1 4-16,0-1 6 0,2-2 1 0,1-1 9 15,-3-2 2-15,2-3-2 0,-3 0 7 0,1 0 3 16,0 0-2-16,0 1 13 0,-2 1 20 0,1-1 4 15,-1 3 10-15,-2 0 2 0,2 2 3 0,-6 8-10 16,8-16-11-16,-8 16-10 0,6-10-6 0,-6 10 1 16,0 0 1-16,8-5 16 0,-8 5-22 0,0 0-8 15,9 7 0-15,-9-7 0 0,6 11 0 0,-6-11 0 16,9 16 0-16,-4-8 0 0,0 1 0 0,3 1 0 16,1 2 0-16,0-2 0 0,3 1 0 0,0 0 0 0,0-2 0 15,1 1 0-15,0-3 0 0,1 1 0 16,0-3 0-16,0 1 0 0,-1-1 0 0,0-2 0 15,0 0 0-15,0-3 0 0,-13 0 0 0,26-2 0 0,-14-2 0 16,1-1 0-16,-2-2 0 0,1-4 0 0,0-3 0 16,-1-5 0-16,2-4 0 0,-3-3 0 15,1-3 0-15,-1-7 0 0,-2-3 0 0,-1-1 0 0,0-4 0 16,-3 0 0-16,-1-1 0 0,-2-1 0 0,-2 0 0 16,-3 2 0-16,-3 1 0 0,2 3 0 0,-2 10 0 15,0 0 0-15,-1 4 0 0,0 5 0 0,-1 2 0 16,1 6 0-16,-4 2 0 0,3 6 0 0,0 2 0 15,9 3 0-15,-21 4 0 0,10 4 0 0,1 3 0 16,0 7 0-16,2 2 0 0,2 4 0 0,2 6 0 16,1 3 0-16,3 2 0 0,4 8 0 0,3 2 0 15,2 0 0-15,2 1 0 0,5 1 0 0,3 4 0 16,-1-7 0-16,1-2 0 0,-1-3 0 0,2-1 0 16,-1-1 0-16,-2-4 0 0,0-3 0 0,-4-5 0 15,0-2-15-15,-4-4-919 0,-2-1-132 0,-1-4-880 16,-4-2-1683-16</inkml:trace>
  <inkml:trace contextRef="#ctx0" brushRef="#br0" timeOffset="196609.6369">21973 12527 61 0,'0'0'656'15,"-5"-19"-125"-15,5 19-40 0,-6-18 76 0,4 9-41 16,2 9-28-16,-5-19-46 0,5 19-30 0,-5-18 5 16,5 18-22-16,-4-16 35 0,4 16-50 0,-4-14-26 15,4 14-48-15,-2-11-54 0,2 11-54 0,0 0-47 16,-3-12-30-16,3 12-7 0,0 0 30 0,0 0 11 16,0 0-18-16,0 0-16 0,4 17-6 0,-4-17-88 15,6 18-37-15,-4-8 0 0,2 1 0 0,-1 1 0 16,1 1 0-16,0 1 0 0,0 0 0 0,-1-2 0 15,2 2 0-15,0-1 0 0,-2-2 0 0,1-1 0 16,-1 0 0-16,0-2 0 0,-3-8 0 0,6 17 0 16,-6-17 0-16,3 13 0 0,-3-13 0 0,5 10 0 15,-5-10 0-15,0 0 0 0,4 10 0 0,-4-10 0 0,0 0 0 16,0 0 0-16,0 0 0 0,0 0 0 0,0 0 0 16,8-7 0-16,-8 7 0 0,3-13 0 15,0 3 0-15,-1 1 0 0,1-3 0 0,2 0 0 0,-1-1 0 16,0 0 0-16,1-1 0 0,0 0 0 0,1 2 0 15,1 0 0-15,-2 3 0 0,0-1 0 0,0 1 0 16,0 2 0-16,-5 7 0 0,13-11 0 0,-13 11 0 16,11-5 0-16,-11 5 0 0,12 1 0 0,-12-1 0 15,16 7 0-15,-8-2 0 0,0 2 0 0,2 2 0 16,-1-1 0-16,0 3 0 0,0 0 0 0,0 0 0 16,-1-1 0-16,0 2 0 0,1-1 0 0,-2-1 0 15,-1-1 0-15,0-1 0 0,-1 1 0 0,1-1 0 16,-6-8 0-16,9 13 0 0,-9-13 0 0,7 10 0 15,-7-10 0-15,6 8 0 0,-6-8 0 0,0 0 0 16,0 0 0-16,14 1 0 0,-14-1 0 0,7-7 0 16,-7 7 0-16,9-17 0 0,-3 7 0 0,0-2 0 15,0-1 0-15,0 0 0 0,0-2 0 0,1 3 0 0,-1-1 0 16,0 0 0-16,0 1 0 0,-1 3 0 16,0-1 0-16,1 2 0 0,-2 0 0 0,-4 8 0 0,7-13 0 15,-7 13 0-15,7-9 0 0,-7 9 0 0,6-7 0 16,-6 7 0-16,0 0 0 0,0 0 0 0,16 2 0 15,-16-2 0-15,9 9 0 0,-9-9 0 16,11 14 0-16,-5-6 0 0,1 0 0 0,1 2 0 0,1 0 0 16,-1 0 0-16,1 0 0 0,0 0 0 0,2 0 0 15,-1-1 0-15,-1 0 0 0,3-1 0 0,-1 0 0 16,2 0 0-16,-2-1 0 0,1-2 0 0,-1 0 0 16,0-1 0-16,-1 0 0 0,2-2 0 0,-12-2 0 15,21 3 0-15,-21-3 0 0,20-1 0 0,-10-2 0 16,0-1 0-16,-2-1 0 0,1-3 0 0,-1-1 0 15,-1-3 0-15,-1 0 0 0,-1-3 0 0,0 0 0 0,-2 1 0 16,0-2 0-16,0 4 0 0,-1-1 0 16,-1 2 0-16,0 0 0 0,-1 11 0 0,0-19 0 15,0 19 0-15,-2-16 0 0,2 16 0 0,-3-10 0 0,3 10 0 16,0 0 0-16,-13-3 0 0,13 3 0 0,-11 9 0 16,4-3 0-16,0 3 0 0,0 1 0 15,1 3 0-15,1-1 0 0,1 1 0 0,0 1 0 16,3 0 0-16,1-1 0 0,4 2 0 0,0 0 0 0,2 0 0 15,2-2 0-15,5 2 0 0,0-1 0 16,2-1 0-16,1-2 0 0,1-1 0 0,-1-1 0 0,0-2 0 16,0-1 0-16,0 0 0 0,-1-2 0 0,1-1 0 15,-4 0 0-15,0-3 0 0,-12 0 0 0,25-3 0 16,-13 2 0-16,-3-5 0 0,2 0 0 0,-1-3 0 16,-1-1 0-16,0-2 0 0,-2-1 0 0,1-1 0 15,-2-1 0-15,-1 0 0 0,1 0 0 0,-2 0 0 16,0 2 0-16,0-1 0 0,-1 3 0 0,-1-1 0 15,-2 12 0-15,4-18 0 0,-4 18 0 0,2-15 0 16,-2 15 0-16,3-11 0 0,-3 11 0 0,0 0 0 16,0 0 0-16,0 0 0 0,0 0 0 0,0 0 0 15,0 0 0-15,6 11 0 0,-6-11 0 0,3 14 0 16,-3-14 0-16,4 19 0 0,-4-19 0 0,5 20 0 0,-3-10 0 16,-2-10 0-16,5 19 0 0,-5-19 0 0,3 19 0 15,-3-19 0-15,4 15 0 0,-4-15 0 16,3 13 0-16,-3-13 0 0,3 10 0 0,-3-10 0 0,4 9 0 15,-4-9 0-15,0 0 0 0,11 6 0 0,-11-6 0 16,0 0 0-16,16-3 0 0,-16 3 0 16,15-9 0-16,-7 2 0 0,0-2 0 0,2 0 0 0,-1-1 0 15,0-2 0-15,-1 2 0 0,2 0 0 0,-2-1 0 16,0 1 0-16,0 3 0 0,-2-1 0 0,0 1 0 16,-6 7 0-16,10-11 0 0,-10 11 0 15,8-7 0-15,-8 7 0 0,0 0 0 0,12-2 0 0,-12 2 0 16,0 0 0-16,10 7 0 0,-10-7 0 0,8 9 0 15,-8-9 0-15,6 11 0 0,-6-11 0 0,7 14 0 16,-7-14 0-16,7 14 0 0,-7-14 0 0,7 14 0 16,-7-14 0-16,7 12 0 0,-7-12 0 0,4 11 0 15,-4-11 0-15,5 9 0 0,-5-9 0 0,0 0 0 16,5 12 0-16,-5-12 0 0,0 0 0 0,6 6 0 0,-6-6 0 16,0 0 0-16,0 0-8 0,0 0 2 0,13 0-85 15,-13 0 52-15,7-8-59 0,-7 8 54 0,8-10-37 16,-8 10 58-16,12-13-38 0,-7 6 52 0,0 0-35 15,1-1 46-15,0 1-43 0,-1 0 51 16,-5 7-41-16,12-12 43 0,-12 12-42 0,8-10 41 0,-8 10-48 16,7-7 54-16,-7 7-50 0,0 0 45 0,10-7-40 15,-10 7 44-15,0 0-42 0,0 0 40 0,12 5-36 16,-12-5 46-16,5 7-48 0,-5-7 48 0,5 11-37 16,-5-11 36-16,8 13-44 0,-8-13 46 0,7 13-45 15,-7-13 42-15,10 15-41 0,-4-9 44 0,1 2-49 16,0-3 48-16,0 2-45 0,1-2 47 0,2 1-47 15,-1-2 47-15,0 1-47 0,2-2 54 0,0 0-54 16,-11-3 46-16,22 3-45 0,-22-3 46 0,20 1-46 16,-20-1 45-16,22-4-48 0,-11 1 56 0,0-1-54 15,-1-2 52-15,-1 0-53 0,2 1 46 0,-1-4-48 16,-1 1 50-16,2 0-48 0,-1 0 40 0,-2 0-42 16,1 2 47-16,-1 0-45 0,0 1 44 0,0 0-50 0,3 1 51 15,-11 4-53-15,18-5 51 0,-18 5-53 0,20-1 49 16,-20 1-46-16,20 4 51 0,-11 1-49 15,0-3 45-15,-1 6-40 0,3 0 43 0,-3 1-43 0,-1-2 42 16,-1 3-42-16,0-2 49 0,-1 3-50 0,-1-3 46 16,-2 2-48-16,-2-10 51 0,3 17-47 0,-3-17 46 15,1 16-44-15,-1-16 54 0,-3 12-30 0,3-12 85 16,-6 12-68-16,6-12 72 0,-7 6-74 0,7-6-3 16,-13 3-2-16,13-3 1 0,-15-2-4 0,4-1 1 15,11 3-5-15,-19-7 14 0,10 3-9 0,1-1-6 16,0 1 0-16,1-2 2 0,7 6 0 0,-12-12-11 15,12 12-9-15,-9-15-32 0,9 15-42 0,-3-14-20 16,3 14-131-16,-2-17-59 0,2 17-81 0,4-14-62 16,-4 14-70-16,7-17-41 0,-7 17 0 0,10-11-70 15,-10 11-104-15,11-10-356 0,-11 10-694 0</inkml:trace>
  <inkml:trace contextRef="#ctx0" brushRef="#br0" timeOffset="197741.7872">23916 12464 197 0,'0'0'932'0,"4"-11"-200"15,-4 11-63-15,3-12-15 0,-3 12-19 0,4-14 41 16,-4 14-92-16,3-15-64 0,-3 15-55 0,4-13-60 0,-4 13-59 16,3-12-60-16,-3 12-59 0,4-9-44 0,-4 9-30 15,0 0 12-15,12-4-41 0,-12 4 26 0,12 5-62 16,-12-5-88-16,15 11 0 0,-7-4 0 0,0 3 0 16,1-1 0-16,-1 2 0 0,0 1 0 0,-1-1 0 15,0 0 0-15,0 0 0 0,-2 2 0 0,0-1 0 16,-1-1 0-16,0-1 0 0,-2 0 0 0,-2-10 0 15,4 18 0-15,-4-18 0 0,1 15 0 0,-1-15 0 16,0 14 0-16,0-14 0 0,-1 11 0 0,1-11 0 16,-3 10 0-16,3-10 0 0,0 0 0 0,-7 7 0 15,7-7 0-15,0 0 0 0,0 0 0 0,0 0 0 16,-9-7 0-16,9 7 0 0,1-13 0 0,-1 13 0 16,5-21 0-16,-2 9 0 0,3-1-22 0,-1-2-14 15,1 2-11-15,1 0 8 0,0-1 4 0,0 1 10 0,0 0 0 16,1 0 7-16,0 1-1 0,0-1 1 15,3 3 5-15,-2-1 6 0,1 1-3 0,1 1 0 16,-1 1 5-16,0 0-2 0,1 0-1 0,-1 3 4 0,-1-1 2 16,0 2-3-16,-1-1 1 0,-8 5 6 0,15-7-6 15,-15 7 2-15,14-5-5 0,-14 5 3 16,12-1-3-16,-12 1 6 0,0 0-4 0,17 1 3 16,-17-1 2-16,10 8 0 0,-10-8 1 0,8 9-3 0,-8-9 65 15,10 12-75-15,-10-12 64 0,6 13-66 0,-6-13 62 16,7 14-67-16,-7-14 67 0,6 15-71 15,-6-15 62-15,6 13-64 0,-6-13 61 0,6 12-64 0,-6-12 64 16,4 10-70-16,-4-10 76 0,0 0-70 0,5 13 68 16,-5-13-68-16,0 0 67 0,4 9-68 0,-4-9 69 15,0 0-65-15,0 0 67 0,4 11-73 0,-4-11 76 16,0 0-71-16,0 0 87 0,0 0-83 0,0 0 100 16,4 9-96-16,-4-9 20 0,0 0-6 0,0 0 6 15,0 0 6-15,0 0 5 0,0 0-5 0,0 0 3 16,0 0-8-16,0 0-3 0,0 0 0 0,0 0 0 15,0 0 0-15,0 0 0 0,0 0 0 0,0 0 0 16,0 0 0-16,4 8 0 0,-4-8 0 16,0 0 0-16,0 0 0 0,0 0 0 0,0 0 0 0,0 0 0 0,0 0 0 15,0 0 0-15,0 0 0 0,-1 11 0 0,1-11 0 16,0 0 0-16,-2 11 0 0,2-11 0 0,0 0 0 16,-1 14 0-16,1-14 0 0,0 0 0 0,0 14 0 15,0-14 0-15,0 0 0 0,1 12 0 0,-1-12 0 16,0 0 0-16,3 12 0 0,-3-12 0 15,0 0 0-15,5 7 0 0,-5-7 0 0,0 0 0 16,0 0 0-16,8 6 0 0,-8-6 0 0,0 0 0 0,13 0 0 16,-13 0 0-16,12-3 0 0,-12 3 0 0,15-6 0 15,-15 6 0-15,14-10 0 0,-8 4 0 0,0 0 0 16,1-2 0-16,1 0 0 0,-2-2 0 0,0 1 0 16,1-1 0-16,-2-1 0 0,-1 1 0 0,4 0 0 15,-4-1 0-15,0 3 0 0,-1-3 0 0,1 1 0 16,0 0 0-16,-4 10 0 0,5-18 0 0,-5 18 0 15,6-17 0-15,-6 17 0 0,4-15 0 0,-4 15 0 16,4-11 0-16,-4 11 0 0,2-8 0 0,-2 8 0 16,0 0 0-16,2-11 0 0,-2 11 0 0,0 0 0 15,0 0 0-15,0 0 0 0,0 0 0 0,7 8 0 16,-7-8 0-16,3 16 0 0,-3-16 0 0,2 21 0 16,1-7 0-16,-2 3 0 0,-1 1 0 0,-1 1 0 15,-1 1 0-15,-1 3 0 0,0 1 0 0,-2 1 0 0,1 4 0 16,-5 0 0-16,2 1 0 0,-1-1 0 15,0 2 0-15,0-1 0 0,-5 0 0 0,1 4 0 0,-2-1 0 16,-3-2 0-16,-1-2 0 0,-1 0 0 0,1-7 0 16,-2 0 0-16,0-2 0 0,-3-3 0 0,-2-1 0 15,0-2 0-15,0-4 0 0,0-1 0 0,2-4 0 16,-1-3 0-16,4-2 0 0,-1-1 0 0,3-3 0 16,3-1 0-16,3-4 0 0,6 1 0 0,4-5 0 15,6-1 0-15,9-4 0 0,12-5 0 0,7-2 0 16,14-5 0-16,6 2 0 0,3 0 0 0,2 3 0 15,-1 3 0-15,0 0 0 0,-10 7 0 0,-1 1 0 16,-3 2 0-16,-1 2 0 0,-10 2 0 0,-4 2 0 16,-5 1 0-16,-1 2-165 0,-3 0-597 0,-5 3-92 15,-13 0-223-15,16 0-609 0,-16 0-1360 0</inkml:trace>
  <inkml:trace contextRef="#ctx0" brushRef="#br0" timeOffset="198990.214">5207 13612 46 0,'-20'-1'154'0,"20"1"-31"0,-18 0-34 0,18 0-19 16,-19 0-17-16,19 0-8 0,-18 0-17 0,18 0-18 15,-22 1-20-15,22-1-16 0,-22 2-61 0,22-2-68 0,-21-2 38 16</inkml:trace>
  <inkml:trace contextRef="#ctx0" brushRef="#br0" timeOffset="201194.0738">4676 13574 91 0,'0'0'266'0,"-16"-6"-73"15,16 6-40-15,-15-7 3 0,15 7-18 0,-18-6-31 16,18 6-20-16,-16-6-13 0,16 6 24 0,-14-5 7 15,14 5 5-15,-13-5-1 0,13 5-9 0,-12-5 3 16,12 5 3-16,0 0-20 0,-12-4-11 0,12 4-11 16,0 0-8-16,-10-5-4 0,10 5-2 0,0 0-1 15,0 0 2-15,-11-4 1 0,11 4 4 0,0 0 35 16,0 0-45-16,0 0 35 0,0 0-44 0,0 0 29 16,0 0-42-16,0 0-13 0,0 0 35 0,0 0-29 15,0 0 29-15,0 0-11 0,9-5 13 0,-9 5 10 16,0 0-16-16,17 0-3 0,-17 0-10 0,18 0 0 15,-18 0-2-15,22 0 35 0,-22 0-10 0,25 0-13 0,-11 0-2 16,0 0-13-16,1 0-4 0,-1 2 0 16,1-2 6-16,-1 1-19 0,1-1 11 0,-3 1-17 15,-12-1-4-15,23 1 13 0,-23-1-14 0,18 1 13 0,-18-1-12 16,16 0 11-16,-16 0-8 0,13 3-5 0,-13-3 15 16,12 2-12-16,-12-2 14 0,0 0-14 0,12 6 12 15,-12-6-9-15,0 0 5 0,0 0-7 0,0 0 9 16,0 0-14-16,0 0 13 0,-3 11-13 0,3-11 13 15,-11 3-12-15,11-3 13 0,-19 6-14 0,8-4 10 16,-1 2-10-16,0-2 11 0,-2 2-8 0,-1-3 6 16,-1 4-12-16,1-3 13 0,-2 2-11 0,3-1 12 15,0 0-10-15,2 0 8 0,0 0-9 0,-1-1 14 16,1 1-13-16,0 0 14 0,1 1-15 0,1-2 9 16,10-2-5-16,-17 5 5 0,17-5-11 0,-13 3 13 15,13-3-10-15,-12 4 4 0,12-4-6 0,-9 4 18 16,9-4-17-16,0 0 17 0,-7 6-8 0,7-6 11 15,0 0-15-15,0 0 18 0,0 0-20 0,0 0 15 16,6 8-12-16,-6-8 13 0,0 0-14 0,18 3 22 16,-18-3 0-16,19 0 16 0,-5 0-1 0,0 0 7 15,5 0-15-15,-1-2 5 0,4 1-10 0,0 1 5 16,5-2-10-16,1-1 0 0,0 1-7 0,0-1 7 0,3 1-13 16,5-1 8-16,0-1-7 0,2 1 5 15,1 0-12-15,3 0 12 0,4 0-12 0,3-2 5 16,0 1-8-16,1 0 13 0,1 0-13 0,-2 1 8 15,2-2-6-15,-2 3 9 0,0-2-10 0,-1 1 10 0,-8 1-4 16,1 0 4-16,-3-1-10 0,1 1 13 0,-1 1-10 16,-3-2 7-16,-4 1-6 0,0 1 5 0,-1-1-12 15,0 0 9-15,0 0-9 0,-1 1 9 0,-1-1-9 16,-1 0 8-16,1 1-4 0,-1 0 0 0,-1-1 6 16,2 1-6-16,-1 1 7 0,1-1-8 0,-1 1 7 15,-1-1-6-15,1 1 9 0,-4 0-11 0,0 0 7 16,0 0-7-16,-1 0 11 0,-1 0-10 0,0 1 11 15,0-1-12-15,-3 1 8 0,1-1-9 0,-4 0 10 16,0 0-9-16,-1 1 5 0,-14-1-4 0,24 0 6 16,-24 0-9-16,20 0 10 0,-20 0-8 0,16 2 9 15,-16-2-11-15,16 0 12 0,-16 0-12 0,14 1 11 16,-14-1-10-16,14 1 12 0,-14-1-12 0,13 3 9 16,-13-3-8-16,14 2 4 0,-14-2-1 0,17 1 6 15,-17-1-10-15,22 3 12 0,-11-1-9 0,2-2 7 16,0 1-9-16,1 1 10 0,1-1-9 0,4 1 10 15,-2-1-12-15,2 0 10 0,0 0-8 0,2 0 4 16,0 1-4-16,0-2 10 0,1 1-11 0,0 0 7 16,0-1-8-16,-1 2 9 0,1-1-9 0,-1 0 10 15,-1 0-7-15,0 0 8 0,0-1-8 0,-1 0 6 16,1 1-7-16,-2-1 4 0,2 0-5 0,0 1 8 16,-1-1-8-16,2 0 8 0,1-1-7 0,0 1 6 0,5-1-10 15,2 1 17-15,0-1-13 0,3 0 7 0,5-1-8 16,2 0 10-16,1 2 4 0,2-2-18 0,8 0 0 15,1 0 6-15,0 1-7 0,2 0 10 0,1 0-3 16,1 0 6-16,-1 1-10 0,0 0 9 0,1 0-6 16,0 1 8-16,-3 0-6 0,1-1 7 0,0 1-12 15,-2 0 7-15,0 0-6 0,-1 0 10 0,-1 1-8 16,2-1 4-16,-1 0-5 0,-2 1 8 0,1 0-8 16,-8-1 10-16,2 0-10 0,-1 0 9 0,0 1-10 15,1 0 11-15,-2-1-10 0,-1 1 4 0,1 1-4 16,-2-2 11-16,-2 1-2 0,1-1-2 0,-1 1 1 15,0-1-4-15,-2 0-4 0,-4 1 7 0,0-1-1 16,-1 1 1-16,0-1-9 0,0-1 7 0,-1 2-10 16,0 1 4-16,0-3 0 0,-2 1 10 0,1 1-9 0,0 0 5 15,-1-1 5-15,0 0-10 0,-1 1 9 16,-3-1 0-16,-1 1-2 0,1-2 0 0,0 0-2 16,0 1 3-16,-2-1-1 0,2 0-4 0,-1 0 0 15,0 0 2-15,0 0-1 0,1-1 0 0,-1 1 2 0,0 0-6 16,1-2 6-16,0 1-1 0,0 1-1 0,0-2 3 15,0 2 1-15,0-1-4 0,3-1-7 0,-4 1 10 16,2 0 2-16,1 0-2 0,-1 0-3 0,1-1 2 16,0 0-1-16,0 1-9 0,-2 0 9 0,0-1-8 15,-2 1 12-15,2-1-11 0,-1 0 8 0,3 0-10 16,-4 1 7-16,0-2 1 0,0 2 6 0,-1-3-12 16,1 3 9-16,0-2-6 0,0 0 8 0,2 0-9 15,-2 0 8-15,-1 0-10 0,4 0 10 0,0-1-4 16,-1 1 3-16,0 1-6 0,1-1 3 0,-2 0-4 15,-1 0 11-15,0 1-10 0,1 0 7 0,0-1-11 16,-2 2 14-16,2-2-12 0,0 2 14 0,-1-1-4 16,0 1-2-16,0-1-1 0,0 0 1 0,-1 1-11 15,0 0 8-15,1 0-7 0,-1 1 14 0,1-1-12 0,-1 1 5 16,0 0-8-16,1 0 11 0,1 1-9 16,-1 0 10-16,1 0-6 0,0 0 8 0,2 2-7 15,1-1 8-15,-1 1-11 0,1 0 5 0,0-1-1 16,-3 2 8-16,2-3-12 0,1 3 8 0,-1-2 3 0,1 0-4 15,-2 1-6-15,2-1 8 0,-3 0 2 0,-1 1-3 16,1-2-1-16,-3 1 1 0,0 1-1 16,1-2-10-16,-1 0 13 0,-2 1 2 0,-2-1 38 0,-1 0 17 15,0 0-1-15,-14-1 10 0,23 1-5 0,-23-1-5 16,22 2-4-16,-22-2-2 0,15 1-5 0,-15-1-10 16,12 0 0-16,-12 0-3 0,0 0-6 15,17 1-2-15,-17-1-7 0,0 0-3 0,15 1-5 0,-15-1-1 16,14 0-2-16,-14 0-2 0,14 0-3 0,-14 0 1 15,22 0-2-15,-9 0-2 0,2 0-1 0,-1 0 0 16,7 0 2-16,-3 0-4 0,4 0-1 0,2 0 0 16,-1 0-5-16,3 0 6 0,1 1-2 0,-2 0 6 15,4 1-4-15,-3 0 2 0,0-1-6 0,1 0-1 16,-2 1 4-16,2 0 1 0,-2-1-3 0,1 0 4 0,-3 1 1 16,-4-1-2-16,4 1 2 0,-2-1-3 15,0 1 1-15,2 1-4 0,0-3 5 0,-2 1-1 16,1 1 2-16,3 0 0 0,-1-1 0 0,1 0 8 15,2 1-10-15,-3 1 6 0,3-3-10 0,-4 1-1 0,-1 0 3 16,0-1-1-16,1 3 2 0,0-2 0 0,-1 0 2 16,0 0 0-16,-1 0-3 0,-1 1 3 15,0-1-1-15,1 0-1 0,1-1 3 0,-4 0-3 0,4 1 1 16,-1 0-4-16,-2 0 6 0,2 0-3 0,0-1 1 16,-2 0 1-16,2 1-1 0,-1 0 3 0,0-1-8 15,0 0 6-15,-1 0-5 0,-2 0 3 0,0 0-2 16,-2 0 3-16,1 0 2 0,-1 0-4 0,-1 0 3 15,-14 0 2-15,24 0 26 0,-24 0 30 0,20 0 6 16,-20 0 10-16,17 0-19 0,-17 0 18 0,15 1-23 16,-15-1 18-16,11 0-7 0,-11 0 39 0,0 0-22 15,16 2 39-15,-16-2-31 0,0 0 48 0,11 3-42 16,-11-3 38-16,0 0-13 0,0 0 57 0,10 4-35 16,-10-4 23-16,0 0-65 0,0 0 32 0,0 0-34 15,0 0 19-15,0 0 19 0,-3 9 23 0,3-9-22 16,0 0-19-16,0 0-9 0,-14 5-86 0,14-5-22 15,0 0 0-15,0 0 0 0,-13 2 0 0,13-2 0 16,0 0 0-16,0 0 0 0,0 0 0 0,-14 1 0 16,14-1 0-16,0 0 0 0,0 0 0 0,0 0 0 15,0 0 0-15,0 0 0 0,0 0 0 0,0 0 0 16,0 0 0-16,0 0 0 0,0 0 0 0,0 0 0 16,0 0 0-16,0 0 0 0,19 1 0 0,-6 0 0 15,5-1 0-15,2 0 0 0,7 2 0 0,2-2 0 0,2 0 0 16,1 0 0-16,1 0 0 0,-1 1 0 0,-1-2-675 15,-1 1-219-15,-8 0-234 0,-1-2-608 0,-6-1-1421 16</inkml:trace>
  <inkml:trace contextRef="#ctx0" brushRef="#br0" timeOffset="204461.4055">13488 13730 237 0,'0'0'237'0,"0"0"-32"15,0 0-25-15,0 0-17 0,0 0 12 0,0 0-27 16,0 0-16-16,2 11-17 0,-2-11 0 0,0 0-14 16,0 0-1-16,7 7 21 0,-7-7-16 0,0 0 3 15,9 7-6-15,-9-7-7 0,0 0 4 0,9 7 7 0,-9-7-20 16,9 4-20-16,-9-4 7 0,8 6-14 15,-8-6-20-15,8 6 10 0,-8-6 17 0,7 6 5 16,-7-6-12-16,8 5-8 0,-8-5-8 0,9 5-14 0,-9-5-3 16,10 5 0-16,-10-5 2 0,11 3 12 0,-11-3-9 15,16 5 4-15,-16-5-1 0,15 1 8 0,-15-1 17 16,21 1-10-16,-21-1-8 0,24 2-11 0,-10-2-3 16,1 0 0-16,-1 0 1 0,6-1 12 0,-2 0 0 15,2 0-5-15,3 0-13 0,1-3 6 0,3 1 3 16,-2 0-6-16,4 1 26 0,0 0 14 0,1-1-7 15,-1-1-9-15,6 1-5 0,-1 0-10 0,0 0-15 16,1-1 8-16,-1 2 3 0,1-3-14 0,0 3-4 16,-1-1-2-16,2 0 0 0,-1 0-4 0,1 0-3 15,0 0 2-15,1 1 0 0,1-1-4 0,0 0-1 0,2-1 2 16,7 1-1-16,-2-1-3 0,3 1 4 16,2 0-1-16,-4 0 0 0,2 0-2 0,2 0-2 15,-1-1 6-15,-1 0-4 0,0 0-1 0,3 0 3 0,-3 1-2 16,1-2 0-16,-2 3-2 0,0-3-1 0,0 3 7 15,-6-2-10-15,6 1 9 0,-5 0 1 16,3-1 1-16,-5 1-7 0,1 0 5 0,-2 1 3 16,1 0-6-16,1-3 2 0,-2 3-1 0,0-1-1 0,2 1-2 15,-1-1 2-15,1 0 5 0,7 0-3 0,-2 0-2 16,2 0 4-16,-1 0-3 0,1 0-3 0,0 0 3 16,2-3 1-16,-1 4-2 0,1-2 0 0,-1 1 2 15,1-2-3-15,0 1-3 0,0 1 7 0,-1-1 1 16,0 2 2-16,-1-1-5 0,0 1 0 0,1 0 0 15,-8-2-5-15,2 3 6 0,5-1-2 0,-6 1 3 16,0-1-5-16,-1 1 6 0,1 0-4 0,-1 0 2 16,0 1-1-16,-1-1 0 0,1 1 2 0,-2 0-2 15,0 0-2-15,-1 0 2 0,0 0 1 0,-1 0 0 16,-4 0 0-16,-1 1-1 0,0 0 3 0,-1 0-3 16,1-1-2-16,0 0 4 0,0 1 1 0,-1-1-6 15,1 0 4-15,-1 0 0 0,1-1-3 0,0 1-1 16,4-2 6-16,-4 1-1 0,3-1-2 0,2 1-2 0,-1 0 4 15,0-3-1-15,-1 2-4 0,1-1 5 16,-1 1-4-16,1-1 6 0,-2 0-4 0,-4 2 0 16,0-2 1-16,0 0-3 0,-1 2 3 0,-2-2 3 15,0 1-3-15,-2 0-1 0,0 0 1 0,-3 0 0 0,-3 0-7 16,1-1 7-16,1 2 1 0,-3 0 5 0,2-1-9 16,0 2 3-16,-2-1 0 0,2-1-6 0,-1 2 5 15,2 0-1-15,0 0 0 0,-1 0-1 0,2 0 1 16,-1 0 3-16,0 0-7 0,1 2 3 0,0-2 4 15,0 1 0-15,0 0-1 0,1 0 0 0,0 0 1 16,-1-1-2-16,0 2-1 0,0 0 2 0,1-1 1 16,-2-1 0-16,0 0-2 0,0 1-2 0,-1-1 2 15,1 1 4-15,-1 0-3 0,-1-1 3 0,1 0-4 16,0 0-1-16,-1-1 2 0,2 1-1 0,0-1 0 16,-1 1 0-16,2-1-3 0,0 1 4 0,-1-1-3 15,1 0-1-15,1 0 2 0,1 0 4 0,-2 1 1 16,2 0-3-16,3 0-1 0,0 1-2 0,0-1-3 15,0 2 8-15,-1-1 0 0,1-1-2 0,1 1-2 0,-1-1 2 16,1 2-1-16,-1-1-5 0,0 0 6 16,0 1-2-16,0-1 2 0,-1 0 0 0,0 0 1 15,0 1-3-15,1-1-3 0,-4 0 5 0,-2-1 1 16,2 3-1-16,-1-2 0 0,0 0 0 0,-2 0-1 0,2 1-4 16,0-1 5-16,-2 1 1 0,1-2-1 15,0 1-1-15,-1 1 2 0,1 1 2 0,0-3-3 16,-1 2-1-16,1 0 0 0,1 0 1 0,-1 0 0 0,4 0-1 15,0 0 0-15,0 0-3 0,1-1 4 0,0 2-2 16,0-2 5-16,0 2-7 0,1 0 2 0,2-2 2 16,-1 1-9-16,0-1 10 0,2 1 1 0,-1 0-6 15,2 0 3-15,-1-1 2 0,0 1-3 0,2-1 2 16,-2-1-1-16,2 2 2 0,-2 0 0 0,1-1-2 16,0-1-2-16,0 0 5 0,0 0-2 0,-1 0-3 15,1 0 4-15,-1 0 2 0,0 0-1 0,0 0-3 16,0-1-4-16,-1-1 3 0,0 1 1 0,0 0 2 15,-1 0-3-15,2-1 1 0,-1 1 1 0,-1-1-6 16,0 0 7-16,1 0-1 0,0 1 8 0,0-1 4 0,0 1 9 16,0-3 25-16,1 2-5 0,-1 0-3 15,0 0-2-15,1 0-8 0,0 0-5 0,-1-1-4 16,1 1-6-16,0-1 3 0,-3 0 3 0,2 0-5 16,0 1 0-16,-1 0 14 0,-1-1 29 0,1 1-7 15,-1 0-1-15,0-1-12 0,1 2-8 0,-3 0-7 0,2-1-2 16,-1 0-3-16,-1 0-5 0,1 1 2 15,-3-1-7-15,0 1-1 0,0 0 0 0,0 0-3 0,0 1-4 16,-1 0 2-16,1-1 4 0,0 0-8 0,-1 0 3 16,1 1 3-16,1-1 2 0,-1 0-6 0,1 1 6 15,-1 0 11-15,4-1-4 0,-1 1 36 16,2-1 4-16,-1 0 10 0,1 1-7 0,1-1 18 0,-1-1-24 16,-1 0 34-16,1 0-31 0,0 0 18 0,-1 0-32 15,1-1 25-15,-1 0-12 0,-1 0 12 0,1 1 15 16,-2-1 13-16,0 0-13 0,1-1-20 0,-1 0-9 15,-1 1-8-15,0 0-6 0,0-1-7 0,-3 2-4 16,0-3 2-16,-1 3-13 0,0-1-1 0,1 0 1 16,-2 1-2-16,1-1 6 0,-1 1-4 0,1-2 2 15,-1 3-5-15,0-1-4 0,1-1 0 0,0 2 0 16,-1 0-3-16,1-1-1 0,0 1-2 0,-1 0 3 16,0 0 13-16,-1 0-19 0,1 1 0 0,-1 0 3 0,-2 0 1 15,1-1-2-15,-2 1 2 0,1 1 0 16,-2-1-2-16,2 0 6 0,-2 0-6 0,2 0-6 15,-2 0 9-15,2 1 0 0,-2-1 1 0,2 1-3 16,-2 0 2-16,2-1-1 0,-1 1 3 0,-1-1-5 0,2 2 1 16,-2-2-1-16,2 1 0 0,-2-1 0 0,1 0 4 15,-2 1-2-15,2-1-2 0,-1 0-1 0,0 0 0 16,0 0 1-16,0 2-1 0,-1-1 0 0,1-1 5 16,-2 0-4-16,-12 0 0 0,25 1-1 0,-13 0 1 15,-12-1 0-15,25 1-1 0,-14 1 3 0,-11-2-3 16,24 2 1-16,-24-2 2 0,23 2 0 0,-12-1-3 15,2 0-1-15,-1 1 4 0,0-1-1 0,0 0-1 16,1 1 1-16,0-1 8 0,-1 1-11 0,0-2 1 16,2 1 2-16,-2 0-3 0,2 1 4 0,-2-1-1 15,2 0 0-15,-1 0-3 0,0 0 1 0,1-1 5 16,0 0-2-16,0 1-1 0,-1-1-2 0,0 1 3 16,0-1-2-16,0 0 2 0,-13 0 1 0,26 1-5 15,-12-1 5-15,-2 0-3 0,3 0-3 0,-3 1 2 0,2 0 5 16,-2-1 3-16,1 1-7 0,1-1 2 15,-1 1-2-15,1 0 1 0,-3 0-2 0,1 0 0 16,-12-1-1-16,26 1 3 0,-26-1 3 0,26 0-7 16,-14 0 2-16,-12 0 3 0,25 0-1 0,-25 0-4 0,24 0 5 15,-12 1-2-15,-12-1-1 0,24 0 1 16,-24 0 10-16,23 0-8 0,-23 0-2 0,21 0-1 16,-21 0 3-16,18 0-1 0,-18 0-1 0,18 0 3 15,-18 0 0-15,16-1 1 0,-16 1-4 0,17 0 0 0,-17 0 2 16,16-3-2-16,-16 3 2 0,16 0 2 15,-16 0 2-15,13-2 0 0,-13 2-2 0,12-1 1 16,-12 1-2-16,0 0-1 0,16 0 2 0,-16 0-2 0,0 0-4 16,14-2-1-16,-14 2 4 0,0 0-6 0,0 0-1 15,13 0 0-15,-13 0 2 0,0 0-1 0,0 0 1 16,0 0 2-16,12 1-3 0,-12-1 2 0,0 0 0 16,0 0-1-16,0 0-2 0,0 0-9 0,10 4-13 15,-10-4-14-15,0 0-11 0,0 0-11 0,0 0 0 16,0 0 6-16,0 0-11 0,0 0-1 0,10 4-21 15,-10-4-22-15,0 0-37 0,0 0-39 0,0 0-65 16,0 0-96-16,0 0-101 0,0 0-125 0,0 0-768 16,-8-12-945-16</inkml:trace>
  <inkml:trace contextRef="#ctx0" brushRef="#br0" timeOffset="208572.621">8535 14500 545 0,'-11'-14'603'0,"3"0"-35"0,-1 2-65 0,1 0 5 0,1 0-13 16,-1 2-94-16,2 0-42 0,1 2-19 0,0 0-78 15,5 8-48-15,-8-11-27 0,8 11-24 0,0 0 55 16,0 0 30-16,0 0 14 0,-9 7-23 0,9-7 43 16,1 23-77-16,2-5 17 0,-1 7-58 0,-1 2 26 15,0 6-82-15,0 4 27 0,0 1-20 0,0 4-20 16,0 2-22-16,0 2-14 0,0-1-13 0,1-8-63 16,0 2 57-16,0-2-61 0,2-2 54 0,0-2-58 15,4-1 29-15,-2-3-87 0,1-2-36 0,0-2-88 16,-1-6-34-16,3 1-92 0,0-4-74 0,-1-3-102 15,2-3-57-15,-1-1-35 0,1-5-81 0,-10-4-608 16,21 0-894-16</inkml:trace>
  <inkml:trace contextRef="#ctx0" brushRef="#br0" timeOffset="209230.7818">8907 14458 585 0,'12'-17'768'0,"-3"2"-124"0,0 3-66 15,-2 0-71-15,1 4-56 0,-1 3-46 0,-7 5 12 16,13-7-72-16,-13 7 24 0,15 1-45 16,-15-1-38-16,14 10-67 0,-8-4-6 0,1 4-70 0,-1 2 12 15,-1 0-66-15,-1 3 19 0,-1 2-53 0,-1 1 24 16,-2 1-14-16,-1 1-14 0,-1 1-11 0,-2 2-6 16,-1 1-8-16,-4 2-7 0,-2 1-6 0,-2-1 1 15,-2 0-9-15,-4 1-4 0,-2 0-10 0,1-5-63 16,-4 0-30-16,-2 1-47 0,2-5-16 0,0-2-48 15,0-2-19-15,0-1-7 0,2-4-18 0,1-2-6 16,3-2 16-16,0-2 4 0,3-2 33 0,0-2 7 16,2-3 55-16,1 0 5 0,3-2 43 0,0-2 2 15,3 1 54-15,-1-1-1 0,2 1 56 0,5 7 35 16,-6-14 76-16,6 14 1 0,-5-13-2 0,5 13-8 16,0 0-9-16,-6-8-1 0,6 8 14 0,0 0 23 15,0 0-26-15,0 0-6 0,-1 15 0 0,1-15-17 16,4 15-12-16,0-4-8 0,2 2 14 0,2-1 22 15,4 2-13-15,2 0-20 0,4 1-12 0,4 1-9 0,4-1-10 16,7 2-8-16,3-3 8 0,0 1-30 0,3-2 4 16,-1-1 1-16,1-4-8 0,-3 1-1 0,-2-1-6 15,0-2 0-15,-1 0-11 0,-1-2-34 16,-3-1 3-16,-2 2-18 0,0-3 25 0,-6-1 7 0,1 0 1 16,-2-1 3-16,-2 0 6 0,-2-1 5 0,-3 0-3 15,-1-1 10-15,-2-1 5 0,-10 3-4 0,14-8 3 16,-14 8 6-16,8-12-6 0,-8 12 2 0,2-14-1 15,-2 14 19-15,-2-23-18 0,-1 13-3 0,-2-5 0 16,1 2 14-16,0 1 31 0,0-1 14 0,0 1 31 16,-1 3 1-16,1 0 20 0,-2 1 1 0,6 8-19 15,-9-13-9-15,9 13-13 0,-12-4 4 0,12 4 62 16,-18 2-12-16,9 3-15 0,-3 2-20 0,0 4-12 16,2 0-1-16,-1 1 11 0,3 1-20 0,3 2-12 15,1 1-11-15,2 0-4 0,2-2-52 0,4 1 50 16,3 0-56-16,3 0 44 0,5-1-47 0,4 0 43 15,5-2-53-15,5-1 11 0,3-2-121 0,2-3-38 16,4 0-96-16,-1-4-39 0,1 0-79 0,-1-2-77 0,-5 0-72 16,-1-1-34-16,-3 0-84 0,0-3-614 0,-4 0-879 15</inkml:trace>
  <inkml:trace contextRef="#ctx0" brushRef="#br0" timeOffset="209614.0123">9797 15029 351 0,'0'0'851'0,"-9"-16"-142"0,4 9 5 0,-1-2 28 16,0 2-37-16,0-3-134 0,0 2-97 0,0 0 36 15,-1 1 20-15,2 0-45 0,5 7-132 0,-8-14 22 16,8 14-117-16,-5-11 10 0,5 11-100 0,0 0-41 16,3-9-127-16,-3 9 0 0,11-3 0 0,-11 3 0 15,23 3 0-15,-7 1 0 0,0 1 0 0,0 3 0 16,-2-1 0-16,4 2 0 0,-1 1 0 15,-1-1 0-15,-1 3 0 0,0 1 0 0,-4-2 0 0,0 0 0 16,0 0 0-16,-3-1 0 0,0 2 0 0,-1-1 0 16,-3-2 0-16,0 0 0 0,0 1 0 0,-4-10 0 15,4 17 0-15,-4-17 0 0,3 12 0 0,-3-12 0 16,1 13 0-16,-1-13 0 0,0 0 0 0,0 0 0 16,-2 11 0-16,2-11 0 0,0 0 0 0,-6-7 0 0,6 7 0 15,-4-15 0-15,2 5 0 0,0-2 0 0,1-1 0 16,1-2 0-16,1-1 0 0,1-1 0 0,0 0 0 15,1 1 0-15,1 1 0 0,1-1 0 0,0 2 0 16,2 0 0-16,-1 4-99 0,1-2-181 0,0 3-58 16,1 2-76-16,0 0-41 0,1 3-76 0,-9 4-115 15,17-4-30-15,-17 4-195 0,16 0-353 0,-16 0-832 16</inkml:trace>
  <inkml:trace contextRef="#ctx0" brushRef="#br0" timeOffset="210550.6617">10357 14980 264 0,'0'0'851'0,"1"-12"-96"0,-1 12-9 15,-5-11-23-15,5 11-6 0,-5-12-31 0,5 12-17 16,-3-10-15-16,3 10-170 0,0 0-6 0,-3-13-122 0,3 13 2 16,0 0-91-16,0 0-84 0,0 0-183 15,0 0 0-15,6-6 0 0,-6 6 0 0,8 7 0 0,-8-7 0 16,11 13 0-16,-6-4 0 0,1 1 0 15,-1 0 0-15,1 4 0 0,0-3 0 0,0 3 0 16,-1-2 0-16,0 5 0 0,1-3 0 0,-2 0 0 0,2 0 0 16,-3 1 0-16,2-1 0 0,-2-3 0 0,0 0 0 15,0 0 0-15,0-2 0 0,-3-9 0 0,5 17 0 16,-5-17 0-16,5 14 0 0,-5-14 0 0,4 9 0 16,-4-9 0-16,0 0 0 0,0 0 0 0,0 0 0 15,10-3 0-15,-10 3 0 0,8-15 0 0,-3 7 0 16,2-3 0-16,-1-1 0 0,0-1 0 0,1 1 0 15,-1-1 0-15,2 1 0 0,-2-1 0 0,1 1 0 16,0 0 0-16,-1 3 0 0,0 1 0 0,-2-1 0 16,1 1 0-16,-5 8 0 0,9-8 0 0,-9 8 0 15,10-7 0-15,-10 7 0 0,0 0 0 0,14 1 0 0,-14-1 0 16,10 6 0-16,-10-6 0 0,12 11 0 16,-6-3 0-16,1-2 0 0,1 2 0 0,-1 1 0 15,1-1 0-15,1 2 0 0,2-3 0 0,-1 1 0 0,1-1 0 16,3 0 0-16,0 0 0 0,1-3 0 0,0 0 0 15,1 0 0-15,0 1 0 0,1-3 0 0,0 1-154 16,0 0 13-16,0-3-45 0,-1 1 36 0,-1-1 21 16,0 0 27-16,-2-1 6 0,1-1 16 0,-1-1 17 15,-1 0 11-15,-1-2 10 0,0-2 9 0,0 0 9 16,-2-2 2-16,-1 0 3 0,0-1 5 0,-3 0 3 16,-1 0 5-16,0-1 2 0,-1 1 13 0,-3 10 10 15,4-20 15-15,-4 20 10 0,0-16 1 0,0 16-1 16,-1-13 6-16,1 13 13 0,-4-12-1 0,4 12 6 15,-6-10 0-15,6 10 6 0,-8-4 21 0,8 4 47 16,0 0-48-16,-17 3 91 0,17-3-104 0,-9 10 70 16,9-10-151-16,-10 15 0 0,7-5 0 0,-1 2 0 15,2-2 0-15,1 2 0 0,0 1 0 0,3-1 0 16,0 3 0-16,2 0 0 0,1-1 0 0,3-1 0 16,1 5 0-16,2-3 0 0,3-1 0 0,0-3 0 15,2 1 0-15,2-4 0 0,1 0 0 0,1-2 0 0,0-5 0 16,1 2 0-16,1-3 0 0,-2-1 0 15,5-2 0-15,-1-2 0 0,-1-1 0 0,-1-4 0 0,3-3 0 16,0-3 0-16,-3-1 0 0,1-8 0 16,-5 2 0-16,4-7 0 0,-2-2 0 0,-3-4 0 0,-2-1 0 15,0-5 0-15,-3-1 0 0,0-1-81 0,-3-2 76 16,-1 0-60-16,-3-1 52 0,0 0-33 16,-3 1 80-16,-4 1-76 0,-3 2 80 0,-2 3-70 0,0 8 131 15,-3 1-77-15,0 4 69 0,-1 4-91 0,-1 4 0 16,-2 4 0-16,0 6 0 0,-2 4 0 0,0 4 0 15,0 3 0-15,-1 4 0 0,-1 5 0 0,-2 6 0 16,4 3 0-16,0 4 0 0,6 4 0 0,2 2 0 16,2 4 0-16,3 3 0 0,4 0 0 0,4 10 0 15,3-3 0-15,4 2 0 0,3-2 0 0,3-1 0 16,6 6 0-16,-2-10 0 0,3-2 0 0,0-1 0 16,1-2 0-16,-1-5 0 0,-2 0 0 0,-5-8 0 15,1-2 0-15,-5-2 0 0,-1-4 0 0,-4-1 0 16,1-2-14-16,-6-2-1107 0,-4-8-1102 0,7 11-2009 15</inkml:trace>
  <inkml:trace contextRef="#ctx0" brushRef="#br0" timeOffset="211213.2271">12832 14922 286 0,'5'-10'944'0,"-5"10"-194"16,4-16 43-16,-4 16 2 0,2-13 4 0,-2 13-93 16,0-12-69-16,0 12-147 0,0 0-15 0,1-14-112 15,-1 14 69-15,0 0-100 0,0 0 32 0,0 0-339 16,0 0-25-16,4 9 0 0,-4-9 0 0,6 17 0 0,-1-6 0 16,0 1 0-16,1 3 0 0,1 0 0 15,2 3 0-15,0 0 0 0,-2-1 0 0,2 2 0 16,0-3 0-16,0 1 0 0,-3-2 0 0,1-1 0 0,0-1 0 15,0-2 0-15,-1 2 0 0,-1-5-329 0,-1 0-404 16,-4-8-88-16,7 13-174 0,-7-13-685 0,0 0-1352 16</inkml:trace>
  <inkml:trace contextRef="#ctx0" brushRef="#br0" timeOffset="211421.806">12821 14702 1221 0,'-3'-19'803'0,"-3"4"-118"0,2-2-8 16,1 0-31-16,-3 2-52 0,1 1-157 15,3 2-36-15,-1 1-112 0,1 0-19 0,2 11-91 0,-4-13-5 16,4 13-70-16,0 0 11 0,2-13-74 0,-2 13-3 16,0 0-152-16,12 2-87 0,-12-2-72 0,10 11-101 15,-5-5-89-15,1 2-50 0,-1 3-120 0,2 1-667 16,-2 1-902-16</inkml:trace>
  <inkml:trace contextRef="#ctx0" brushRef="#br0" timeOffset="212063.9221">13041 14834 618 0,'16'-2'912'0,"-16"2"-181"0,0 0-19 0,0 0 43 16,4-11-16-16,-4 11-72 0,0 0-70 0,0 0-81 15,0 0-144-15,0-12 26 0,0 12-147 0,0 0 64 16,0 0-119-16,0 0 44 0,11 9-73 0,-11-9-162 15,12 12-5-15,-5-3 0 0,1 1 0 0,2 2 0 16,-2-1 0-16,1 0 0 0,1 2 0 0,-1-1 0 16,2 2 0-16,0 2 0 0,-2-2 0 15,0-4 0-15,-1 3 0 0,0-1 0 0,-1 0 0 0,1 0 0 16,-3-4 0-16,2 2 0 0,-3-3 0 0,-4-7 0 16,9 14 0-16,-9-14 0 0,7 10 0 0,-7-10 0 15,6 8 0-15,-6-8 0 0,0 0 0 0,10 4 0 16,-10-4 0-16,6-6-67 0,-6 6-39 0,9-11 4 15,-5 2 18-15,-1-1 12 0,4-2 7 0,-1 0 12 16,-3-2 14-16,3 3 5 0,-2 1 9 0,-1-3 9 0,1 4 5 16,1-1-2-16,-5 10 29 0,5-16 17 0,-5 16-5 15,6-13-6-15,-6 13 8 0,7-7 29 16,-7 7 47-16,0 0-81 0,14 4 77 0,-14-4-92 16,13 11 83-16,-5-2-88 0,2-2 100 0,-1 5-88 0,0-3 19 15,3 2-36-15,1 3 0 0,3-1 0 0,-3 0 0 16,5 1 0-16,0-2 0 0,0 0 0 0,-1-2 0 15,4 0 0-15,-1-3 0 0,-2 1 0 0,2-2 0 16,-2-1 0-16,-2-2 0 0,2-1 0 0,-4-1 0 16,1-2 0-16,-3-3 0 0,0 0 0 0,0-2 0 15,-3-4 0-15,-2-1 0 0,-3-3 0 0,0-2 0 16,0-2 0-16,-4-7 0 0,-1-3 0 0,-4-4 0 16,3-5 0-16,-2-7 0 0,-3 0 0 0,3 0 0 15,-3-2 0-15,2-1 0 0,-2 1 0 0,1 2 0 0,1 2 0 16,-1 6 0-16,1 4 0 0,-2 2 0 15,3 8 0-15,1 2 0 0,-1 4 0 0,0 4 0 16,4 12 0-16,-7-13 0 0,7 13 0 0,0 0 0 16,-7 10 0-16,5 0 0 0,0 6 0 0,2 5 0 15,0 5 0-15,2 7 0 0,2 3 0 0,4 7 0 16,-2 3 0-16,3-1 0 0,3 1 0 0,-1-2 0 16,1 1 0-16,1-3 0 0,0-1 0 0,0-4 0 0,-2 0 0 15,0-8 0-15,-1 2 0 0,-1-5-500 0,-1-5-84 16,-3 0-85-16,2-5-32 0,-3-2-18 0,-3-1-43 15,3-4-589-15,-4-9-953 0</inkml:trace>
  <inkml:trace contextRef="#ctx0" brushRef="#br0" timeOffset="212448.4671">13760 15049 559 0,'-4'-12'652'0,"1"2"-90"16,3 10 70-16,-5-19-5 0,5 19-7 0,-2-19-10 15,2 19-71-15,0-17-85 0,0 17-67 0,4-14-42 16,-4 14-39-16,8-12-49 0,-8 12-35 0,13-10-40 15,-4 7-34-15,5 1-30 0,-1 0-25 0,5 0 1 16,3 2-37-16,0 0-12 0,2 0-10 0,6 2-3 16,0-2-10-16,1 1-8 0,1 0-9 0,1 1-8 15,-3-2-22-15,2 1-12 0,-2-1 4 0,-2-1 5 0,-5 1 10 16,-1-2-1-16,0 0 5 0,-4 0 3 16,-1-1 8-16,-3 0-6 0,-1 0 3 0,-3-2 7 15,-9 5-5-15,13-9 2 0,-13 9 1 0,9-11 4 0,-9 11-2 16,0 0 0-16,0-14 12 0,0 14-10 0,-9-10 0 15,9 10 4-15,-13-4 7 0,13 4 0 16,-17 0 4-16,6 1 8 0,1 4 42 0,-4 0 12 0,3 2 26 16,0 3 27-16,-1-1-75 0,3 2 80 0,1 0-83 15,0 3-10-15,2 0-45 0,2-1 0 16,1 1 0-16,3-3 0 0,4 4 0 0,1-2 0 0,3 2 0 16,6-1 0-16,0-1 0 0,6-1 0 0,1 0 0 15,3-2 0-15,0 0 0 0,0-5-315 0,0 2-69 16,1-2-56-16,-1-2-83 0,1 0-95 0,-2-1-13 15,-3-2-80-15,-1 0-115 0,-2-3-351 0,0 0-788 16</inkml:trace>
  <inkml:trace contextRef="#ctx0" brushRef="#br0" timeOffset="212789.0074">14604 14940 252 0,'-6'-11'782'0,"-1"0"-157"0,0 1 42 0,-2-1 0 0,2 2 37 15,-1 1-29-15,1-1-94 0,1 2-55 16,6 7-37-16,-10-10-111 0,10 10 38 0,0 0-64 0,0 0 59 15,0 0-54-15,0 0-48 0,7 5-309 16,5 2 0-16,2 3 0 0,5 0 0 0,6 3 0 16,1 1 0-16,5 4 0 0,1-2 0 0,-1 2 0 0,0 0 0 15,-1 0 0-15,-5-3 0 0,0 2 0 0,-3-3 0 16,-2 1 0-16,-2-2 0 0,-4 1 0 0,0-1 0 16,-4-3 0-16,-3 2 0 0,2-2 0 0,-4 0 0 15,-1-2 0-15,-4-8 0 0,2 16 0 0,-2-16 0 16,-4 11 0-16,4-11 0 0,-8 7 0 0,8-7 0 15,-15 3 0-15,15-3 0 0,-17-2 0 0,17 2 0 16,-16-6 0-16,9-1 0 0,0-1 0 0,0 0 0 16,3-7 0-16,3 1 0 0,1-4 0 0,3-4 0 15,4-1 0-15,4-5 0 0,3-2 0 0,4-4 0 16,4 3 0-16,0 1 0 0,1 4 0 0,2 1-372 0,0 1-194 16,-1 4-111-16,-1 4-92 0,0 0-219 15,-1 2-540-15,-2 4-1162 0</inkml:trace>
  <inkml:trace contextRef="#ctx0" brushRef="#br0" timeOffset="213380.9729">15766 14590 631 0,'-3'-26'621'0,"0"-6"-18"0,2 4 6 15,-4-4 30-15,-1 1-49 0,0 4 25 16,0-4-124-16,-3 6 35 0,1 3-61 0,1 2 10 0,-1 2-126 15,0 4 34-15,-1 2-139 0,0 1 79 0,-2 3-35 16,-1 4 26-16,12 4-289 0,-27 3-25 16,12 4 0-16,-4 4 0 0,-1 8 0 0,0 3 0 0,-1 7 0 15,2 3 0-15,0 5 0 0,3 4 0 0,0 2 0 16,3 5 0-16,1 0 0 0,3 2 0 0,0 0 0 16,6 0 0-16,-1 2 0 0,4-2 0 0,4 0 0 15,2 0 0-15,2 0 0 0,2-1 0 0,3-2 0 16,1-1 0-16,1 1 0 0,2-4 0 0,0 0 0 15,-1-2 0-15,-1-4 0 0,0 0 0 0,-1-3 0 16,-3-8 0-16,-2-1 0 0,-1-4 0 0,-2-2 0 16,-1-4 0-16,0-2 0 0,-2-1 0 0,-1-4 0 15,-2-8 0-15,3 14 0 0,-3-14 0 0,0 0 0 16,-10 7-400-16,10-7-590 0,-13-6-109 0,4-1-700 0,0-1-1503 16</inkml:trace>
  <inkml:trace contextRef="#ctx0" brushRef="#br0" timeOffset="213981.1026">15453 15091 1277 0,'-10'-12'893'0,"0"1"-196"16,2 1 55-16,-1-1 45 0,1 1-35 0,1 2-139 16,2 0 10-16,0-1-165 0,5 9-25 0,-7-14-129 15,7 14-14-15,0 0-103 0,2-14-162 0,-2 14-35 16,18-5 0-16,-2 1 0 0,4 3 0 0,6-1 0 15,3 2 0-15,4 0 0 0,6 0 0 0,3 0 0 16,1 2-204-16,1-1-42 0,6-1-27 0,-8 2-13 16,-1-2 49-16,-2 0 43 0,-6 0 48 0,-2 0 23 15,-4-2 29-15,-4 1 21 0,-3-1 19 0,-2 1 29 16,-1-2 33-16,-5 0 22 0,-1 0 23 0,-1 0 22 16,-10 3 40-16,13-9 15 0,-13 9-8 0,5-9 4 0,-5 9-13 15,0 0-4-15,-2-14-14 0,2 14-10 16,-9-9-3-16,9 9 0 0,-15-9 10 0,15 9-15 15,-17-3-14-15,17 3 51 0,-18 0-60 0,7 2 93 0,0 2-97 16,-1 2 83-16,0 0-133 0,1 4 0 0,-1-1 0 16,3 3 0-16,0-1 0 0,1 2 0 15,0 1 0-15,3-1 0 0,1 0 0 0,2-1 0 0,1 0 0 16,2 0 0-16,0-1 0 0,2 0 0 0,1-1 0 16,-1 0 0-16,3 0 0 0,0-3 0 0,2 1 0 15,0-1 0-15,1-3 0 0,1 1 0 0,0-2 0 16,0 1 0-16,-10-4 0 0,20 1 0 0,-20-1 0 15,21-3 0-15,-12 0 0 0,0-3 0 0,0 1 0 16,1-5 0-16,-1-1 0 0,0-1 0 0,0 0 0 16,-2-1 0-16,-1 0 0 0,-1 0 0 0,-1 1 0 15,1 0 0-15,-2 3 0 0,0-1 0 0,-3 10 0 16,4-15 0-16,-4 15 0 0,2-12 0 0,-2 12 0 16,0 0 0-16,0 0 0 0,0 0 0 0,0 0 0 15,0 0 0-15,0 0 0 0,0 0 0 0,7 8 0 16,-7-8 0-16,7 15 0 0,-1-5 0 0,1 0 0 15,1 1 0-15,1 0 0 0,4-2 0 0,1 3 0 0,3 1-255 16,0-2-167-16,2-2-50 0,2 1-100 0,-1-2-67 16,1 1-20-16,-1-3-83 0,1-2-667 0,-2 2-1011 15</inkml:trace>
  <inkml:trace contextRef="#ctx0" brushRef="#br0" timeOffset="214483.4697">16773 14952 399 0,'3'-11'688'0,"0"3"-76"16,-3 8-22-16,2-17-40 0,-2 17-10 0,-2-14-31 16,2 14-42-16,-5-11-5 0,5 11-6 0,-12-5-51 15,12 5-3-15,-15 0-32 0,15 0-20 0,-21 5-96 16,9 2 48-16,-1 0-96 0,2 3 55 0,0-1-104 16,-1 3 31-16,3-1-165 0,1 3-23 0,-2 4 0 15,4-6 0-15,1 2 0 0,1-1 0 0,2 0 0 16,2 1 0-16,1-1 0 0,2-1 0 0,2 2 0 0,3-2 0 15,4 0 0-15,0-1 0 0,5 0 0 16,0-1 0-16,2-2 0 0,1 0 0 0,2-3 0 0,-2 0 0 16,0-3 0-16,1 0 0 0,0-1 0 15,0 0 0-15,-1-3 0 0,0 0 0 0,-1-3 0 16,0 1 0-16,1-3 0 0,-2-2 0 0,-1-1 0 0,-1-2 0 16,0-4 0-16,-3 1 0 0,0-1 0 0,-3 0 0 15,-1-2 0-15,-1 0 0 0,-3 4 0 0,0 0 0 16,-1 0 0-16,-2 3 0 0,-2 11 0 0,-1-17 0 15,1 17 0-15,-6-14 0 0,6 14 0 0,-13-5 0 16,13 5 0-16,-18 1 0 0,7 2 0 0,-4 3 0 16,2 3 0-16,-3 0 0 0,2 4 0 0,-1 0 0 15,3 1 0-15,1 1 0 0,3 0 0 0,3 0 0 16,2 1 0-16,3-1 0 0,4 1 0 0,5 2 0 16,4-2 0-16,6 2 0 0,5-2 0 0,3-2 0 15,2-1 0-15,7 1 0 0,-2-6 0 0,1 0 0 0,2-2 0 16,-2-1 0-16,2-2 0 0,-5-2 0 15,-1-1 0-15,1-1 0 0,-2-2 0 0,-2 0 0 16,-2 0 0-16,-1-2 0 0,-6 1 0 0,-1-2-73 0,-3 2-696 16,-1-3-100-16,-7 1-184 0,-7 6-663 15,5-11-1394-15</inkml:trace>
  <inkml:trace contextRef="#ctx0" brushRef="#br0" timeOffset="216882.4561">18266 14624 113 0,'-3'-16'731'0,"1"1"-188"15,0 1 76-15,-1-1-52 0,0 0-45 0,0 2-106 16,1 1 35-16,-1 2-32 0,3 10-79 0,-4-19-65 16,4 19-55-16,-3-12-43 0,3 12-38 0,0 0 84 15,0 0 15-15,0 0-14 0,0 0 4 0,3 21-79 0,-1-4 53 16,3 1-14-16,1 4-9 0,1 7-3 16,0 3-27-16,0 0-24 0,2 5-20 0,0 1-21 15,2 1-11-15,-3-1-13 0,3 1-21 0,-2-4-4 0,2 3-14 16,-1-1-60-16,-3-8 64 0,0 3-62 0,0-2 73 15,-2-2-71-15,0-2 73 0,-2-3-75 16,1 0 55-16,-1-4-131 0,0-2-41 0,0 0-69 0,1-2-53 16,-1-2-44-16,-1 0-23 0,2-4-41 0,-4-9-100 15,5 14-31-15,-5-14-31 0,0 0-24 0,4 10-51 16,-4-10-457-16,0 0-693 0</inkml:trace>
  <inkml:trace contextRef="#ctx0" brushRef="#br0" timeOffset="217265.976">18287 15087 400 0,'-6'-8'582'16,"-1"-1"-38"-16,2 1 24 0,-1 0-68 0,0 0-31 16,1-2-15-16,1 3-88 0,-2-3 63 0,2 2-58 15,4 8-50-15,-5-20-24 0,5 20-44 0,0-17-17 16,0 17 1-16,6-19-39 0,1 10-21 0,4-1-36 16,2 1-24-16,6 0-15 0,3 0-25 0,1 2-13 15,3 1-13-15,6 1-10 0,-3 2-11 0,3 2-2 16,1 1-5-16,7 1-6 0,-1 2-4 0,6 7-3 0,0 0 2 15,-2 2-3-15,-2 2-4 0,-1 1 10 0,-4 1-15 16,-3 2 0-16,-6-3-1 0,-4 0 0 16,-6-2 0-16,-1-1-3 0,-5 3-5 0,-3-3 3 0,-3 2-1 15,-2-3 1-15,-3-11-1 0,-4 21 2 0,-1-12 0 16,-2 1-36-16,-3 0 44 0,-2-1-32 0,-1 0 39 16,-1-2-37-16,0 0 38 0,-1-1-40 0,-1-2 47 15,2-1-40-15,0-2 42 0,2 0-39 0,0-2 39 16,0-2-5-16,2 0-2 0,-3-3-4 0,3-3 0 15,2 1-7-15,0-3-1 0,2-1-5 0,2 1-2 16,2-1-6-16,1 2-9 0,1 10-9 0,2-24-45 16,0 12-11-16,2 3-40 0,1 0-62 0,5-3-36 15,-3 5-65-15,1 0-85 0,1 2-71 0,3 1-43 16,-1 0-44-16,3 1-167 0,-2 0-385 0,6 2-701 16</inkml:trace>
  <inkml:trace contextRef="#ctx0" brushRef="#br0" timeOffset="217535.5737">19526 14825 223 0,'2'-21'863'16,"-2"0"-182"-16,-1-3 29 0,-2 2-76 0,-1-1-29 16,-1 2-68-16,-1 4-21 0,2 2-26 0,1 0-116 15,-1 5-38-15,4 10-98 0,-6-14 60 0,6 14-34 16,0 0 57-16,0 0-79 0,-11 11 37 0,7 0-116 15,3 6 55-15,0 2-107 0,1 5-23 0,1 2-88 16,3 6 0-16,0 1 0 0,5 6 0 0,0-1 0 16,1 2 0-16,2-2 0 0,-1-1 0 0,1 2 0 15,-1-4 0-15,-2-3 0 0,0-3 0 0,0-3 0 16,-4-2-154-16,-2 1-167 0,-1-7-86 0,-1 1-41 16,-1-1-37-16,-3-4-77 0,0 1 2 0,-2-3-18 15,-1 0-25-15,0-5-25 0,-1 0-448 0,7-7-692 16</inkml:trace>
  <inkml:trace contextRef="#ctx0" brushRef="#br0" timeOffset="218266.5166">19511 15255 440 0,'-2'-14'479'0,"0"-1"-34"16,1 1-61-16,0 0 70 0,0-1-44 0,-1-2 6 0,2 3-57 15,-2-1 0-15,2 1-60 0,0 2 1 16,0-2-65-16,0 3-35 0,0 11-30 0,3-21-31 0,-3 21-31 16,8-17-21-16,-2 10-19 0,1 1-12 15,2 2-10-15,2 0-12 0,1 1-13 0,0 1-11 0,2 1-55 16,0-1-12-16,-1 1-42 0,0 1 1 0,0-2 0 15,-13 2 9-15,22 0 15 0,-22 0 14 16,20-4 13-16,-11 0 6 0,1 0 4 0,-3-3 15 0,1 0 4 16,0-3 6-16,0-1 9 0,-2 0 24 15,0-4 28-15,0 3 71 0,-1-3 32 0,0 0-19 0,2 0 100 16,-4 0-32-16,2 1 26 0,-1 0-1 0,-1 1 46 16,0 1-29-16,0 3-44 0,-3 9-34 0,6-16-38 15,-6 16-26-15,0 0 11 0,0 0 56 0,0 0-33 16,12 8-10-16,-10 1-6 0,0 2 1 0,0 4-20 15,-1 1-99-15,1 3 79 0,0 1-87 0,-1 4 57 16,1-1-54-16,0 1 8 0,1 1-4 0,-1 0 0 16,2-1 0-16,0 1 0 0,0-1 0 0,1-1 0 15,1-1 0-15,1-1 0 0,-2-4 0 0,1-1 0 16,0-1 0-16,-1-2 0 0,3-3-58 0,-3-2 69 16,1-1-91-16,-6-7 43 0,12 7-52 0,-12-7 59 0,15 2-44 15,-15-2 28-15,14-6-34 0,-5 2 48 16,-1-3-9-16,0 0 2 0,-1-3 9 0,1 3 8 15,-1 1 1-15,-1 0 7 0,-1-2 7 0,-5 8-7 0,9-10 0 16,-9 10 1-16,9-7 4 0,-9 7 1 0,0 0 3 16,10-2-2-16,-10 2 3 0,0 0-2 15,11 6 3-15,-11-6 2 0,11 8 1 0,-11-8-36 16,12 10 45-16,-3-3-37 0,0-2 46 0,1 1-40 0,1 0 43 16,3 1-42-16,-1-2 49 0,2 2-47 0,0-3 38 15,0 0-39-15,2 1 42 0,1-3-41 0,-1 2 37 16,0-2-38-16,-3-1 42 0,1 0-39 0,-2-1 38 15,0-2-38-15,0 0 40 0,-1-2-42 0,-1 0 39 16,0-1-39-16,0-2 42 0,-1-3-2 0,-1-1-9 16,0-1 1-16,-2-2 0 0,-1-1-4 0,0 1-4 15,-2-1-4-15,-1 1 7 0,0 1-7 0,-3 3 4 16,0-4-1-16,-2 3-5 0,2 11 0 0,-4-17 0 16,4 17-5-16,-10-10 5 0,10 10 1 0,-14-4 5 15,14 4-5-15,-17 4 9 0,9 2 10 0,0-1 14 16,0 4 5-16,2 1 54 0,-1 1-70 0,3 1 59 15,0 2-73-15,1 0 64 0,3-1-73 0,3 2 74 16,1 1-76-16,1-2 83 0,2 2-103 0,2-1 66 0,3 0-64 16,2 0 61-16,4-1-75 0,2 0-5 15,6-1-121-15,2-1-116 0,2-1-121 0,3-2-85 16,-1-1-139-16,3-2-58 0,0-1-184 0,-1-2-564 0,-2-3-1037 16</inkml:trace>
  <inkml:trace contextRef="#ctx0" brushRef="#br0" timeOffset="218558.0739">21131 14783 835 0,'0'-19'836'0,"1"-1"45"0,-1 5-33 0,0 0 18 16,-1 0-181-16,0 3-32 0,1 12-188 0,-1-21-31 15,1 21-109-15,-1-11 59 0,1 11-13 0,0 0-3 16,0 0-128-16,-3 10-240 0,3-10 0 0,2 24 0 0,-1-7 0 15,1 4 0-15,2 4 0 0,1 6 0 16,2 0 0-16,0 2 0 0,3 3 0 0,2 3 0 16,-1-2 0-16,1 0 0 0,1-2 0 0,-1-1 0 0,-2-3 0 15,1-3 0-15,-1 0 0 0,0 0 0 0,0-3 0 16,-2-3 0-16,0-1 0 0,1-3 0 16,-1 1 0-16,-2-5 0 0,1-1 0 0,-2 2 0 0,1-5-152 15,-2 0-592-15,0-1-60 0,-4-9-71 0,8 10-898 16,-8-10-1469-16</inkml:trace>
  <inkml:trace contextRef="#ctx0" brushRef="#br0" timeOffset="218816.6476">21592 14791 197 0,'0'-25'932'0,"2"2"-139"0,-1 2-49 16,0 1-25-16,2 2 23 0,-1 0-135 15,0 4-5-15,1 1-127 0,0 3-39 0,-3 10-137 0,6-13 92 16,-6 13-120-16,0 0 64 0,13 9-63 0,-5 3-3 16,-2 3-162-16,1 6-107 0,0 6 0 0,-1 5 0 15,2 0 0-15,-2 8 0 0,1 1 0 0,0 1 0 0,3 0 0 16,-1 1 0-16,0-3 0 0,3 2 0 16,-1-2 0-16,1-1 0 0,0-2 0 0,0-2 0 15,-2-4 0-15,0-5 0 0,-1 0 0 0,-2-2-280 0,2-4-286 16,-2-1-107-16,-1-4-63 0,-1 0-70 0,-1-3-134 15,-1-3-389-15,-3-9-931 0</inkml:trace>
  <inkml:trace contextRef="#ctx0" brushRef="#br0" timeOffset="219023.8948">21422 15129 671 0,'-28'-17'864'0,"1"5"-90"0,1-1-25 0,2 0 13 15,6 3-50-15,3 2-96 0,1 0-56 0,1 1-61 16,3 2-75-16,2 2-78 0,8 3-63 0,-10-6-34 16,10 6-123-16,0 0 49 0,0 0-107 0,25 4 56 15,-6 0-96-15,7 1 59 0,8 1-152 0,2 0-76 16,6 1-100-16,3 0-94 0,0-1-79 0,2 1-84 16,-2 0-136-16,0-2 10 0,-6 0-119 0,0-4-663 15,-1 3-1009-15</inkml:trace>
  <inkml:trace contextRef="#ctx0" brushRef="#br0" timeOffset="219269.4608">22238 14715 639 0,'1'-19'747'16,"0"2"-36"-16,-1 0-50 0,0 2-50 0,1 2-25 16,-1 1-85-16,0 12-33 0,1-20-93 15,-1 20 5-15,0 0-21 0,3-12 31 0,-3 12-73 16,0 0 42-16,4 17-115 0,-3-6 54 0,1 5-83 0,-2 5 22 15,0 7-144-15,-2 4-93 0,0 2 0 0,0 4 0 16,-1 5 0-16,0 3 0 0,0-4 0 0,1 2 0 16,0-5 0-16,1-3 0 0,-1 1 0 0,0 0 0 15,0-3 0-15,0-2 0 0,0 0 0 0,-1-5 0 16,1-2 0-16,0-1-413 0,1-4-108 0,0-1-126 16,1-4-91-16,1 0-140 0,0-3-704 0,2-2-1229 15</inkml:trace>
  <inkml:trace contextRef="#ctx0" brushRef="#br0" timeOffset="219766.9462">22527 15165 323 0,'4'-19'884'0,"-2"3"-110"16,0 0-28-16,0 1-45 0,-2 1-24 0,2 1-65 0,-2 2-73 16,0 11-64-16,1-20-88 0,-1 20-55 0,1-14-66 15,-1 14-10-15,0 0 61 0,0 0-119 16,0 0 27-16,0 0-100 0,0 0 37 0,-2 10-101 15,2-10 64-15,2 17-119 0,1-8-6 0,1 2 0 0,0 2 0 16,4-1 0-16,-1 1 0 0,1-1 0 0,1 1 0 16,3 2 0-16,-2-4 0 0,3 3 0 0,-1-4 0 15,-2 0 0-15,3 0-157 0,-2-2 26 0,0 0-29 16,-1-2 28-16,-1-1 2 0,1 0-16 0,-10-5 56 16,17 4-46-16,-17-4 27 0,15-2-36 0,-15 2 41 15,16-7-43-15,-9 2 33 0,1-3-32 0,0-3 5 16,0 0 54-16,-1-2-11 0,0 1 15 0,1-1 23 15,-3 0 6-15,1 2 12 0,-1 1 11 0,-1-1 14 16,0 3 37-16,-4 8 30 0,8-14 4 0,-8 14 1 16,6-9 11-16,-6 9 74 0,0 0 13 0,0 0 43 15,12-1 3-15,-12 1-26 0,7 9 21 0,-7-9-31 16,12 15 73-16,-4-7-66 0,2 3-25 0,2 0-12 16,1 0-16-16,3 3-11 0,1 0-17 0,2-2-88 0,4 3-1 15,0-4 0-15,1 3 0 0,-3-6 0 0,2 1 0 16,0-1 0-16,0-4 0 0,0 0 0 15,-3-1 0-15,0-2 0 0,0-1 0 0,-3-1 0 0,0-2 0 16,-2-3 0-16,0-2 0 0,-3-3 0 0,-1-1 0 16,-4-8 0-16,-1-1 0 0,-6-5 0 15,-4-8 0-15,-5-7 0 0,-8-4 0 0,-10-7 0 0,-7-3 0 16,-7 1 0-16,-10 1 0 0,-18-6-730 0,-10 5-406 16,-8 1-855-16,-7 5-1742 0</inkml:trace>
  <inkml:trace contextRef="#ctx0" brushRef="#br0" timeOffset="225503.272">4429 15781 91 0,'0'0'350'0,"0"0"-82"16,0 0-5-16,4 8-35 0,-4-8-15 0,0 0-28 15,0 0 4-15,0 0-25 0,0 0-11 16,0 0-19-16,0 0-4 0,0 0-9 0,0 0-8 0,0 0-2 16,0 0-7-16,0 0 2 0,0 0 0 15,0 0-13-15,0 0-12 0,0 0-16 0,0 0-6 16,0 0-2-16,0 0 2 0,0 0 1 0,0 0 39 16,0 0-63-16,0 0 38 0,0 0-51 0,0 0 41 0,0 0-47 15,0 0 40-15,0 0-45 0,-5-8 45 0,5 8-47 16,0 0 49-16,0 0-51 0,0 0 44 0,0 0-52 15,0 0 42-15,0 0-57 0,0 0 49 0,0 0-52 16,0 0 50-16,0 0-31 0,1-11 51 0,-1 11-46 16,0 0 61-16,0 0-53 0,0 0 59 0,0 0-55 15,0 0 56-15,0 0-65 0,0 0 54 0,0 0-65 16,0 0 48-16,0 0-58 0,0 0 55 0,0 0-57 16,0 0 54-16,0 0-62 0,0 0 55 0,0 0-58 15,-13-2 61-15,13 2-60 0,0 0 55 0,0 0-58 16,0 0 55-16,-9 6-58 0,9-6 57 0,0 0-56 15,0 0 57-15,0 0-54 0,0 0 56 0,0 0-57 16,0 0 69-16,-9 5-67 0,9-5 61 0,0 0-63 16,0 0 58-16,0 0-57 0,0 0 57 0,0 0-55 15,0 0 57-15,0 0-62 0,-7-6 63 0,7 6-55 16,0 0 56-16,0 0-60 0,-8-9 63 0,8 9-64 16,0 0 60-16,-7-8-64 0,7 8 59 0,-6-7-58 15,6 7 60-15,-6-8-58 0,6 8 54 0,-8-7-55 0,8 7 57 16,-6-7-56-16,6 7 59 0,-5-8-65 0,5 8 63 15,0 0-67-15,-7-8 58 0,7 8-61 0,0 0 58 16,0 0-58-16,0 0 61 0,0 0-56 16,0 0 60-16,0 0-56 0,0 0 59 0,0 0-54 0,-7 8 74 15,7-8-61-15,0 0 63 0,1 14-47 0,-1-14 5 16,1 13 33-16,-1-13-8 0,1 13-5 0,-1-13 7 16,0 16 6-16,0-16-14 0,0 16-4 0,0-16-4 15,0 21 0-15,0-21-6 0,-1 22-2 0,0-9 5 16,0-1-5-16,0 2 0 0,0-1 13 0,-2 3 3 15,1 0-2-15,0 0-5 0,1 2 5 0,-1 1-7 16,1 0-5-16,-1 0-2 0,1 2 8 0,-1 1 2 16,0 2 0-16,1-1 13 0,1 1-5 0,0 1 60 15,0 0-84-15,0 0 67 0,0 2-72 0,1-1 61 16,0-1-69-16,0 3 62 0,1-3-69 0,0 2 60 16,0-2-60-16,1 2 58 0,-1-1-68 0,2 0 20 15,-1 1-14-15,-2-2 3 0,2 1 1 0,-1 0 5 16,1-1 1-16,0 1 8 0,-1-1-5 0,1 0 0 0,0 0 6 15,0 1 1-15,2-2 53 0,-3 0-58 16,1 1 51-16,-1-2-66 0,2 2 60 0,-2-1-61 0,-1-1 55 16,1 1-58-16,-1-3 59 0,0-1-59 0,-1 1 54 15,0 1-59-15,-1-2 59 0,0 1-58 0,0 2 58 16,0-2-59-16,-1 1 59 0,0 2-58 0,-1-2 54 16,1-3-49-16,-1 3 48 0,-1-4-53 0,1 0 53 0,0-2-57 15,-1 2 61-15,0-1-61 0,1-3 67 16,-1 3-71-16,0-4 67 0,1 1-67 0,-2-2 63 0,2 0-61 15,-1-1 62-15,2-2-62 0,-1 1 64 0,3-10-59 16,-4 16 59-16,4-16-63 0,-4 14 61 0,4-14-63 16,-3 11 67-16,3-11-67 0,-2 10 60 0,2-10-44 15,0 0 45-15,-2 11-61 0,2-11 63 0,0 0-55 16,0 0 60-16,4 9-68 0,-4-9 62 0,0 0-56 16,9 8 60-16,-9-8-58 0,9 3 53 0,-9-3-55 0,13 3 57 15,-13-3-62-15,13 3 63 0,-13-3-56 0,16 3 52 16,-16-3-60-16,16 4 62 0,-16-4-57 0,19 5 52 15,-19-5-56-15,19 4 64 0,-19-4-56 0,21 3 55 0,-21-3-66 16,20 6 67-16,-20-6-54 0,19 3 51 16,-19-3-60-16,20 4 64 0,-20-4-59 0,18 3 55 0,-18-3-59 15,14 3 62-15,-14-3-58 0,11 1 64 0,-11-1-73 16,0 0 65-16,16 5-61 0,-16-5 57 16,0 0-62-16,9 4 69 0,-9-4-60 0,0 0 65 0,0 0-70 15,0 13 66-15,0-13-65 0,-4 8 60 0,4-8-60 16,-8 12 64-16,8-12-62 0,-7 9 60 0,7-9-59 15,-8 11 61-15,8-11-60 0,-8 11 60 0,8-11-63 0,-7 11 64 16,7-11-61-16,-7 10 58 0,7-10-61 0,-8 12 65 16,8-12-66-16,-5 12 64 0,5-12-62 0,-4 12 65 15,4-12-66-15,-4 14 66 0,4-14-65 0,-3 13 59 16,3-13-59-16,-1 15 59 0,1-15-56 0,-1 14 64 16,1-14-67-16,1 15 59 0,-1-15-58 0,1 16 60 15,-1-16-2-15,2 13-11 0,-2-13-9 0,1 14 5 0,-1-14-1 16,2 12-1-16,-2-12-8 0,2 11-1 0,-2-11 6 15,0 0-7-15,2 14 1 0,-2-14 2 0,0 0 4 16,2 12-13-16,-2-12 4 0,0 0-1 0,0 0 6 16,1 13-4-16,-1-13 4 0,0 0-1 0,0 0-4 15,0 0 0-15,1 12-2 0,-1-12-2 0,0 0 10 16,0 0-16-16,0 0 10 0,0 0 0 0,0 0 4 0,2 12-4 16,-2-12-2-16,0 0 8 0,0 0-4 15,0 0-3-15,0 0 0 0,10 5 9 0,-10-5-5 16,0 0-4-16,15 1 3 0,-15-1-2 0,17 0 5 0,-17 0-3 15,23-3-7-15,-9 1 5 0,3 1 1 0,2 0-42 16,1-2 48-16,1 2-56 0,5-1 60 0,1-2-45 16,2 3 45-16,1 0-47 0,6-2 64 0,3 0-56 0,1 2 53 15,8-1-55-15,1-2 57 0,0 3-46 16,2-1 47-16,1 1-56 0,2 1 54 0,-2 0-51 0,4 0 51 16,1 0-53-16,-1 0 52 0,1 1-53 0,0 0 51 15,1 1-50-15,2-1 59 0,-1-1-52 0,2 2 46 16,1 1-52-16,0-2 54 0,2-1-45 0,11 3 43 0,-1 0-56 15,1-2 59-15,-1 3-51 0,0-1 44 0,2-3-48 16,1 2 60-16,1 1-59 0,1-2 51 16,1 1-51-16,1-1 55 0,-2 1-61 0,2-1 61 0,-2 0-59 15,1 1 55-15,-4 0-46 0,2-2 50 0,0 1-48 16,-2 0 45-16,-2-1-54 0,-7 2 53 0,9-2-57 16,-10 0 68-16,11 1-18 0,-11-1-49 0,0 0 49 0,-1 0-52 15,1 0 55-15,11 0-52 0,-11 0 55 16,9-1-58-16,-9 1 60 0,11 0-54 0,-1-2 55 0,0 2-53 15,0 0 61-15,-11 0-68 0,2 0 57 0,-1 0-57 16,0 0 56-16,10-1-53 0,0 2 58 0,0-1-57 16,-12-1 53-16,3 1-54 0,0 0 61 0,-1 0-60 15,10 1 55-15,-11-1-53 0,1 0 55 0,-1 2-56 16,-1-2 53-16,-1 1-54 0,-2 1 62 0,1-1-63 16,-2 0 56-16,-2 1-50 0,1 0 50 0,-4-1-56 0,1 0 57 15,-2 2-56-15,1-2 60 0,-3 1-59 0,1-1 56 16,-1 2-46-16,-2-3 39 0,1 1-56 0,-1 0 60 15,-7-1-52-15,0 0 52 0,0 0-53 0,-1 0 53 16,1 0-47-16,-1-1 48 0,-1 0-47 0,1 1 53 0,-1-2-59 16,-1 1 51-16,0-1-56 0,-2 1 55 15,-1-2-42-15,1 1 41 0,1 1-52 0,-2-1 53 0,0 1-48 16,0-1 51-16,-1 2-54 0,1-1 47 0,-5 0-41 16,5 0 46-16,-5 1-52 0,0-1 62 0,1 1-64 15,0 0 54-15,4 0-55 0,1 0 56 0,1 0-46 16,0 0 44-16,1 0-50 0,1 1 57 0,0 0-57 15,1 0 54-15,1-1-57 0,-2 1 58 0,8 1-51 16,0 0 57-16,-1 0-68 0,-6-1 58 0,6 3-51 0,-6-3 48 16,0 1-38-16,5 1 43 0,-6-1-56 0,0 1 50 15,1 0-50-15,-2 1 55 0,0-1-49 0,6 1 49 16,-8 0-52-16,3-1 53 0,-3 1-46 0,2 0 45 16,-2 0-53-16,1 1 52 0,-1-1-48 0,0 0 55 15,0 0-58-15,1 0 58 0,1 0-47 0,-4 2 54 0,11-2-45 16,-9 0 74-16,7 1-62 0,-6 0 55 15,7-1-53-15,2 0 52 0,-2 1-58 16,4 0 47-16,-1-2-58 0,3 1 51 0,2 0-49 0,-3 0 56 0,3 1-56 16,1-3 49-16,3 3-32 0,-2-2 60 0,3 1-48 15,-1 2 38-15,-2-1-49 0,2-1 44 0,0 0-54 16,1 1 44-16,0 1-43 0,10-2 44 0,-6 0-40 0,8 2 39 16,0-1-42-16,-9-2 41 0,10 1-26 0,1 1 32 15,-11-3-21-15,10 3 52 0,0-2-42 0,3 1 27 16,-1 0-41-16,2-2 29 0,3 1-37 0,1 0 36 15,0 0-40-15,3 0 30 0,-1-2-41 0,1 4 30 16,0-2-39-16,4 0 39 0,0 3-38 0,3-2 35 16,2 0-37-16,2 3 28 0,-1 0-25 0,1 0 25 0,-1 1-35 15,2 0 34-15,-1 1-26 0,3 0 19 16,0 0-27-16,1 0 30 0,3-1-38 0,-4 3 39 0,-2-3-38 16,-2 3 36-16,0-4-30 0,2 1 21 0,-2 0-20 15,-2 0 28-15,0-3-28 0,-2 0 25 0,-2 0-28 16,-2-1 34-16,-3 2-33 0,-2-4 32 0,-2 0-31 15,-1 2 35-15,1-2-35 0,-1 1 37 0,0-2-35 16,-1 4 32-16,0-4-38 0,1 2 35 0,-5 1-37 16,-9-2 36-16,-1 2-36 0,0-1 42 0,0 0-34 15,0 1 32-15,-2-2-30 0,1 1 31 0,0-1-34 0,0 0 34 16,-2 1-24-16,0-1 21 0,-1-1-33 0,-2 1 34 16,-2-1-36-16,-1 1 33 0,-1-2-30 0,-8 2 29 15,-1-4-32-15,-1 2 35 0,-3 0-37 0,0 0 35 16,0-2-30-16,-2 1 29 0,-6 0-28 0,0 0 29 15,1 0-35-15,-3 0 35 0,1-1-26 0,0 0 28 16,0 0-34-16,0 0 39 0,-1 1-39 0,2-1 36 16,0 1-32-16,5-1 32 0,0-2-36 0,2 3 33 15,0-1-32-15,0 0 33 0,0 2-33 0,2-1 34 16,2 0-33-16,-1-1 30 0,2 2-29 0,-3 0 32 0,10-2-39 16,-6 2 40-16,7 0-35 0,0 0 35 0,1 0-33 15,-1 0 33-15,1-1-35 0,-1 1 34 0,-2 0-32 16,-6 0 33-16,7 0-35 0,-6 0 34 0,-1 0-34 15,0 0 34-15,-2-1-31 0,1 1 28 0,0 0-34 16,-3 0 42-16,1 0-38 0,1-2 30 0,0 2-29 0,0-1 31 16,0-1-31-16,1 1 36 0,0-1-39 15,8-1 35-15,-3 0-30 0,2 0 34 0,-2 0-38 0,0 0 32 16,1 1-32-16,-3-4 40 0,3 3-35 0,-9 0 29 16,0-2-35-16,0 2 32 0,1-2-34 15,-3 1 40-15,0-1-35 0,0 0 29 0,-2 0-32 0,0 0 33 16,0 0-30-16,-2-1 33 0,0 0-34 0,-1 1 35 15,-1-2-31-15,1 1 31 0,-5 0-29 0,3-2 28 16,2 2-36-16,-1-1 33 0,1 1-33 0,1-1 35 16,0 1-34-16,0-1 35 0,2 2-31 0,1 1 28 15,2-2-29-15,-1 1 26 0,0 0-27 0,-1 1 28 16,4 1-26-16,0-1 26 0,0 2-34 0,6-2 37 16,-6 3-32-16,1 1 36 0,2 0-36 0,-2 0 32 0,9 2-33 15,-8-1 30-15,-1 1-30 0,2-1 31 0,-3 0-29 16,1 2 39-16,0-1-42 0,-3-1 33 0,-2 1-34 15,-5-2 31-15,-1 2-30 0,-3-1 38 0,-3-1-28 16,-3 0 36-16,-1 0-24 0,0-2 32 0,-4 1-27 16,-1 1 30-16,-2-2-31 0,1 2 29 0,-3-1-30 15,-11 1 28-15,23-3-34 0,-23 3 26 0,19-3-31 16,-19 3 26-16,22-3-32 0,-22 3 29 0,20-2-28 16,-20 2 3-16,21-2-11 0,-21 2 35 0,24 0-33 15,-24 0 30-15,23 1-27 0,-23-1 27 0,25 1-30 16,-13 0 29-16,1 2-26 0,-13-3 21 0,25 4-25 0,-12-2 32 15,1 0-32-15,0 1 34 0,2 0-27 0,-1 0 22 16,-3 0-33-16,1-1 38 0,1 1-50 0,-2-1-24 16,1 0-72-16,0 0-2 0,-13-2-49 0,22 2-61 15,-22-2-121-15,23 0-168 0,-23 0-153 0,20-2-226 16,-20 2-453-16,18-6-963 0</inkml:trace>
  <inkml:trace contextRef="#ctx0" brushRef="#br0" timeOffset="227128.6546">24847 15721 216 0,'0'0'327'0,"13"-3"-73"0,-13 3-4 0,0 0-49 16,16-3-17-16,-16 3-24 0,12-3-24 0,-12 3-6 15,11-3-6-15,-11 3-7 0,13-3-12 0,-13 3-5 16,0 0-2-16,13-2 1 0,-13 2 11 0,0 0 6 16,12-2 14-16,-12 2 14 0,0 0-8 0,0 0 0 15,0 0-7-15,0 0-8 0,0 0-9 0,0 0-4 16,0 0 4-16,12 2-13 0,-12-2-5 0,0 0 17 15,-6 5-2-15,6-5-11 0,-6 7-21 0,6-7-13 16,-8 10 14-16,8-10-19 0,-7 10-12 0,7-10 2 16,-8 14 41-16,8-14-14 0,-5 18 0 0,5-18-7 15,-2 21-11-15,0-8 5 0,2 0 5 0,2 1-9 0,-2 1 18 16,0 2-32-16,2 1 58 0,-1 1-41 16,0 0 18-16,1 0-38 0,-2 1 43 0,0 1-15 15,0 0 6-15,0 4-10 0,0-1 10 0,0 0-12 0,-1 1 15 16,0 0-15-16,1 0-6 0,0 0-16 0,0 0 0 15,0-1-8-15,0 1-2 0,0-3-5 16,0 2 2-16,0 0 21 0,0-2 7 0,0 2-5 0,-1-4-12 16,1 3-5-16,0 0-4 0,-1 1-9 0,1-2-2 15,0-2-7-15,-2 4 9 0,2-1-10 0,0-2-6 16,-2-1 0-16,1 4-2 0,0-3 0 16,0 2 5-16,1 2-8 0,0-1 4 0,0 1 0 0,0 0 0 15,0 1 7-15,2-1 1 0,-1 2 29 0,1-1-29 16,0 2 39-16,0 2-24 0,1-3 27 0,-1 1-37 15,2-1 24-15,-2 0-31 0,1 3 21 0,0-3-29 16,1-1 25-16,-1 1-34 0,-1-2 29 0,0-2-29 16,1 2 26-16,0-1-34 0,-3-1 32 0,2 1-35 0,-2-4 9 15,1 0-3-15,-1 0 0 0,0-2 5 16,-1 1 2-16,1-1 4 0,0-1-1 0,-2 1-3 0,2-2 5 16,-2 1 0-16,1-1 1 0,0-1 30 0,-1 0-35 15,0 1 32-15,1-3-39 0,-1 0 36 0,2-1-36 16,-2 2 30-16,-1-1-33 0,2-1 33 0,0-1-47 15,1 2 49-15,-1-1-33 0,1-12 25 0,0 23-21 16,0-23 30-16,2 22-30 0,-1-11 30 0,2 1-34 16,-1-1 33-16,0-1-31 0,1 1 30 0,-1 0-30 15,2 1 33-15,-1-3-37 0,-1 2 33 0,2 0-35 0,0-1 35 16,0 1-40-16,0 0 32 0,0-1-24 0,0 0 17 16,-1 1-16-16,0-1 32 0,0-1-36 15,0 0 38-15,0 1-35 0,-3-10 31 0,8 16-36 0,-8-16 27 16,4 16-23-16,-4-16 28 0,5 15-23 0,-5-15 24 15,4 12-32-15,-4-12 32 0,4 10-22 0,-4-10 29 16,4 7-38-16,-4-7 30 0,0 0-26 0,6 12 26 16,-6-12-24-16,0 0 31 0,0 0-39 0,5 12 37 15,-5-12-31-15,0 0 31 0,0 0-40 0,4 8 33 16,-4-8-26-16,0 0 28 0,0 0-33 0,0 0 40 16,0 0-43-16,0 0 31 0,4 10-31 0,-4-10 34 0,0 0-32 15,0 0 36-15,0 0-35 0,0 0 35 0,4 7-33 16,-4-7 29-16,0 0-34 0,0 0 35 0,0 0-33 15,5 9 36-15,-5-9-32 0,0 0 31 0,0 0-33 16,0 0 34-16,0 0-36 0,4 9 38 0,-4-9-37 16,0 0 37-16,0 0-37 0,0 0 31 0,0 0-30 15,6 8 32-15,-6-8-31 0,0 0 32 0,0 0-30 16,0 0 28-16,0 0-31 0,2 11 23 0,-2-11-16 16,0 0 10-16,0 0-14 0,4 11 28 0,-4-11-29 15,0 0 33-15,2 11-30 0,-2-11 32 0,0 0-34 16,0 0 29-16,0 14-31 0,0-14 25 0,0 0-27 0,1 11 38 15,-1-11-36-15,0 0 34 0,0 0-29 16,0 11 30-16,0-11-31 0,0 0 28 0,0 0-27 16,0 0 31-16,0 0-34 0,0 0 33 0,1 12-31 0,-1-12 40 15,0 0-40-15,0 0 26 0,0 0-26 0,0 0 23 16,0 0-24-16,0 0 29 0,0 0-32 0,0 0 33 16,0 0-29-16,0 0 30 0,0 0-35 0,0 0 43 15,0 0-41-15,0 0 31 0,-4 11-34 0,4-11 34 16,0 0-28-16,-16-2 29 0,16 2-29 0,-20 0 34 0,7-1-35 15,-1 1 35-15,-4-1-31 0,-1 0 27 0,-4 1-30 16,-5-1 30-16,-1 0-32 0,-2-1 24 0,-5 1-135 16,-2 0-86-16,-3 0-274 0,3 1-233 0,0 1-258 15,5-2-619-15,4 1-1245 0</inkml:trace>
  <inkml:trace contextRef="#ctx0" brushRef="#br0" timeOffset="229336.9792">2888 14465 67 0,'0'0'264'0,"-12"-7"-33"0,12 7-24 0,0 0-18 16,-9-8 0-16,9 8-22 0,0 0-20 0,-9-7-9 16,9 7-4-16,0 0-11 0,-11-8-1 0,11 8 10 15,0 0-4-15,-9-7 28 0,9 7-60 0,0 0 47 16,-8-9-46-16,8 9 21 0,0 0-23 0,-9-5 7 16,9 5 6-16,0 0 15 0,-9-6 1 0,9 6 0 15,0 0-12-15,0 0-13 0,-7-6-7 0,7 6-12 16,0 0-11-16,0 0-7 0,0 0-6 0,0 0-8 15,-5-8-3-15,5 8 1 0,0 0-2 0,0 0 0 0,0 0-3 16,0 0-9-16,1-10 9 0,-1 10 17 0,0 0 15 16,0 0-2-16,3-12-9 0,-3 12-16 0,0 0-7 15,3-8-4-15,-3 8-12 0,0 0-2 0,4-9-7 16,-4 9 0-16,0 0-3 0,0 0-5 0,3-9 6 16,-3 9-7-16,0 0-2 0,0 0 1 0,0 0 2 15,0 0-2-15,0 0-3 0,5-9 3 0,-5 9-4 16,0 0-4-16,0 0-2 0,0 0 1 0,0 0 1 15,0 0 4-15,0 0 3 0,0 0 8 0,7 9 40 16,-7-9-3-16,3 13-21 0,-3-13 27 0,4 18-2 16,-2-6 30-16,0-2-43 0,0 3 38 0,0 2-25 15,-1 1 35-15,0 1-48 0,0 1 45 0,-1 4-58 16,0-1 41-16,0 3-13 0,-1 1-4 0,-1 2-2 16,0 0-12-16,-2 3-6 0,0 1-2 0,0 2-7 15,-1-4-7-15,-1 3 1 0,1-2-3 0,1 0 2 0,-1-1 7 16,1 1-20-16,0-5 2 0,1-1-40 15,0 1 48-15,-1 0-40 0,2-1 39 0,1-2-35 16,-1-1 5-16,0 2 4 0,2-5 3 0,0 0 39 0,0 0-41 16,1 0 44-16,0-2-51 0,-1 0 50 0,1-2-48 15,0 0 40-15,0 0-44 0,-1-1 51 16,1-1-8-16,0 1-1 0,-1-1-10 0,1 0 0 0,-1-12 0 16,0 23 7-16,0-23-11 0,-1 23-3 0,1-23 0 15,-2 22 6-15,2-22-7 0,-1 22-2 16,-1-12 4-16,2-10-4 0,-2 20-1 0,2-20 3 0,-2 19-4 15,2-19 1-15,-2 16 0 0,2-16 7 0,-2 15-1 16,2-15-6-16,0 14 1 0,0-14-1 0,0 0 6 16,0 17-5-16,0-17 5 0,0 0-3 0,-1 15-1 15,1-15 0-15,0 0 1 0,0 13 0 0,0-13-5 16,0 0 3-16,1 14 4 0,-1-14-2 0,0 0-1 16,1 14-3-16,-1-14 5 0,0 0 1 0,1 13-3 15,-1-13 6-15,0 0-8 0,2 14 4 0,-2-14-5 16,0 0 3-16,4 14 6 0,-4-14-9 0,0 0 5 15,4 12-5-15,-4-12 3 0,5 8-1 0,-5-8 4 16,6 7 2-16,-6-7-2 0,7 7 0 0,-7-7 1 16,10 4 2-16,-10-4 10 0,12 4 10 0,-12-4 21 15,16 4 13-15,-16-4 4 0,18 2 5 0,-18-2-14 16,21 2 4-16,-7-2 3 0,-2 0-5 0,4 0-1 16,-1-2-3-16,4 1-1 0,0-1-7 0,-1 0-6 0,3 1-1 15,-1 0 1-15,3-2-1 0,1 2-2 0,3-2-6 16,-1 3 4-16,1-1-7 0,0 1 2 0,1-2-5 15,1 1-5-15,0 1 3 0,-1 0-7 0,1 0-1 16,-1 0-2-16,-1 0-2 0,1 0 2 0,-1 1-1 16,0 0-2-16,-1 0-3 0,1 0 1 0,-1-1-1 15,1 2 2-15,0-2-2 0,0 1 3 0,0-1 2 16,1 0-6-16,-2 1 5 0,2-1-26 0,0-1 36 16,0 1-16-16,0-1 36 0,1 1-27 0,-1-2 36 15,1 2-34-15,0-1 34 0,0-2-41 0,1 1 33 16,-2-1-38-16,0 1 33 0,0 2-36 0,0-3 32 15,-2 2-39-15,0 1 35 0,-3-1-35 0,2-2 40 16,-3 1-48-16,-1 2 39 0,1-1-36 0,-2 0 33 16,0-1-37-16,1-1 38 0,-3 2-35 0,3 0 31 0,-3 0-37 15,2-2 38-15,0 1-36 0,-2 0 45 16,1 0-51-16,-1-2 42 0,-1 3-36 0,0-2 39 16,-1 1-41-16,-2-1 36 0,-2 1-16 0,1-2 7 15,0 1-34-15,-2 0 5 0,-11 3-52 0,20-4 10 0,-20 4-61 16,16-6-28-16,-16 6-97 0,15-7-28 0,-15 7-84 15,9-8-85-15,-9 8-83 0,4-8 15 0,-4 8-138 16,0 0-658-16,-1-16-915 0</inkml:trace>
  <inkml:trace contextRef="#ctx0" brushRef="#br0" timeOffset="230834.6821">2938 11297 193 0,'0'0'407'15,"7"-7"-88"-15,-7 7 11 0,0 0-78 0,0 0-8 0,0 0-45 16,7-8 15-16,-7 8-68 0,0 0 17 0,0 0-52 16,0 0 25-16,0 0-34 0,0 0 41 15,0 0-11-15,0 0 21 0,7-4-13 0,-7 4 3 16,0 0-23-16,0 0-21 0,0 0 2 0,0 0 9 0,0 0-9 15,0 0 1-15,0 0-9 0,0 0-2 16,0 0 0-16,0 0-1 0,0 0 6 0,1 11 1 0,-1-11 5 16,0 0-11-16,-10 8-7 0,10-8-11 0,-14 11-15 15,3-3-5-15,-1 0-13 0,-6 3-10 0,0 1-4 16,-4 3 2-16,-2 1-6 0,-6 3-6 0,0 2-5 16,-2 0-1-16,-1 0-4 0,1 2-3 0,0-2 2 15,0 1 0-15,1 1-3 0,2-1 26 0,1 0-33 16,0 0 29-16,5-4-32 0,3-1 29 0,-1 1-22 0,5-4 9 15,1 0-23-15,0-2 22 0,4-1-26 0,0 0 17 16,-1-2-25-16,3 0 18 0,2-1-18 0,0-2 18 16,7-6-14-16,-14 12 22 0,14-12-17 0,-12 10 22 15,12-10-19-15,-8 9 18 0,8-9-15 0,-8 7 17 16,8-7-17-16,0 0 16 0,-9 9-15 0,9-9 17 16,0 0-18-16,-7 7 12 0,7-7-10 0,0 0 21 0,-4 10-21 15,4-10 20-15,0 0-14 0,0 0 39 16,-3 13-7-16,3-13 71 0,0 0-16 0,9 10 36 0,-9-10 18 15,14 9 41-15,-4-3 17 0,2 0 13 0,2 0 8 16,5 2 4-16,2-1 1 0,2 2 3 0,5 0-12 16,2 1-13-16,2 0-95 0,7 2 75 0,-2 0-94 15,2 0 80-15,0-1-145 0,0 0-20 0,-7-1 0 16,0 1 0-16,-1-1 0 0,-2 0 0 0,-3-1 0 16,-2 0 0-16,-1-2 0 0,-2 1 0 0,-2 0 0 15,-1-2 0-15,-2-1 0 0,0 1 0 0,-3-1 0 16,1 0 0-16,-2-2 0 0,-3 1-35 0,2 0-174 15,-11-4-35-15,15 4-117 0,-15-4-56 0,14 1-98 0,-14-1-121 16,0 0-69-16,0 0-178 0,0 0-444 0,0 0-931 16</inkml:trace>
  <inkml:trace contextRef="#ctx0" brushRef="#br0" timeOffset="232022.4761">535 11107 351 0,'0'0'463'0,"-3"-17"-78"0,3 17 65 16,-6-19-54-16,4 10 64 0,-2-2-112 0,-1 1 41 15,1 1-69-15,-2-1 86 0,2 0-82 0,-2-1 53 16,1 3-119-16,-1-3-23 0,1 3 5 0,-2 0 0 16,2-1-7-16,5 9-12 0,-10-13-28 0,10 13-38 15,-7-11-36-15,7 11-27 0,-7-7-16 0,7 7-7 16,0 0 51-16,-7 7 2 0,7-7 27 0,-6 17-14 16,5-5-25-16,-1 4-21 0,0 0-17 0,0 4-3 0,0 3 5 15,0 2-5-15,0 2-56 0,-1 0 43 16,2 5-56-16,-3 1 44 0,4 1-46 0,-2-1 49 0,2 4-55 15,-2-4 41-15,0 0-54 0,2-4 57 0,-1-1-58 16,-1 0 63-16,2-2-71 0,0-1 21 0,0 0-50 16,0-5-56-16,0-1-36 0,0-1-30 15,0-2-44-15,-2-4-49 0,2 0-55 0,2 0 8 0,-2-12-136 16,0 18-56-16,0-18-77 0,0 0-108 0,0 12-592 16,0-12-893-16</inkml:trace>
  <inkml:trace contextRef="#ctx0" brushRef="#br0" timeOffset="232655.0887">611 11161 352 0,'10'-14'766'0,"-2"4"-81"0,2-1-114 0,-4 3 30 16,1 0-114-16,-1 1-60 0,-6 7-46 0,12-10-54 15,-12 10-33-15,9-8-43 0,-9 8-7 0,0 0-19 16,13-1-35-16,-13 1-32 0,0 0-28 0,10 9-23 15,-10-9-19-15,4 10-15 0,-4-10-14 0,0 14-13 16,0-14-8-16,-4 16-5 0,-1-6-8 0,0 2-7 16,-4 1-5-16,0-2-16 0,-5 3-56 0,-1 0-48 15,-1 0-43-15,1 0-43 0,-3-2-15 0,0 2-8 16,0-3-1-16,2-1 6 0,-2 1 11 0,5-3 10 16,-1-2 12-16,1 2 13 0,1-1 18 0,3-1 15 0,-1-2 28 15,10-4 22-15,-14 9 9 0,14-9 16 16,-12 6 14-16,12-6 1 0,-10 7 21 0,10-7 25 0,-8 8 36 15,8-8 8-15,-6 7-7 0,6-7 4 0,-2 11 26 16,2-11 10-16,0 0 9 0,2 17-6 0,-2-17-11 16,4 12-14-16,-4-12 1 0,8 13 17 15,-8-13 5-15,11 12-6 0,-5-6-6 0,3 0 4 0,0-1 13 16,2 0-29-16,0-2-9 0,5 0-9 0,0 0-13 16,2 0-2-16,0-3-1 0,0 1-9 0,2-1-3 15,0-1-6-15,0 0 1 0,-1-1-5 0,0-1-8 16,2 1 0-16,-3 0-14 0,-2-3 1 0,0 1-12 15,-3-1 12-15,3 0 0 0,-3-2 7 0,-2-1 9 16,1-1-4-16,-3 0 0 0,-3-1 6 0,2-1 4 16,-4 1 3-16,0-1 11 0,0-2 12 0,-3 2-6 0,-1-1 42 15,0 0 8-15,-1 0 0 0,-1 1 31 0,0 0 1 16,2 11-2-16,-4-18-2 0,4 18 1 0,-4-15-11 16,4 15-11-16,-6-12-21 0,6 12-12 15,0 0 4-15,-4-9 47 0,4 9-1 0,0 0-13 0,0 0 14 16,-9 6-10-16,9-6 4 0,-4 11-14 0,4-11-11 15,-2 13-12-15,2-13-40 0,-1 15 28 0,1-15-38 16,2 19 33-16,-2-19-40 0,5 19 29 0,0-10-24 16,-1 0 25-16,6 1-38 0,-2-1 25 0,1 0-56 15,1-1-37-15,3-1-104 0,-1-1-45 0,2 0-92 16,0-1-78-16,0-1-78 0,-1-2-64 0,0 0-16 16,3 0-65-16,-1-1-537 0,-1-1-771 0</inkml:trace>
  <inkml:trace contextRef="#ctx0" brushRef="#br0" timeOffset="233022.1494">1095 11319 365 0,'0'0'628'0,"-7"-12"-40"0,7 12-1 0,-7-14 74 16,7 14-123-16,-5-15-38 0,5 15-44 0,-6-16-21 0,6 16-27 16,-4-15-44-16,4 15-32 0,-4-13-49 15,4 13-45-15,-2-12-46 0,2 12-40 0,0 0-35 16,0-15-24-16,0 15-17 0,0 0-20 0,10-7-12 15,-10 7-5-15,0 0-9 0,20 1-4 0,-20-1-7 16,18 6 1-16,-10-1-12 0,-1 1 3 0,3 0-4 0,-1 1-29 16,0 2 31-16,0-1-33 0,-2 0 37 0,-1 1-34 15,1-1 33-15,-3 1-31 0,1-1 35 0,0 1-33 16,-5-9 41-16,4 16-38 0,-4-16 32 0,2 13-33 16,-2-13 34-16,0 12-33 0,0-12 37 15,0 0-30-15,-2 13 31 0,2-13-35 0,0 0 37 0,0 0-35 16,-6 8 40-16,6-8-36 0,0 0 51 0,0 0-42 15,-8-8 36-15,8 8-43 0,-3-10 33 0,3 10-40 16,0-17 36-16,0 17-2 0,1-22-10 0,1 11-3 16,3-2-7-16,-2-1-14 0,1-1-30 0,0 3-30 15,1-2-31-15,-1 1-37 0,2 1-59 0,0 1-56 16,0 1-70-16,0 2-74 0,-1 1-19 0,3-1-123 16,-8 8-4-16,14-9-125 0,-14 9-529 0,12-7-806 15</inkml:trace>
  <inkml:trace contextRef="#ctx0" brushRef="#br0" timeOffset="234022.2185">1382 11170 864 0,'13'-2'682'16,"-13"2"-53"-16,0 0-15 0,0 0 5 0,0-17-14 0,0 17-21 16,0 0-62-16,0-12-44 0,0 12-41 0,0 0-95 15,0 0-14-15,0-15-92 0,0 15-4 0,0 0-80 16,0 0 23-16,0 0-17 0,0 0 9 0,0 0-49 15,0 0 20-15,14 6-27 0,-14-6-111 0,8 13 0 16,-5-6 0-16,2 2 0 0,-1 1 0 0,1-1 0 16,0 3 0-16,-1-2 0 0,0 2 0 0,0-1 0 15,0 0 0-15,-1 1 0 0,-1-1 0 0,3 0 0 16,-3-1 0-16,0 1 0 0,-2-11 0 0,3 18 0 16,-3-18 0-16,3 15 0 0,-3-15 0 15,3 13 0-15,-3-13 0 0,1 10 0 0,-1-10 0 0,0 0 0 16,2 11 0-16,-2-11 0 0,0 0 0 0,0 0 0 15,0 0 0-15,0 0 0 0,0 0 0 0,4-15 0 16,-4 15 0-16,3-16 0 0,-3 16 0 0,5-20 0 0,-1 9-58 16,-2 0 42-16,3 0-38 0,-1 1 45 15,0-1-40-15,1 3 58 0,-2-3-52 0,0 2 50 16,4 1-43-16,-7 8 46 0,7-15-41 0,-7 15 37 0,8-11-40 16,-8 11 49-16,8-8-47 0,-8 8 24 0,9-6-13 15,-9 6 39-15,11-3-45 0,-11 3 51 16,14 0-45-16,-14 0 41 0,13 3-37 0,-13-3 45 15,19 3-47-15,-19-3 45 0,19 4-43 0,-6-2 45 0,-2 0-31 16,0-1-15-16,3 1 50 0,0-1-50 0,1-1 43 16,-1 0-47-16,2 0 47 0,0-1-45 0,0 1 45 15,-2-2-44-15,1-1 47 0,-2 0-52 0,1 0 48 16,-1 0-38-16,-3-1 38 0,2-1-41 0,-3-2 45 16,0 1-46-16,-1-3 49 0,-1 0-49 0,0-2 46 15,-1 2-45-15,-2-3 48 0,-1 3-43 0,-2-3 44 16,2 2-29-16,-3 10 51 0,3-19-32 0,-3 19 44 15,1-16-54-15,-1 16-3 0,0-13 4 16,0 13-4-16,-1-12-9 0,1 12 0 0,-6-9 0 0,6 9 0 16,0 0 0-16,0 0 0 0,0 0 0 0,0 0 0 15,-14 4 0-15,14-4 0 0,-6 12 0 0,6-12 0 16,-6 15 0-16,6-15 0 0,-6 19 0 0,6-19 0 16,-4 19 0-16,4-9 0 0,-2 2 0 0,2-12 0 15,0 24 0-15,2-14 0 0,-2 2 0 0,3-1 0 16,-1 0 0-16,2-1 0 0,-1 0 0 0,1 0 0 15,0-2 0-15,0 0 0 0,2-1 0 0,-6-7 0 0,13 11 0 16,-13-11 0-16,17 8 0 0,-17-8 0 0,19 5 0 16,-19-5 0-16,23 1 0 0,-23-1 0 0,24-3 0 15,-11 1 0-15,0-1 0 0,-1 0 0 0,1-1 0 16,-1-2 0-16,2 1 0 0,-3-1 0 0,2-1 0 16,-2-1 0-16,-1-1 0 0,1 0 0 0,-2-1 0 15,0-4 0-15,0 2 0 0,0-5 0 0,-2-2 0 16,-1-1 0-16,-1-1 0 0,2-4 0 0,-3 0 0 15,1-5 0-15,-1-3 0 0,0 0 0 0,-1-1 0 16,-1-1 0-16,-1 0 0 0,-1-2 0 0,-2 0 0 16,-2 0 0-16,-1-2 0 0,-3 1 0 0,2 4 0 15,-4 3 0-15,2 3 0 0,-2 0 0 0,-1 4 0 16,1 5 0-16,0 1 0 0,-1 1 0 0,3 4 0 16,-2 2 0-16,-2 2 0 0,4 4 0 0,-1 0 0 0,9 5 0 15,-21 2 0-15,12 5 0 0,0 3 0 16,-1 2 0-16,2 6 0 0,1 2 0 0,2 4 0 15,1 1 0-15,3 3 0 0,2 6 0 0,3 0 0 0,3 7 0 16,2 0 0-16,2 0 0 0,2-1 0 0,1 0 0 16,2-2 0-16,-1-1 0 0,3-2 0 0,1-1 0 15,-1-3 0-15,1-2 0 0,-3-4 0 16,1-2 0-16,-1-1 0 0,-1-1 0 0,-4-3-92 0,-2-2-764 16,0-2-58-16,-4-1-257 0,-2-1-461 0,-1-1-1293 15</inkml:trace>
  <inkml:trace contextRef="#ctx0" brushRef="#br0" timeOffset="234439.1766">2739 11200 182 0,'0'0'749'0,"0"0"-170"0,15-1-52 16,-15 1-39-16,0 0-16 0,0 0 3 0,15 2-40 16,-15-2-21-16,0 0-28 0,0 0-10 0,0 0-8 15,0 0-16-15,-8 11 19 0,-2-8 1 0,-2 4-8 16,-3-1-85-16,-5 3 68 0,-5 2-46 0,-5 2 35 15,-7 2-318-15,-7 2-18 0,-10 5 0 0,-7 2 0 16,-8-1 0-16,-6 5 0 0,-21 4 0 0,-4 4 0 16,-9 0 0-16,0 3 0 0,-7-1 0 0,-3 3 0 15,-2 0 0-15,-1 0 0 0,1 1 0 0,-2 0 0 16,2 1 0-16,3-2 0 0,5-3 0 0,7 1 0 0,7-3 0 16,20-8 0-16,7 1 0 0,3-3 0 0,8-1 0 15,7-4 0-15,12-3 0 0,4-3 0 0,7-3-73 16,8-3-536-16,2-2-107 0,6-1-104 0,1-5-173 15,14-1-584-15,-13 0-1225 0</inkml:trace>
  <inkml:trace contextRef="#ctx0" brushRef="#br0" timeOffset="241411.0463">11454 15890 71 0,'0'0'109'0,"0"0"26"16,0 0-33-16,0 0-23 0,12 2-8 0,-12-2 1 15,0 0-3-15,0 0-3 0,0 0-1 0,0 0 7 16,12 1 10-16,-12-1 10 0,0 0 11 0,0 0 8 15,0 0 20-15,0 0 15 0,0 0 13 0,9 4 6 16,-9-4-6-16,0 0-11 0,0 0-2 16,0 0 32-16,0 0-32 0,0 0 5 0,0 0 10 0,0 0 4 15,0 0 0-15,0 0-5 0,0 0-2 0,0 0-9 16,0 0-7-16,0 0-4 0,0 0-12 0,0 0-20 16,0 0-8-16,0 0-13 0,0 0-5 0,0 0-2 15,0 0 4-15,0 0 7 0,6 7 0 0,-6-7 4 16,0 0 2-16,0 0 40 0,1 13-24 0,-1-13-13 15,1 12 2-15,-1-12 15 0,0 14-29 0,0-14-2 16,0 19 44-16,0-19-27 0,0 24-1 0,0-11 42 0,0 0-57 16,-1 4 18-16,0 0-45 0,1 2 18 15,0 0-10-15,0 1 0 0,1 5 6 0,-1-2-4 16,1 2 14-16,0 0 4 0,0 0-10 0,0 2-9 0,1-1-13 16,0 0 6-16,-2 1 17 0,3 0 9 15,-1 0 13-15,0 1-52 0,0-1 21 0,0 1-44 0,1 0 23 16,-1 3-37-16,0-4 33 0,1 4-35 0,-1 0 109 15,2 0-48-15,0 0 28 0,2 0-41 0,-2-1-19 16,2 1-37-16,-1-1 0 0,0 1 0 0,2-2 0 16,-1 2 0-16,0-1 0 0,-1-1 0 0,1 0 0 15,2 1 0-15,-2-1 0 0,0 0 0 0,0 0 0 0,0-4 0 16,-2 0 0-16,4 0 0 0,-4 0 0 0,0-1 0 16,3-1 0-16,-4 0 0 0,4 1 0 0,-4-4 0 15,2 2 0-15,0-2 0 0,-3-1 0 0,2-2 0 16,0-1 0-16,-1 1 0 0,2-1 0 0,-1 0 0 15,-1-1 0-15,1 0 0 0,-1 0 0 0,0-2 0 16,2 1 0-16,-2 0 0 0,0-1 0 0,1-3 0 16,0 2 0-16,-1-1 0 0,-1 2 0 0,2-1 0 0,0 0 0 15,-1 0 0-15,0 0 0 0,0-1 0 0,2 3 0 16,-2 0 0-16,0-3 0 0,2 0 0 0,-3 0 0 16,2 0 0-16,1 0 0 0,-3-2 0 0,3 2 0 15,-1-2 0-15,-1 0 0 0,0 0 0 0,-3-9 0 16,6 16 0-16,-6-16 0 0,4 12 0 0,-4-12 0 15,4 12 0-15,-4-12 0 0,3 8 0 0,-3-8 0 0,0 0 0 16,5 11 0-16,-5-11 0 0,0 0 0 0,0 0 0 16,5 8 0-16,-5-8 0 0,0 0 0 0,0 0 0 15,0 0-90-15,0 0-65 0,0 0-62 0,0-16 28 16,0 16-68-16,0 0 29 0,2-15-52 0,-2 15 77 0,2-10-81 16,-2 10 52-16,0 0-53 0,2-13 84 15,-2 13-43-15,0 0 84 0,0 0-26 0,2-13 83 0,-2 13-30 16,0 0 73-16,0 0-35 0,0 0 70 15,0 0-44-15,2-10 64 0,-2 10-44 0,0 0 83 0,0 0-34 16,0 0 96-16,0 0-56 0,0 0 84 0,0 0-66 16,0 0 68-16,0 0-84 0,0 0 62 0,0-12-83 15,0 12 66-15,0 0-88 0,0 0 65 0,0 0-79 16,-4-11 71-16,4 11-81 0,0 0 69 0,0 0-84 0,0 0 29 16,-4-8-119-16,4 8-7 0,0 0-135 0,0 0-77 15,0 0-82-15,-7-7-110 0,7 7-515 0,0 0-672 16</inkml:trace>
  <inkml:trace contextRef="#ctx0" brushRef="#br0" timeOffset="244193.338">5150 15986 503 0,'0'0'435'0,"-10"-15"-40"15,4 9-57-15,-4 0-61 0,1 1-17 0,-2 2-38 16,-2 0-5-16,0 1-27 0,-2 2-3 0,1 1 2 16,-3 1-22-16,1 3-14 0,-1 2 0 0,0 3-6 15,-1 2-1-15,2 0-11 0,-3 7-23 16,1 1 17-16,3 2-29 0,2 1-20 0,-1 0-6 0,3 2 46 16,1 0-79-16,4-2 48 0,1 0-69 0,2 1 50 15,1-1-70-15,2-3 51 0,1 0-62 0,3 1 59 16,2-1-67-16,1-3 62 0,2 1-65 0,1-2 61 15,1-5-62-15,2 0 64 0,0-4-65 0,1 0 68 16,1-3-67-16,1-3 69 0,0-2-73 0,2-1 66 16,0-2-68-16,4-3 68 0,-1-3-61 0,0-1 73 15,-1-4-76-15,2-2 8 0,-2-1 3 0,-1-1 5 16,-1-2 1-16,0 1 5 0,-1-1-3 0,-2 0 1 16,-1 5 2-16,-1-1 1 0,0 2 1 0,-3 5 0 15,0-3-2-15,1 3 0 0,-2 0-1 0,-1 4 4 0,0 2 35 16,-8 4 15-16,17-5-5 0,-17 5-1 15,16 2-3-15,-16-2 6 0,16 9 5 0,-9-2-5 0,1 0 6 16,-2 2-6-16,-2 0-4 0,1 2-6 0,-3-1-1 16,0 0-11-16,-2-10-6 0,-1 24-5 15,-2-12 4-15,-1 2-4 0,-3 0 13 0,-1-1-14 16,-1 1-9-16,-4 0 0 0,0 0-1 0,-2-3 0 0,-1 1-4 16,0-2-2-16,-1 0 5 0,2-3-7 0,1 1-2 15,0-3-8-15,2-1-21 0,1-2-43 16,11-2-39-16,-20 0 71 0,20 0-55 0,-12-4 62 0,12 4-69 15,-8-14 56-15,8 14-43 0,-1-20 66 0,3 9-44 16,2-2 15-16,1-1 12 0,1 1 9 0,3-2 12 16,-1 1 15-16,1 1 49 0,0 0 7 0,2 1 22 15,-1 1 21-15,1 2-3 0,1 0 19 0,-1 1-19 16,1 2-10-16,-3 1-7 0,2 2-3 0,2 2 66 16,-13 1-24-16,23 2-13 0,-11 1 1 0,1 3-17 15,0 0 0-15,-2 0-16 0,1 3 7 0,0 0-5 0,-3 1-19 16,1 0-2-16,0 2-6 0,-2-1-8 15,0 0-4-15,-1 1-12 0,0-2 0 0,0 2-1 16,-2-3 39-16,-1 0-49 0,1-2-6 0,0 2 11 0,-5-9-7 16,7 10 1-16,-7-10 1 0,7 10 5 0,-7-10-1 15,6 6 0-15,-6-6-3 0,0 0 1 0,13 2 2 16,-13-2-6-16,9-5 7 0,-9 5-6 16,10-14 2-16,-5 6-5 0,1-2-1 0,-2 0 1 0,1-3-2 15,-1 1 4-15,0-2 1 0,0 3-2 0,-1 0-1 16,0 0 0-16,1 3 0 0,-4 8 1 15,5-17-6-15,-5 17-2 0,4-11 3 0,-4 11-5 0,0 0 0 16,7-9 6-16,-7 9 3 0,0 0-3 0,10 6 1 16,-10-6 5-16,9 11-2 0,-4-4 1 0,1 0 4 15,0 2-1-15,2 0-2 0,0 0 1 0,0 1 3 16,2 0-2-16,1-1 2 0,1-1-1 0,1-1 4 16,0 0-4-16,-1-1 1 0,3-2 0 0,-3 0 1 15,2-3 0-15,-1 0 0 0,1-1 2 0,-1-1-5 16,-2 0 5-16,2-4-6 0,-1 2 1 0,0-6-2 15,-2 2 2-15,-1-3-2 0,-2-1 4 0,0-2-2 16,-3-3 4-16,-1-1-6 0,-2-1-33 0,-1-1 36 16,-3-5-30-16,-2 1 36 0,-3-6-34 0,-1 3 36 0,0 0 2 15,-3 1-5-15,3 4 1 0,0 0-6 16,-2 2-2-16,2 3 2 0,1 3-4 0,1 1-3 0,0 0-2 16,1 5 1-16,6 7-5 0,-9-12 2 15,9 12 4-15,0 0 33 0,0 0 3 0,-10 4 11 0,10-4 10 16,-1 14 20-16,3-4-31 0,0 2 7 0,0 4 10 15,2 0-37-15,-1 2 21 0,1 3-31 0,1 0 24 16,2 0-9-16,-2-1-8 0,1 2 3 0,-1-1-10 16,0 0-2-16,0-1-2 0,1-3 3 0,-1-1-3 15,-1 0-5-15,1-1-3 0,-1-1 4 0,0-1-2 16,-1-2-7-16,2-1-6 0,-5-10 4 0,7 15-3 16,-7-15 0-16,7 9-8 0,-7-9 5 0,0 0-2 15,11 2 3-15,-11-2-24 0,8-8 0 0,-8 8 3 16,9-16 9-16,-5 6 5 0,2-1 1 0,0 0 2 15,1-2 8-15,1 1-4 0,1 0-29 0,1 0 36 16,3-2-25-16,1 2 30 0,2 1-27 0,0 1 42 16,2 1-40-16,2 2 34 0,0 0-31 0,3 2 34 15,2 2-26-15,1 1 33 0,-4 4-1 0,4 0-3 16,1 2-1-16,-3 1-3 0,-1 2-1 0,-1 2-3 16,-1-1 5-16,-2 3-9 0,-2-1 3 0,-2 2-1 15,-3-1 2-15,-1 0-3 0,-3 1-1 0,-2-3 3 0,-2 1-2 16,0 0 2-16,-4-10 1 0,2 16 2 0,-2-16 5 15,-1 16 8-15,1-16 18 0,-7 12-5 16,7-12-1-16,-9 7 81 0,9-7 41 0,-12 3-15 16,12-3-25-16,-11 0-41 0,11 0 8 0,-12-7-46 0,12 7 14 15,-12-15-34-15,6 6 18 0,2-1-38 0,-1-3 18 16,2 0-26-16,1-2 22 0,2 2-59 0,0 1-15 16,1-1-110-16,1 1 3 0,2 1-72 0,2 1-29 15,1 0-51-15,1 0-51 0,1 4-75 0,0 0-62 16,0 2-11-16,-9 4 19 0,21-5-59 0,-21 5-62 15,21 2-388-15,-10 1-614 0</inkml:trace>
  <inkml:trace contextRef="#ctx0" brushRef="#br0" timeOffset="244725.8521">6603 16209 246 0,'0'0'679'0,"0"0"-69"0,10-5-8 16,-10 5-64-16,7-7-20 0,-7 7-44 0,10-11 3 15,-4 4-97-15,1-1-1 0,0-1-61 0,1 3 2 16,3-2-84-16,-2 2-12 0,1-1-51 0,1 2 6 15,0 0-64-15,0 2 4 0,1 1-51 0,0 0 16 0,-12 2-42 16,26 2 17-16,-13 1-39 0,0-1 28 16,1 4-13-16,-1 0-7 0,-2 0-6 0,-1 3 0 15,0 0-8-15,-3-1-2 0,-3 2 5 0,-1-2-12 0,-3-8 1 16,2 19 0-16,-2-19 0 0,-2 19-2 0,-2-10 1 16,-1 0 0-16,0-1 0 0,-2-1-1 15,0-1-4-15,7-6 6 0,-15 9 2 0,15-9-6 0,-18 4 3 16,18-4-3-16,-20 0 0 0,20 0 2 0,-19-4 0 15,9-1-2-15,2-1 2 0,0-2-2 0,1 0-8 16,2-3 0-16,-1 1-27 0,4-2-5 0,0 1-45 16,2-2 8-16,1 0-44 0,1 0-30 0,2-1-5 15,2 1-6-15,1-1 17 0,-1 0-28 0,2 1 24 16,2 1 12-16,-2 0 15 0,1-1-4 0,1 1 19 16,-1 0 13-16,1 2 14 0,-2-2 21 0,1 2 8 15,-1-1 10-15,-1 0 9 0,-1-1 23 0,0 0 45 16,-1 2 16-16,-2-2 27 0,0 2 27 0,-2-2 30 15,0 0-11-15,-1-1 54 0,-1 3 33 0,1-2-33 16,-1 1 9-16,1 11 11 0,-2-18 1 0,2 18-55 16,-2-15-9-16,2 15-46 0,-1-12-1 0,1 12-37 15,0 0 173-15,0 0-46 0,0 0-3 0,0 0 0 16,6 10-21-16,-2 0-149 0,0 0-8 0,1 5 0 16,1-1 0-16,0 5 0 0,1 3 0 0,0 0 0 0,2 3 0 15,-1 3 0-15,1-1 0 0,0-1 0 0,0 2 0 16,1 0 0-16,-3-3 0 0,0-1 0 0,1-2 0 15,-2 0 0-15,0-2 0 0,-1 0-185 0,-1-3-249 16,2-4-119-16,-3 2-78 0,0-3-109 0,0-2-72 16,-3-10-721-16,5 16-1169 0</inkml:trace>
  <inkml:trace contextRef="#ctx0" brushRef="#br0" timeOffset="244976.5863">7064 16119 547 0,'0'-15'757'15,"0"1"-49"-15,0 1-31 0,1-1 11 0,0 1-113 16,2 0 35-16,-3 2-13 0,2 0-60 0,-2 11-62 16,2-17-126-16,-2 17-56 0,2-14-85 0,-2 14 14 15,0 0 25-15,0 0 3 0,0 0-41 0,0 0 15 16,14 8-206-16,-10 0-18 0,0 2 0 0,2 3 0 16,-1 0 0-16,1 2 0 0,-1 0 0 0,0 2 0 0,3 2 0 15,-2 0 0-15,2 0 0 0,0 0 0 16,2 1 0-16,-1-1 0 0,0-2 0 0,2-1 0 15,-2 2 0-15,1-3 0 0,-2-2 0 0,0 0-229 0,0-2-297 16,-1-1-38-16,0 0-109 0,0-2-29 0,-1 0 4 16,0-2-62-16,2-1-517 0,-8-5-884 0</inkml:trace>
  <inkml:trace contextRef="#ctx0" brushRef="#br0" timeOffset="245349.0271">7357 16298 186 0,'0'0'660'16,"4"-9"-56"-16,-4 9-30 0,5-9-25 0,-5 9-55 15,7-12-53-15,-7 12-1 0,11-12-29 0,-11 12-74 16,13-11-52-16,-4 5-48 0,1 1-31 0,1 0-33 16,3 0-35-16,0-1-57 0,3 2 17 0,0 1-21 15,2-2-17-15,-1 3-9 0,3-3-14 0,-1 3-5 16,-1-2-9-16,1 2-1 0,-1-2-7 0,-2 0-17 16,1 2-16-16,-3 0-9 0,-1-2 3 0,-2 2-3 15,-1-3 1-15,-1-1-2 0,-2 2-25 0,-2-2 39 0,-6 6-26 16,6-12 35-16,-6 12-35 0,-1-11 49 15,1 11-33-15,-6-11 28 0,6 11-32 0,-13-10 6 16,13 10 4-16,-17-6 2 0,17 6 12 0,-18-4 5 16,18 4 3-16,-20 1 35 0,20-1 23 0,-23 5-16 0,11 0 65 15,-2 3-42-15,2-1 47 0,0 3 19 0,-1 0-20 16,1 2 36-16,2 1-27 0,1-1-25 16,3 2-14-16,0-1-15 0,3 0-18 0,3-13 18 0,1 25-8 15,3-13-12-15,3 1-5 0,4 0-9 0,3-1-13 16,2-2 4-16,3 2-19 0,2-3-67 0,1-2-79 15,2 0-39-15,0-2-49 0,1-2-71 0,0-1-17 16,-1 1-102-16,-1-2 45 0,0-1-130 0,-2-1-30 16,-1-2-25-16,-1-1-79 0,0-3-367 0,-3 0-602 15</inkml:trace>
  <inkml:trace contextRef="#ctx0" brushRef="#br0" timeOffset="245695.2485">7971 16172 606 0,'-5'-11'522'0,"1"2"40"0,-1 0 17 16,1-1-91-16,0 1 14 0,1 0-22 0,3 9 26 15,-4-17-68-15,4 17 6 0,-2-17-71 0,2 17-12 16,4-13-62-16,-4 13-8 0,10-13-65 0,-10 13 9 16,14-11-35-16,-14 11-4 0,22-4-6 0,-8 1-6 15,0 3-39-15,4 3-19 0,-2 0-97 0,2 0 68 16,0 3-20-16,1 1-42 0,0 2-35 0,-1 2 0 16,1 1 0-16,-1 1 0 0,-2 1 0 0,-1 2 0 15,0-1 0-15,-1 1 0 0,-2 0 0 0,-1 0 0 0,-1-1 0 16,-2-1 0-16,-2-3 0 0,0 2 0 15,-2-2 0-15,1-2 0 0,-5-9 0 0,4 17 0 0,-4-17 0 16,1 12 0-16,-1-12 0 0,0 0 0 0,-2 12 0 16,2-12 0-16,0 0 0 0,0 0 0 0,0 0 0 15,-4-12 0-15,4 12 0 0,5-20 0 0,2 5 0 16,2-3 0-16,4-5 0 0,3-2 0 0,4-2 0 16,3 0 0-16,0 1 0 0,3 2 0 0,1 3 0 15,1 0 0-15,-3 5 0 0,2 3 0 0,-4 0 0 16,0 5 0-16,-2 1-72 0,-5 3-395 0,3 0-77 15,-2 3-79-15,-4 1-93 0,-13 0-54 0,20 6-813 16,-20-6-1232-16</inkml:trace>
  <inkml:trace contextRef="#ctx0" brushRef="#br0" timeOffset="250552.5405">6011 16958 409 0,'-11'-20'533'0,"-3"-1"-52"0,0-3-12 16,-2 3-35-16,3-1 13 0,3 3-72 15,-2 0 19-15,3 1-107 0,1 4 9 0,0 2-43 0,2 0-57 16,1 3-36-16,5 9 27 0,-5-9 36 0,5 9-6 15,0 0 5-15,2 11-14 0,1-1-15 0,-1 5 11 16,1 3 6-16,1 4-41 0,-1 3-29 0,1 3-26 16,-2 3 12-16,-1 2-53 0,1 2 12 0,-2 0-41 15,1 0 19-15,-1 1-42 0,0-2 25 0,0 2-39 16,0-4 23-16,1-2-95 0,0-3-41 0,1 2-128 16,0-4-117-16,2 0-85 0,0-2-151 0,0-2-15 0,2-7-31 15,0 1-146-15,0-4-323 0,2 0-718 0</inkml:trace>
  <inkml:trace contextRef="#ctx0" brushRef="#br0" timeOffset="250962.0495">5556 17198 324 0,'-29'-11'654'16,"3"0"-25"-16,4 2 47 0,1-2-122 0,3 3 18 15,1 2-102-15,3-2-5 0,1 3-129 0,3-1-12 16,1 1-108-16,9 5 3 0,-10-6-80 0,10 6 25 15,0 0-95-15,0 0 63 0,15-3-69 0,-2 5 33 16,6-1-63-16,6 3 43 0,4 0-64 0,8 1 42 0,8 1-56 16,4 0 35-16,2-1-125 0,4 1-5 0,3-3-135 15,2 0-15-15,2-1-63 0,-1 0-34 0,0-1 2 16,-2 0-10-16,-4-2 22 0,-4 0 49 0,-8-1 39 16,-6 0 49-16,-4-1 40 0,-6-1 34 0,-5-2 25 15,-5-1 31-15,-2 0 19 0,-5-2 25 0,-3 2 33 16,-3-2 78-16,-4 9-6 0,4-16 32 0,-4 16 7 0,-7-19 38 15,3 10 15-15,-2 0-38 0,0 1 45 16,-3 0-42-16,1 1 45 0,-1 1-70 0,0 1 58 0,-1 1-82 16,0 1 41-16,10 3-74 0,-21-2 68 0,21 2-46 15,-21 4 52-15,10 0-81 0,-1 2 62 0,1 1-42 16,-1 3 36-16,3 1-56 0,1 0 39 0,0 1-54 16,3 1 44-16,2-1-37 0,1 1 51 0,3-2-65 0,1 4 44 15,4-1-59-15,3-1 41 0,3 4-58 0,2-4 50 16,5 0-53-16,4 0 40 0,4-1-93 0,1-2-4 15,0-2-185-15,2-1-62 0,-2-2-98 0,0-2-94 16,0 1-51-16,0-4-79 0,0 1-431 0,-5-1-678 16</inkml:trace>
  <inkml:trace contextRef="#ctx0" brushRef="#br0" timeOffset="251297.9005">6722 17208 290 0,'-7'-17'899'0,"3"7"-127"15,1-1-84-15,-2 1 28 0,3-1-124 0,0 0-37 16,2 11-98-16,-3-19-33 0,3 19-101 0,0-14-59 0,0 14-32 16,5-12-26-16,-5 12-22 0,11-4-24 15,-11 4-18-15,16 1-5 0,-3 3-31 0,0 2-20 0,2 2-12 16,0 2-11-16,1 2-11 0,0 2 11 0,-1 1-38 16,-1 0 14-16,-1 1-27 0,0 0 26 0,-2 1-35 15,-1-1 6-15,-2-1-9 0,-1-2 2 0,1 1-2 16,-3-2-3-16,1-1 0 0,-2-2 1 0,-1 1 11 15,-3-10-4-15,6 14 0 0,-6-14 2 0,3 11 3 16,-3-11 0-16,0 0-5 0,0 0 1 0,0 0 5 0,0 0-3 16,0 0 19-16,-14-6-25 0,14 6 23 0,-6-16-28 15,4 5 22-15,0-2-25 0,1-2 2 0,-1-2 1 16,3-1-7-16,1 0-1 0,1 0 8 0,2-3-7 16,1 2-7-16,1-1-43 0,0 6-43 0,0-2-76 15,1 2-30-15,1 1-146 0,1 2-59 0,0 2-156 0,-1 1-54 16,1 4-64-16,-10 4-737 0,16-4-1034 15</inkml:trace>
  <inkml:trace contextRef="#ctx0" brushRef="#br0" timeOffset="252112.8649">7215 17212 608 0,'0'0'934'0,"0"0"-177"0,-4-19 27 0,4 19-62 0,-4-17-52 16,4 17-86-16,-3-18-127 0,3 18 104 0,-2-16-56 15,2 16-91-15,0-15-66 0,0 15-71 0,0-12-55 16,0 12-47-16,0 0-26 0,4-13-125 0,-4 13-24 16,0 0 0-16,0 0 0 0,15 2 0 0,-15-2 0 0,13 8 0 15,-13-8 0-15,12 14 0 0,-6-6 0 16,0 1 0-16,1 2 0 0,-2 2 0 0,0-1 0 0,-1 1 0 16,0 0 0-16,0 0 0 0,-1-1 0 0,-1 0 0 15,0 1 0-15,0-2 0 0,0 0 0 0,-2-11 0 16,3 20 0-16,-3-20 0 0,2 15 0 0,-2-15 0 15,3 12 0-15,-3-12 0 0,0 0 0 0,3 10 0 0,-3-10-27 16,0 0-36-16,0 0 8 0,11-8 12 16,-11 8 6-16,8-14 5 0,-4 6 1 0,1-2 10 0,2-1 9 15,-1-1 0-15,1 1 3 0,-2 0-3 0,0 2 4 16,0-1-3-16,2 1 5 0,-2 0 2 0,0 1 0 16,-5 8-2-16,9-13-7 0,-9 13 1 0,8-8 7 0,-8 8 0 15,0 0 2-15,16-2 6 0,-16 2 5 16,10 4 6-16,-10-4-10 0,12 7 11 0,-12-7 13 0,11 13-7 15,-5-6-4-15,-1 1-4 0,2 1 6 0,-2-1-13 16,0 0-22-16,0 1 24 0,0-1 6 16,0-1-6-16,0 3 0 0,-5-10-6 0,8 13 4 0,-8-13-1 15,6 10-23-15,-6-10 24 0,6 10 2 0,-6-10-1 0,6 6-1 16,-6-6 5-16,0 0 5 0,10 5-16 16,-10-5-7-16,0 0-28 0,14-6-31 0,-14 6-4 0,10-12 30 15,-10 12-43-15,9-17 45 0,-5 9-58 0,1-2 51 16,-1 2-20-16,0-3 42 0,1 2-28 0,-2 0 42 15,0 0-25-15,-3 9 37 0,6-15-31 0,-6 15 33 16,4-11-33-16,-4 11 35 0,5-12-34 0,-5 12 35 16,0 0-30-16,5-9 34 0,-5 9-33 0,0 0 33 15,0 0-30-15,0 0 37 0,16 2-38 0,-16-2 36 0,9 5-50 16,-9-5 55-16,12 8-33 0,-12-8 31 0,12 9-35 16,-12-9 39-16,16 10-42 0,-7-5 37 0,0-1-33 15,0-1 36-15,3 1-34 0,-2-1 25 0,0 0-28 16,2 0 29-16,0-2-47 0,-12-1 33 0,23 3-33 15,-23-3 34-15,19-1-35 0,-19 1 39 0,19-3-46 16,-19 3 41-16,17-9-31 0,-9 2 36 0,-2-1-30 0,0 1 34 16,-1-3-34-16,-1-1 38 0,-1 0-32 0,1-1 32 15,-2 0-23-15,-1 0 29 0,-1 12-11 0,2-20 67 16,-2 20-1-16,0-18 3 0,0 18-7 0,0-14-11 16,0 14-13-16,0 0-13 0,0-15-4 0,0 15-4 15,0 0-3-15,0 0 5 0,0 0 9 0,0 0 10 0,0 0-7 16,5 13-2-16,-5-13-11 0,4 15 1 0,1-7 3 15,-2 2-13-15,1 0-4 0,1 0-5 0,-1 1 3 16,1-2-6-16,0 2-85 0,1-2-33 0,-2 1-148 16,0-1-64-16,0 0-194 0,-4-9-97 0,6 15-116 15,-6-15-117-15,2 12-554 0,-2-12-1005 0</inkml:trace>
  <inkml:trace contextRef="#ctx0" brushRef="#br0" timeOffset="252312.5828">7845 16936 477 0,'-9'-19'872'16,"1"0"-106"-16,0 0-49 0,1 1-73 0,0 2-31 15,2 1-73-15,0 2-96 0,0 0-82 0,2 2-63 16,-1 2-63-16,1 0-46 0,3 9-43 0,-3-13-32 16,3 13-25-16,0 0-18 0,0 0-14 0,0 0-12 15,8-3-21-15,-8 3-108 0,8 10-56 0,-2-2-122 0,0 1-136 16,0 3-80-16,0 2-97 0,-1 1-134 0,1 1-582 15,0 3-893-15</inkml:trace>
  <inkml:trace contextRef="#ctx0" brushRef="#br0" timeOffset="253299.2731">7932 17123 692 0,'11'-4'903'0,"-11"4"-142"0,0 0 35 0,8-10-48 15,-8 10 8-15,6-8-120 0,-6 8-40 0,7-9-39 16,-7 9-76-16,5-7-57 0,-5 7-61 0,0 0-75 15,5-9-98-15,-5 9-190 0,0 0 0 0,0 0 0 16,12-2 0-16,-12 2 0 0,12 6 0 0,-12-6 0 16,15 11 0-16,-8-6 0 0,4 4 0 0,-2-2 0 15,1 4 0-15,-1-3 0 0,0 3 0 0,-1 1 0 16,1-3 0-16,-3 2 0 0,1-2 0 0,-2 0 0 0,1-1 0 16,-1 0 0-16,1-1 0 0,-6-7 0 0,9 14 0 15,-9-14 0-15,7 10 0 0,-7-10 0 0,7 7 0 16,-7-7 0-16,0 0 0 0,13 3 0 0,-13-3-192 15,11-3-12-15,-11 3 23 0,15-10-1 0,-7 3 63 0,1 1-10 16,-2-3 58-16,3 1-19 0,-1 0 49 16,0-2-25-16,-1 3 47 0,0-1-27 0,0 0 43 0,0 1-32 15,0 0 40-15,0 1-34 0,-8 6 41 0,13-9-37 16,-13 9 38-16,18-6-28 0,-18 6 40 0,16-3-38 16,-16 3 38-16,18 2-38 0,-18-2 36 0,21 1-38 0,-10 2 37 15,1 0-39-15,0 0 38 0,0 1-38 0,3 1 41 16,0-2-41-16,0 1 38 0,0-1-41 0,2 1 41 15,-1 0-38-15,2-2 39 0,-2 2-42 0,2-3 41 16,0 2-40-16,-1-2 39 0,1 1-39 0,-4-2 41 16,2 0-38-16,-2-3 34 0,0 1-36 0,-1-1 40 15,-1-1-36-15,2-2 33 0,-3-1-30 0,1-2 30 0,-3 0-34 16,-1-1 40-16,-1 0-38 0,-1 0 35 16,-2 0-25-16,-1 0 38 0,-3 10-36 0,3-18 38 0,-3 18-40 15,-1-14 33-15,1 14-40 0,-5-13 3 0,5 13 3 16,-11-8 37-16,11 8-36 0,-13-3 38 0,13 3-35 15,-17 1 42-15,17-1-22 0,-16 6 27 0,8-1-36 16,-1 1 31-16,1 1-34 0,1 0 24 0,1 2-31 16,-1 0 28-16,3-1-33 0,0 1 28 0,2 0-30 15,2-9 30-15,-4 17-32 0,4-17 29 0,0 14-30 0,0-14 30 16,3 13-26-16,-3-13 26 0,4 12-33 0,-4-12 34 16,6 8-31-16,-6-8 28 0,10 4-31 0,-10-4 28 15,0 0-30-15,16 1 35 0,-16-1-35 0,14-5 28 16,-14 5-25-16,13-11 13 0,-6 4-17 0,-1-2 32 15,1-3-31-15,0 2 14 0,-2-1-11 0,1 0 1 16,-1 2-2-16,0 0 16 0,-1 1-3 0,-4 8 23 0,6-15 15 16,-6 15-6-16,5-10-14 0,-5 10-8 15,5-10 2-15,-5 10-2 0,0 0-4 0,0 0-2 0,0 0 1 16,13 2 7-16,-13-2-6 0,6 9 25 0,-6-9-24 16,7 11 3-16,-3-3-6 0,1 1 24 0,1 1-29 15,0-2 10-15,0 3-9 0,2-1 22 0,1 0-28 0,2 0 22 16,0-1-22-16,2 0 27 0,3 1-23 0,2-2 17 15,-1-3-20-15,1 1-1 0,1-2 8 0,-2 0-6 16,2-3 3-16,0 0 3 0,-1-2 1 0,-1 0 1 16,1-3-7-16,-1 0 4 0,2-5-1 0,-1 0-2 15,-2-5-1-15,-2-1-1 0,-1-4 8 0,-1-5-3 16,-3-3-5-16,-2-3-39 0,-2-2 50 0,-3-4-27 0,-2-1 35 16,-1-7-8-16,-2 0 0 0,-3-2 30 0,-1 0 4 15,-3 1-7-15,0 2-1 0,-2 3 5 0,-1 3 85 16,3 7-42-16,2 4 32 0,0 6-87 15,1 2-27-15,1 5 0 0,1 5 0 0,5 8 0 0,-7-6 0 16,7 6 0-16,-5 8 0 0,5-8 0 0,0 27 0 16,5-4 0-16,2 6 0 0,2 7 0 0,5 5 0 15,0 2 0-15,6 8 0 0,1 2 0 0,0-2 0 16,2-1 0-16,-5-9 0 0,-1-1 0 0,1-2 0 16,-1-3 0-16,0 0 0 0,-2-3 0 0,-2-6 0 15,0-2 0-15,-3-4 0 0,-1-1 0 0,0-2-415 16,-3-3-470-16,-1-2-101 0,1 0-877 0,-2-2-1578 0</inkml:trace>
  <inkml:trace contextRef="#ctx0" brushRef="#br0" timeOffset="257698.7108">12571 16065 174 0,'0'0'617'0,"-2"-19"-169"0,2 19-8 0,-4-19-8 15,4 19-39-15,0-18-84 0,0 18-35 0,-4-16 42 0,4 16-7 16,-2-13-48-16,2 13-57 0,-1-11-44 16,1 11-41-16,0 0-25 0,0 0 11 0,0 0 17 15,0 0-36-15,0 0 4 0,0 0-4 0,5 12-6 16,-3-1-4-16,0 1 30 0,2 2-45 0,-2 1 16 15,1 3-38-15,-1-1 19 0,5 3-31 16,-4 3 18-16,1-1-7 0,0-1-10 0,-1 2-5 0,1 0-5 16,0-1-5-16,1-1 2 0,0 0-7 0,1 0-2 0,-3-4-3 15,3 3 2-15,-2-5 0 0,-1-1-2 0,4 1 2 16,-5-4-5-16,1-1-8 0,1 1-8 0,-4-11 2 16,4 17 6-16,-4-17 1 0,3 12 6 15,-3-12 5-15,0 0-10 0,4 11-6 0,-4-11-20 0,0 0 6 16,0 0 4-16,0 0 0 0,-9-7 5 0,4 0 2 15,1 0 9-15,-7-4-5 0,2 1 7 0,-2-5-3 16,-3 2 2-16,-1 0 2 0,0-2-7 0,-2 2 10 16,-1 0-8-16,0 3-1 0,-4-2 6 0,-1 3-1 15,-4 0 0-15,-4 3-3 0,3 2 10 0,-3 2-7 16,0 2 2-16,-5 2-1 0,2 2 1 0,-1 2-2 16,1 1-3-16,3 2 7 0,4 2-1 0,2 0-6 15,6 0 8-15,4 2 5 0,4 0 9 0,2 0-5 16,6 0 16-16,3-1-15 0,3 1 1 0,8 0 9 15,0 1-15-15,9-1 7 0,3 1-5 0,5-1 11 0,4-3-21 16,7 0-1-16,1 0 4 0,2-2-3 16,2-2-8-16,2-2-30 0,2-1-1 0,-8-3-57 15,5 1-11-15,4-2 46 0,1 0-50 0,-5-4 63 16,0 1-52-16,-3-3 59 0,-6 0-53 0,-2-1 67 0,-3-3-49 16,0-2 62-16,-3 0-43 0,-3-2 61 0,-1-2-54 15,-1-2 14-15,-5 0 7 0,0 1 11 0,-5 0 7 16,1 2 41-16,-5 0 16 0,1-1-6 0,-3 4-13 15,-1-1 10-15,-2 1-9 0,-2 1 4 0,0 1-9 16,-2 11 1-16,-2-19-3 0,2 19-5 0,-9-14-5 16,9 14 9-16,-14-10 45 0,14 10 1 15,-20-2-12-15,9 3 7 0,0 2-15 0,-1 0 4 0,-1 2-2 16,2 3-6-16,1 1 7 0,2 1-6 0,-1 0-1 16,5 2-13-16,-2-1 0 0,4 0-8 0,2-11 1 15,2 24-2-15,4-12-5 0,0 1 6 0,5-2-9 16,0 0 1-16,5 0-6 0,-1-1-7 0,4-1-18 15,1 0-24-15,-2-3 11 0,0 1-21 0,1-3-27 16,-2-1 63-16,1 0-57 0,-2-1 56 0,0-2-51 16,-3 0 77-16,1-3-68 0,-3-1 68 0,0-3-55 15,0 0 10-15,0-2 6 0,-4-3 9 0,-1 0 10 16,2-1-2-16,-4-1 3 0,1 0 5 0,-1 1 19 16,0 0 21-16,0 1 19 0,-3 0 15 0,4 2-2 15,-5 10 2-15,4-18-16 0,-4 18 29 0,2-14-28 0,-2 14 17 16,3-12-39-16,-3 12 17 0,0 0-34 15,4-12 25-15,-4 12-25 0,0 0 42 0,0 0-23 0,0 0 34 16,9 4-19-16,-9-4 3 0,6 8-8 16,-6-8-2-16,10 10-12 0,-10-10-9 0,11 14-2 15,-5-6-3-15,4 1-3 0,-4 0-4 0,3 0 0 0,0 0-4 16,1 1-10-16,0-2-14 0,-1 0-44 0,3-1-2 16,-1 1-13-16,-3-1 7 0,2-2 9 0,-1-1 16 15,-9-4 7-15,13 7 9 0,-13-7 7 0,14 2-2 16,-14-2 8-16,11-3 8 0,-11 3 5 0,14-9-2 15,-8 3-1-15,-1-3 4 0,1 2-1 0,-1-1 4 16,0-1 23-16,-1 2 25 0,1-1-29 0,-5 8 37 16,10-17-8-16,-10 17 53 0,7-10-32 0,-7 10 24 15,8-10-54-15,-8 10 27 0,4-7-46 0,-4 7 28 16,0 0-23-16,9-5 26 0,-9 5-39 0,0 0 40 16,0 0-11-16,13 7-6 0,-13-7-7 0,7 9-3 15,-7-9-7-15,7 14-9 0,-7-14 3 0,10 14-40 16,-10-14-36-16,8 16-83 0,-4-8-60 0,3-1-76 15,-3 0-37-15,1 2-137 0,-1-1-37 0,-4-8-179 16,7 13-458-16,-7-13-747 0</inkml:trace>
  <inkml:trace contextRef="#ctx0" brushRef="#br0" timeOffset="257897.888">13634 16146 567 0,'-2'-12'596'0,"-3"1"-80"16,0 2-10-16,1 0-63 0,0 0-46 0,4 9-70 16,-5-15-58-16,5 15-58 0,-6-10-46 0,6 10-46 15,-2-10-62-15,2 10-45 0,0 0-33 0,0 0-93 16,0 0-81-16,11-5-68 0,-11 5-71 0,15 6-91 16,-5-2-465-16,0 1-452 0</inkml:trace>
  <inkml:trace contextRef="#ctx0" brushRef="#br0" timeOffset="258331.2556">14058 16154 464 0,'0'0'468'0,"20"-5"-28"0,-20 5 32 15,14-5-18-15,-14 5-48 0,9-5-11 0,-9 5-9 16,7-6-30-16,-7 6-28 0,0 0-77 0,7-10-27 16,-7 10-62-16,0 0 6 0,0 0-38 0,-9-7 5 15,9 7-34-15,-11 1 16 0,11-1 24 0,-19 7-51 16,8 0 9-16,-1 1-44 0,0 2 27 0,1 1-12 0,-1 2-8 15,-1 1-2-15,3 1-8 0,3 0-6 0,-1-1-4 16,3 2 3-16,1-1-15 0,2 0 1 16,2 0-10-16,2-1 6 0,3 1-10 0,1-2-7 0,3 1 1 15,5-1-4-15,-1-1-20 0,5-1-38 0,0-2-8 16,4 0-22-16,3-2-28 0,0 0-25 0,3-2 0 16,-1-2 5-16,0-1 16 0,1-1 20 0,-5-1-10 15,2-2 10-15,-1 0 7 0,-2-4-5 0,0 1 19 16,-3-3 7-16,0-3 11 0,-2 1 11 0,-2-3 3 15,-3 1 10-15,-1-1 2 0,-2-1 11 0,-2 3 2 16,-1-3-1-16,-3 4 5 0,-1 0-2 0,-2 10 5 16,0-18-1-16,0 18 7 0,-6-16 22 0,6 16 10 15,-11-12 1-15,11 12 10 0,-16-9 7 0,16 9 5 16,-17-1 6-16,17 1 12 0,-17 3-7 0,17-3-4 0,-17 9-2 16,11-3 5-16,1 1 3 0,1 2-4 15,4-9-14-15,-2 17-5 0,4-6-9 0,2-1-2 16,3 2-14-16,0 0 3 0,5-1-63 0,-1 0-59 15,3 0-82-15,3 0 0 0,3-2-124 0,2-1-91 0,5 3-52 16,4-3-106-16,-1 1-520 0,1-3-692 16</inkml:trace>
  <inkml:trace contextRef="#ctx0" brushRef="#br0" timeOffset="259665.0254">14993 16237 631 0,'0'0'489'0,"0"-19"7"15,0 19 12-15,-2-13-29 0,2 13-60 0,-3-12-62 16,3 12-37-16,-7-10 3 0,7 10-39 0,0 0-35 16,-15-2-38-16,15 2-2 0,-13 8-41 0,13-8 13 15,-14 12-18-15,10-4-20 0,-1 1-12 0,1 3-1 16,0 1-20-16,1-2-12 0,2 3-16 0,0-1-14 16,3 0-14-16,1 2-10 0,0-1-6 0,0 0-7 15,4-2-8-15,-1 0 0 0,2 0 5 0,2-2-12 16,1 0-8-16,1-3 1 0,3 1-6 0,-2-3-4 15,2 0-17-15,-1-1 2 0,0-3 6 0,-14-1-16 16,26 0-4-16,-14-3 4 0,2-1 4 0,0-3-9 16,-1 2-1-16,1-4 1 0,-1-2 4 0,1 0 6 15,-1-1 8-15,3-1 16 0,-5 1-42 0,0 1 37 16,2 1-28-16,-1 1 32 0,0 0-28 0,-1 1 34 0,0 0-28 16,0 4 39-16,-2 0-27 0,2 2 34 0,-11 2 12 15,22 0-4-15,-22 0 2 0,19 5 25 16,-9 0-10-16,-1 1-12 0,1 2-6 0,-3 1-2 15,0-2-8-15,-1 3-2 0,-1-1 0 0,-1 0-8 0,1 0 3 16,-3 1-6-16,-2-10-1 0,2 18-3 0,-2-18-1 16,-2 17 7-16,2-17-11 0,-9 13-4 15,4-5-1-15,-2-2-23 0,-1-2-43 0,-2 1-16 0,2-1-14 16,8-4-31-16,-20 2-9 0,20-2 1 0,-19-1 5 16,19 1-22-16,-18-7-7 0,18 7-7 0,-13-10 14 15,8 2 18-15,5 8-1 0,-5-19 19 0,4 8 7 16,3-1 18-16,0 0 18 0,3-2 15 0,0 2 14 15,1-2 9-15,1 3 25 0,2-1 21 0,0 3 39 16,0-1 31-16,0 2 5 0,1 2 11 0,-1 1 32 16,2 1 16-16,-11 4 4 0,21-2-18 0,-21 2 2 15,21 1-14-15,-10 2 26 0,0 1-3 0,1 2-18 16,0 0-17-16,2 2-14 0,-3 1-13 0,3-1-13 16,-3 3-7-16,0-3-9 0,2 3-11 0,-3-3 0 0,0 2-13 15,0-2-3-15,-2-1 3 0,0 0-14 0,0-1 8 16,-2 1-10-16,-6-7 1 0,11 10 5 15,-11-10-1-15,8 7-4 0,-8-7-11 0,0 0-12 16,13 3-12-16,-13-3-10 0,0 0-5 0,11-6 4 0,-11 6 5 16,5-10-35-16,-5 10 22 0,9-15-2 15,-5 6 2-15,-1 0 23 0,1-1-8 0,-1 0-27 0,2 1 42 16,-1-1-23-16,1 1 40 0,-5 9-29 0,7-15 40 16,-7 15-27-16,7-11 32 0,-7 11-26 0,6-8 54 15,-6 8-15-15,11-3 30 0,-11 3 6 0,12 2-2 16,-12-2 7-16,14 6-11 0,-4-2-4 0,-1 3 16 15,1-1-14-15,2 3-12 0,-2 0-8 0,1 0-7 16,1 0-4-16,1 1-10 0,0 0-3 0,-2-2 2 16,2 2-2-16,-1-2-12 0,-1 0-6 0,-1-1-23 15,0-1-22-15,-1 1-15 0,-9-7-2 0,17 8-2 16,-17-8 9-16,16 4 14 0,-16-4 9 0,14 0 9 16,-14 0 3-16,11-5 5 0,-11 5-2 0,9-11 3 15,-6 2 13-15,0-1 0 0,1-3-5 0,-2-2-22 0,-1-4 30 16,1 0-30-16,-2-2 45 0,-1-4-23 15,-1 0 43-15,0 0 10 0,-4 0 5 0,2 0 21 16,-2 3 44-16,0 1 42 0,0 1-51 0,-1 4 22 16,2 1-37-16,-2 3 28 0,1-1-50 0,0 6 16 15,-2 0-29-15,8 7 35 0,-12-6-9 0,12 6 39 16,0 0-8-16,-12 6-4 0,12-6 0 0,-5 13 24 16,5-13-6-16,2 21-25 0,1-5-18 0,1-1-51 0,2 4-31 15,1 1 0-15,4 1 0 0,1 2 0 0,-1 0 0 16,3 1 0-16,-2-1 0 0,0-3 0 0,-1-1 0 15,0-1 0-15,-1-1 0 0,-1-1 0 0,-1-2 0 16,-1-3 0-16,0 2 0 0,-3-3 0 0,-2 1-29 16,-2-11-20-16,6 16-37 0,-6-16 27 0,3 12-25 15,-3-12 36-15,0 0-17 0,1 13 26 0,-1-13-51 16,0 0 32-16,0 0 5 0,0 0 8 0,0 0 6 16,0 0-10-16,0 0-1 0,3-14 5 0,1 4-2 15,-1 1 1-15,4-3 1 0,-1-1 9 0,1 1 8 16,0 1-24-16,2 0 41 0,-1 2-17 0,1-2 22 15,0 3-30-15,1 2 33 0,-1 0 4 0,1 3-3 16,2 1 3-16,-12 2 2 0,24 2 1 0,-11 1-5 16,-1 1 7-16,2 4-5 0,-3-1 1 0,2 0-1 0,-2 4 1 15,1-2-1-15,-1 1-4 0,-2 2 5 16,0-2 0-16,0 0-6 0,-2 1 1 0,-2-3 7 0,0 2-6 16,-1-2-1-16,-4-8 4 0,6 14-1 15,-6-14 0-15,4 12 4 0,-4-12 2 0,0 0 0 0,0 12 2 16,0-12 11-16,0 0 1 0,0 0 49 15,0 0 13-15,0 0-2 0,0 0-8 0,0 0-4 16,-8-6 14-16,8 6-44 0,3-15 25 0,1 5-35 0,-1-2 8 16,2-1-35-16,2-2 31 0,0-2-39 0,3-1 38 15,-2-1-46-15,2 3 32 0,-1 1-37 0,0 2 9 16,0 0-104-16,0 1-6 0,1 2-71 0,-3 1-48 16,0 2-104-16,1 2-52 0,-8 5-49 0,15-6-65 15,-15 6-12-15,9 3-29 0,-9-3-93 0,7 10-486 16,-7-10-746-16</inkml:trace>
  <inkml:trace contextRef="#ctx0" brushRef="#br0" timeOffset="260165.496">16597 16443 185 0,'0'0'572'0,"0"0"-76"15,3 11-6-15,-3-11 38 0,0 0 61 0,0 0-107 16,0 0-27-16,0 0-23 0,0 0-33 0,8-8-23 0,-8 8-31 16,5-7-39-16,-5 7-28 0,10-8-8 15,-10 8-36-15,11-7-36 0,-11 7-36 0,15-4-32 16,-15 4-29-16,16-3-13 0,-16 3-21 0,17 0-14 15,-17 0-14-15,14 4-10 0,-14-4-5 0,16 8-1 16,-16-8-6-16,12 11-4 0,-12-11-4 0,9 14-3 16,-9-14 2-16,6 13-7 0,-6-13-3 0,1 13 0 0,-1-13 1 15,-7 15-6-15,2-8 2 0,0 0-3 0,-3-1-3 16,-2-1 0-16,1 0 3 0,-1-1 6 16,-1 0-5-16,11-4 2 0,-21 4 0 0,21-4 4 0,-20 1 2 15,20-1 4-15,-18-1-6 0,18 1-2 0,-14-6-3 16,14 6-8-16,-9-8-19 0,9 8-19 0,-3-14-11 15,3 14-63-15,5-19-6 0,-1 6-20 16,1-1-9-16,2 0-7 0,2-4-10 0,0-1-15 0,1 0 7 16,1-1 23-16,-1-1 6 0,2-2 28 0,-2 2 31 15,0-3 16-15,-1 2 20 0,0 2 12 0,0-2 35 16,-3 2 6-16,1 0 48 0,1 1 17 0,-3 0 0 16,0 2 33-16,-1 1 22 0,0 3 11 0,0-2 54 15,-1 4 43-15,-1 0 8 0,-2 11-29 0,6-18-38 16,-6 18-32-16,3-12-21 0,-3 12 13 0,0 0 49 15,7-8 20-15,-7 8-18 0,0 0-56 0,9 9 71 0,-9-9-90 16,10 18 66-16,-5-5-20 0,1 0-92 16,1 6-50-16,1-1 0 0,0 2 0 0,1 1 0 0,2 3 0 15,0 2 0-15,1-2 0 0,2 0 0 0,-2 0 0 16,0-1 0-16,-1-2-54 0,-2-2-200 0,0 0-49 16,1-2-92-16,-2-1-98 0,-2-1-82 0,1-2-56 15,-1 0 14-15,1-1-85 0,-1-3-619 0,-1-2-924 16</inkml:trace>
  <inkml:trace contextRef="#ctx0" brushRef="#br0" timeOffset="260392.8215">17122 16220 102 0,'-1'-14'870'0,"1"2"-127"16,0 12-25-16,0-18-52 0,0 18 2 0,-1-17-36 15,1 17-84-15,0-12-42 0,0 12-80 0,0 0-34 16,0 0-50-16,0 0 41 0,0 0-57 0,0 0-61 15,10 3-31-15,-10-3-46 0,7 16-24 0,-2-5-146 16,0 2-18-16,1 1 0 0,-1 1 0 0,1 3 0 16,2 1 0-16,-1 0 0 0,-1 0 0 0,2-1 0 15,1 1 0-15,-3 0 0 0,0-1-188 0,-1-1-191 16,0-2-103-16,0 0-92 0,0 0-34 0,0-2-60 0,-2-2-28 16,0-1-112-16,1-1-384 0,0-1-803 15</inkml:trace>
  <inkml:trace contextRef="#ctx0" brushRef="#br0" timeOffset="260766.7379">17344 16433 371 0,'0'0'646'0,"-1"-15"-8"0,1 15 25 15,-1-13-31-15,1 13-20 0,0-13-66 0,0 13-72 16,0 0-63-16,1-17-63 0,-1 17-57 0,0 0-58 16,1-13-44-16,-1 13-39 0,0 0-34 15,8-10-18-15,-8 10-26 0,11-3-16 0,-11 3-12 0,13-1-15 16,-13 1-24-16,18-1-34 0,-18 1-22 0,18 0-5 15,-18 0-29-15,19-1-5 0,-19 1-11 0,19-1 11 16,-19 1 4-16,16-3 19 0,-16 3-23 0,14-5-11 16,-14 5 13-16,11-8 17 0,-11 8 11 0,6-11 38 15,-6 11-19-15,2-13 6 0,-2 13 9 0,-1-15 5 16,1 15 13-16,-4-14 18 0,4 14 12 0,-6-12 13 16,6 12 10-16,-7-9-12 0,7 9 43 0,-11-7-33 15,11 7 53-15,-10-2 17 0,10 2 24 0,-12 2 12 16,12-2-13-16,-14 8 2 0,7-2-3 0,0 1-18 15,0 3-12-15,2-2-16 0,1 3-8 0,2-1-10 16,0 3-13-16,1-3-11 0,2 2-6 0,0 1-6 0,3 1-14 16,0-1-9-16,2 2-55 0,2-4-50 0,0 1-68 15,1 0-56-15,2-2-90 0,0-1-63 0,0 0-25 16,2 0-114-16,-1-2 17 0,3 1 7 16,0-2-49-16,1 0-5 0,-1-2-432 0,0-1-563 0</inkml:trace>
  <inkml:trace contextRef="#ctx0" brushRef="#br0" timeOffset="261082.5935">17682 16431 384 0,'3'-14'439'0,"0"-2"-36"0,0-1-15 16,1 1 32-16,-1-2 7 0,2 1 0 0,-1 1 14 16,0-1 11-16,1 1-64 0,0 0-25 0,2 3-18 15,0 1 2-15,-1 0-20 0,1 4-34 0,1 2-20 16,0 1 25-16,1-1-62 0,-9 6 9 0,15 2-50 16,-15-2 24-16,17 9-32 0,-7-1-37 0,0 2-3 15,-1 3-13-15,2 1-41 0,1 4-4 0,-2-1-23 16,0 3-51-16,0-1-15 0,-2 1 0 0,-1 0 0 0,-2 0 0 15,0-3 0-15,-2 0 0 0,-1-1 0 16,-1-3 0-16,-1 1 0 0,-2-2 0 0,0-1 0 16,0-2 0-16,-3 0 0 0,5-9 0 0,-9 13 0 0,9-13 0 15,-11 7 0-15,11-7 0 0,-12 1 0 16,12-1 0-16,0 0 0 0,-13-6 0 0,13 6 0 16,-5-12 0-16,5 12 0 0,4-19 0 0,1 5 0 15,4-2 0-15,5-3 0 0,2-1 0 0,3-1 0 0,1 0 0 16,0 1 0-16,1 1 0 0,0 2-43 15,-3 1-365-15,1 3-78 0,-2 2-62 0,0 1-106 0,-3 2-37 16,0 3-91-16,-3 1-672 0,-1 1-1070 0</inkml:trace>
  <inkml:trace contextRef="#ctx0" brushRef="#br0" timeOffset="262532.8638">12718 17024 603 0,'-7'-18'767'16,"1"4"-129"-16,0-1-48 0,0 2 6 0,2 0-48 0,1 4-34 15,-1-2-126-15,4 11-53 0,-6-13-83 0,6 13 55 16,0 0-43-16,0 0 22 0,0 0-20 0,0 0-29 15,4 18-21-15,2-5-15 0,-1 6-18 0,3 2-28 16,0 6-34-16,3 1-20 0,-3 2-16 0,4 1-17 16,-1 5-12-16,0-1-5 0,-1-5-12 0,0 6-15 15,1-4-5-15,-1-2-28 0,-3 0 27 0,3-2-39 16,-3 0 29-16,-1-6 4 0,0 2-5 0,0-4 2 16,-1-3-19-16,-1-1-7 0,0-1 7 0,-1-3 9 15,2-2 2-15,-5-10 4 0,2 17 6 0,-2-17-8 16,2 11 2-16,-2-11-5 0,0 0-2 0,0 0-26 15,-12 2 24-15,12-2-17 0,-13-9 27 0,5 0-25 0,-4 0 11 16,-1-3-5-16,-3-3-8 0,1 0 8 16,-6-2 3-16,1-1 0 0,-5 2-1 0,0 0 3 0,-2 1-2 15,-2 2 2-15,0 2 4 0,-3 3-5 0,1 2 5 16,2 1-5-16,0 4 6 0,2 2-5 0,0 1 0 16,1 3-1-16,2 2-3 0,2 0 7 0,2 5-5 15,2 1-1-15,5 2 5 0,-1-1-1 0,5 3 6 16,4-1-1-16,3 0 11 0,2 0-9 0,5 0 7 15,3 1-3-15,5-1-10 0,6 0-23 0,6 0-31 16,4-4-45-16,1-1-6 0,10-1-92 0,2-2-35 16,5-3-37-16,3-4 24 0,-7-1-80 0,8-1 57 15,-1-2-48-15,-1-1 65 0,-2-2-13 0,-4-2 88 16,-3-1-3-16,-8-1 80 0,-1 0-11 0,-4-5 58 16,-4 0-33-16,-3-3 74 0,0 1-20 0,-9 1 89 15,1-1-15-15,-3-1 124 0,-3 3-56 0,-2-2 55 16,0 3-27-16,-2 2 93 0,0-1-82 0,-2 13 10 15,0-20 29-15,0 20-78 0,0-16 35 0,0 16-74 16,0-12 49-16,0 12-58 0,0 0 71 0,0 0-56 16,0 0 37-16,0 0-63 0,0 0 30 0,0 0-55 15,0 0 38-15,4 17-49 0,-4-17 34 0,7 13-49 0,-1-4 35 16,-2-1-95-16,4 0-41 0,-1-1-47 0,1 2-90 16,3-1-24-16,-3-1-154 0,2-1-77 15,-1 1-62-15,1-2-165 0,-10-5-376 0,15 8-717 16</inkml:trace>
  <inkml:trace contextRef="#ctx0" brushRef="#br0" timeOffset="262732.7803">13210 17183 447 0,'-3'-20'786'0,"1"5"-107"0,-2-2-57 15,2 1 9-15,2 0-76 0,-3 4-77 0,2-1-98 16,1 13-84-16,-2-22-65 0,2 22-42 0,2-16-46 15,-2 16-36-15,6-10-50 0,-6 10-82 0,11-3-77 16,-11 3-35-16,20 3-131 0,-7 2-46 0,1 1-97 16,0 2-58-16,6 2-61 0,-3 2-57 0,0-2-281 15,0 0-421-15</inkml:trace>
  <inkml:trace contextRef="#ctx0" brushRef="#br0" timeOffset="263557.6453">13479 17199 113 0,'0'0'635'0,"0"0"-51"0,5 7-39 0,-5-7 81 16,0 0-91-16,0 0 37 0,0 0-125 0,0 0-48 15,0 0-68-15,0 0-38 0,0 0-49 0,0 0 2 0,-12 0-93 16,12 0 15-16,0 0-82 0,0 0 24 16,-13 7-58-16,13-7 34 0,-7 10-63 0,7-10 43 15,-8 14-64-15,2-6 43 0,2 2-52 0,0-2 45 16,3 4-54-16,-1-1 39 0,2-11-37 0,3 23 3 0,-1-9 2 16,4-1 2-16,2 0 4 0,0-1-2 0,1 0 0 15,7 2 3-15,-3-2-1 0,3 1 1 0,0-2-1 16,0 0 4-16,-1 0-3 0,-1-2 0 0,-3-1 0 15,2 0-5-15,-3-1 2 0,-2 0 5 0,-1-2 0 16,-7-5 0-16,9 13 0 0,-9-13 2 0,3 10 0 16,-3-10-1-16,-3 11-2 0,3-11 3 0,-11 10 9 15,4-4-17-15,-3-2-11 0,0 2-24 0,-1-1-31 16,0-1-13-16,-1-1-21 0,3 0-19 0,9-3-21 16,-18 3-43-16,18-3 22 0,-13-1-81 0,13 1 7 15,-7-7-5-15,7 7-18 0,-2-13-23 0,5 3 19 16,1-3 40-16,3-2 17 0,1-3 39 0,2-2 18 15,1-5 27-15,2 0 29 0,1-3 29 0,3-4 42 16,-1-2 30-16,0 0 83 0,0-3-1 0,-3 0 104 16,3-1-5-16,-1 0 60 0,-1 1 41 0,-3 0-2 15,1 2 37-15,-1 6-20 0,-2 1 57 0,-1 1-31 16,-2 7 49-16,2 1-21 0,-3 3-14 0,-1 3-98 16,0 2-27-16,-1 2-70 0,-3 9 30 0,7-7-3 15,-7 7 7-15,0 0 6 0,9 8-5 0,-5 0-12 0,2 6-110 16,-3 3-58-16,4 5 0 0,-4 1 0 0,3 7 0 15,-2 0 0-15,1 4 0 0,-1 0 0 0,2 3 0 16,-2-1 0-16,-2 0 0 0,2-1 0 0,1 1 0 16,-3-3 0-16,2-1 0 0,1-2 0 0,-3-3 0 15,3-4 0-15,-3 0 0 0,0-6 0 0,0 0 0 0,-1-2 0 16,1-2 0-16,0-3 0 0,-2-10 0 16,4 17 0-16,-4-17 0 0,5 10 0 0,-5-10 0 0,0 0 0 15,18 0 0-15,-9-4 0 0,2-5 0 0,2-1 0 16,1-4 0-16,6-4 0 0,1-2 0 0,6-3 0 15,-1-2 0-15,5 0 0 0,-2 0 0 0,1 2-58 0,-1 2-94 16,-6 2 14-16,2 2 17 0,-1 3 25 16,-6 0 20-16,0 3 13 0,-4 2 9 0,-1 1 8 15,-2 1-5-15,-4 1 4 0,-7 6 8 0,12-7 12 0,-12 7 3 16,0 0 8-16,0 0 2 0,0 0 31 0,-14 4-30 16,5 1 34-16,-5 0-40 0,-1 3 33 0,-3 1-30 15,-2 2 35-15,-5 2-37 0,0 0 32 0,0 1-33 0,4-1 35 16,-3 2-36-16,4-2 34 0,3-1-31 15,0 1 8-15,2-1-5 0,-1 1 4 0,5-2 4 0,2-1 16 16,2 1 17-16,2-2 29 0,5-9 11 0,-4 17 0 16,4-17 19-16,7 13 5 0,2-7-15 0,5 0-27 15,1 0-8-15,3-2-5 0,3 2-5 0,2-3-15 16,2 3-33-16,-2-4 15 0,4 2-59 0,-2-2-64 16,1 1-76-16,2 0-72 0,1 0-89 0,4 1-120 15,1 1-89-15,5 0-86 0,3 1-177 0,-4 0-495 0,1-2-932 16</inkml:trace>
  <inkml:trace contextRef="#ctx0" brushRef="#br0" timeOffset="264016.8945">15224 17144 1483 0,'-2'-26'953'0,"-2"0"-130"16,-1 2 69-16,2 0-50 0,0 3-68 0,1 2-114 15,-1 1-129-15,1 2-57 0,-1 2-97 0,3 3-72 16,0 11-228-16,-2-16-77 0,2 16 0 0,0 0 0 16,0 0 0-16,0 0 0 0,13 8 0 0,-8 3 0 0,0 3 0 15,1 5 0-15,4 1 0 0,-2 5 0 0,1 3 0 16,2-1 0-16,-1 3 0 0,0 1 0 0,2 4 0 16,-3-4 0-16,1 0 0 0,0 0 0 0,-2-1 0 15,-1 0 0-15,1-2 0 0,-3 1 0 0,1-5 0 16,-2 0 0-16,0-3 0 0,-1-3 0 0,-1 0 0 15,1-4 0-15,-1-1 0 0,0-1 0 0,0-1 0 0,-2-11 0 16,2 16 0-16,-2-16 0 0,0 12 0 16,0-12 0-16,0 0 0 0,0 0 0 0,0 0 0 0,0 0 0 15,-11-3 0-15,11 3 0 0,-11-13 0 0,2 3 0 16,0 0 0-16,-2-1 0 0,-5-3 0 0,3 2 0 16,-3-1 0-16,0 0 0 0,-2 2 0 0,0 0 0 15,0 1 0-15,0 2 0 0,2 1 0 0,0 1 0 16,2 2 0-16,-3 1 0 0,4 1 0 0,0 1 0 15,13 1 0-15,-25 1 0 0,14 1 0 0,1 1 0 0,0 1 0 16,0 2 0-16,3 0 0 0,1 0 0 0,1 2 0 16,5-8 0-16,-4 15 0 0,4-15 0 0,2 14 0 15,-2-14-223-15,9 16-238 0,-2-8-92 0,2-1-37 16,2 0-130-16,0 0-17 0,1-1-154 0,1 0-378 0,1 0-877 16</inkml:trace>
  <inkml:trace contextRef="#ctx0" brushRef="#br0" timeOffset="264550.5086">14926 17356 390 0,'0'0'401'0,"-16"2"-32"0,16-2-10 16,-16 2-35-16,16-2 76 0,-16 2-5 0,16-2 25 15,-12 2-44-15,12-2 92 0,0 0-67 0,-17 3 2 16,17-3 49-16,0 0-40 0,-11 3-83 0,11-3 145 15,0 0-61-15,0 0-14 0,0 0-39 0,8 7-29 0,-8-7-51 16,15 2-245-16,-15-2-35 0,26 0 0 0,-8 0 0 16,3-2 0-16,1 1 0 0,6-1 0 0,2 1 0 15,5-2 0-15,3 0 0 0,0-1 0 0,2 2 0 16,0-1 0-16,1 0 0 0,5-1 0 0,-5 1 0 16,-1 0 0-16,-3 0 0 0,1 1-125 0,-4-1-322 15,-4 0 28-15,-2 0-120 0,-2 2-13 0,-2-3-85 0,-4 2-17 16,-4 1-93-16,2 0-542 0,-6-1-892 0</inkml:trace>
  <inkml:trace contextRef="#ctx0" brushRef="#br0" timeOffset="266087.6215">15963 17392 248 0,'0'0'979'0,"-1"-17"-256"0,1 17 47 0,-4-19-125 16,2 8-25-16,-1 2-2 0,0-1-142 0,0 1-46 16,-2 0-109-16,-1 1-25 0,1 0-83 0,5 8-17 15,-13-11-66-15,5 7 1 0,8 4-57 0,-23-3 20 16,10 5-46-16,-2 1 20 0,-1 4-41 0,-2 0 29 16,1 2-34-16,0 3-2 0,1 0 7 0,1 1-5 0,1 2 0 15,1-2-9-15,1 1 5 0,1 1-8 0,3-2 4 16,2 1-3-16,0-1-5 0,3-1 4 0,2-2 1 15,1-10 0-15,1 21-4 0,-1-21 7 0,9 19-10 16,-3-12-1-16,1-1-11 0,3 0-27 0,1-2-11 0,0-1-25 16,2 0-16-16,-1-1 7 0,1-1 11 15,1-2-9-15,-1 1 2 0,0-4 18 0,1-1 9 0,0-1 12 16,-1-2 11-16,-1 1 2 0,1-3 12 0,0-3 35 16,0-1-45-16,-2 0 46 0,0-3-44 0,-1 0 48 15,-2 0-48-15,0-1 39 0,-3 3-36 0,1 0 62 16,-2 2-26-16,-1 0 43 0,0 2-38 0,0 1 31 15,-3 10-40-15,2-18 36 0,-2 18-45 0,1-11 31 16,-1 11-37-16,0 0 36 0,0 0-26 0,0 0 41 0,0 0-32 16,0 0 30-16,0 0-34 0,0 0 32 0,0 0-29 15,2 13-1-15,-2-13 6 0,7 18 0 0,2-9 2 16,-1 2-8-16,2 1-3 0,4 0 0 0,1-1-7 16,1 0-3-16,0-1 1 0,2-1-3 0,-3-2-4 0,2 1-26 15,-1-4-23-15,3 0 6 0,-1-1 0 16,-2-1-5-16,0-2 6 0,-2 0 41 0,2-3-30 0,-2-2 37 15,-2 0-32-15,0-4 36 0,-2-1-33 0,-1-3 37 16,-2-3-31-16,1-3 31 0,-3-2-31 0,-1-3 34 16,-1-2-37-16,0-5 5 0,-1-2 5 0,0-2 2 15,-1 1 0-15,-2-1 16 0,-1-1-12 0,0 1 57 16,0 3 41-16,0 4 32 0,-1 3 18 0,1 1 48 16,-1 6-38-16,1 1-2 0,-2 1-54 0,1 5-4 15,3 11-29-15,-8-13 11 0,8 13-74 0,0 0 0 16,-12 7 0-16,9 4 0 0,-1 4 0 0,1 7 0 15,0 4 0-15,1 8 0 0,1 1 0 0,1 5 0 16,2 7 0-16,0 2 0 0,2 1 0 0,1 0 0 0,0-3 0 16,0 3 0-16,2 0 0 0,-2 0 0 0,1 0 0 15,-1-2 0-15,1 1 0 0,0-2 0 0,2-4 0 16,-2 0 0-16,-1-9 0 0,-1-3 0 0,-1-4 0 16,0-5 0-16,-1-4 0 0,1-1 0 0,-1-2 0 15,-1-2 0-15,-1-13 0 0,1 16 0 0,-1-16 0 16,0 0 0-16,0 0 0 0,0 0 0 0,0 0 0 0,-3-19 0 15,3 2 0-15,0-2 0 0,1-5 0 0,1-3 0 16,1-4 0-16,1-2 0 0,1-3 0 0,3-3 0 16,1-3 0-16,1 2 0 0,1-2 0 0,2 4 0 15,1 2 0-15,2 3 0 0,0 2 0 0,0 5 0 16,1 2 0-16,2 3 0 0,1 4 0 0,1 0 0 16,2 4 0-16,-2 4 0 0,0 0 0 0,1 4 0 0,-2 3 0 15,-1 1 0-15,2 2 0 0,-2 2 0 0,-1 1 0 16,-1 2 0-16,-1-1 0 0,-1 3 0 0,-2 0 0 15,-1-2 0-15,-2 3 0 0,-1-1 0 0,-2-1 0 16,-1 1 0-16,-6-8 0 0,5 15 0 0,-5-15 0 16,-4 13 0-16,-3-7 0 0,-2 1 0 0,-4-1 0 15,-4 0 0-15,-4 0 0 0,-1-2-2 0,-2 0-102 0,-3 0 3 16,2-2 21-16,4 0 13 0,0 0 3 0,1-1-16 16,3 1-2-16,2 1 10 0,2-3 3 0,13 0 10 15,-22 1 1-15,22-1 35 0,-15 1-30 0,15-1 42 16,0 0-29-16,0 0 37 0,0 0-26 0,0 0 30 15,0 0-32-15,14 3 41 0,-2-4-32 0,1-1 32 16,2 1-30-16,3 0 33 0,3-3-31 0,-2 2 31 16,5-2-31-16,0 1 32 0,2-1-42 0,-1-2-8 15,5-1-7-15,-3 1-35 0,-2 0 32 0,4-2-42 0,-1-1 58 16,-1 0-51-16,0-2 62 0,-2 0-39 0,-5 1 45 16,1-1-36-16,-3-1 49 0,-1-1-38 0,-1 1 51 15,-4-2-48-15,-3 1 51 0,-2 1-43 0,-1 0 61 16,-2 0-36-16,-4 12 38 0,2-19-49 0,-2 19 14 15,-3-16 21-15,3 16 9 0,-9-10-6 0,9 10 20 16,-11-5 22-16,11 5 14 0,-13 4 33 0,3 0-6 16,2 3 16-16,-1 2 7 0,1 1 2 0,-1 3-11 0,2 1-3 15,1 0 23-15,2 1-47 0,1 1 19 0,1 1-10 16,0 0-52-16,2-1-52 0,3 1 0 0,1 0 0 16,1-1 0-16,3 1 0 0,3-2 0 0,3 2 0 15,2-3 0-15,2 0 0 0,2-3 0 0,-1 0 0 16,4-4 0-16,-1 0 0 0,0-1 0 0,1-1 0 15,-1-4 0-15,0 1 0 0,-1-2 0 0,1-2 0 0,2-2 0 16,-2-2 0-16,-1-2 0 0,1 0 0 0,-2-3 0 16,-2-2 0-16,2-3 0 0,-5 0-22 0,-1-1-69 15,-3-2 5-15,-1 1 14 0,-1-2-17 0,-3 1 15 16,-2-1 10-16,-1 2-16 0,-2 0 11 0,-1 1 9 16,-1 1 5-16,-1 2 10 0,1 2 3 0,-1 0-24 15,0 1-22-15,2 11 24 0,-2-17-54 0,2 17 58 16,-1-13-32-16,1 13 59 0,0 0-37 0,3-8 60 15,-3 8-39-15,0 0 50 0,13 6-41 0,-13-6 46 0,15 9-40 16,-8-2 50-16,2 2-42 0,3 1 47 0,1 2-20 16,2 2 51-16,0 0-28 0,1 1 40 0,0 0-40 15,4 2 6-15,-2 0 1 0,3 0 9 0,0 0-6 16,-2-1 6-16,1 1-9 0,-2-3-7 0,-1-1-3 16,0 2 3-16,-2-2-3 0,0 1 0 0,-3-5-2 15,-1 2-6-15,0-2 1 0,-4 0-5 0,-1-3 4 16,-6-6-4-16,7 14 4 0,-7-14-3 0,-2 11-3 0,2-11 1 15,-12 11-1-15,3-6-39 0,-7-1-86 16,0 1-135-16,-4-2-154 0,-6 0-154 0,-2-2-151 0,-4 0-920 16,-3-2-1292-16</inkml:trace>
  <inkml:trace contextRef="#ctx0" brushRef="#br0" timeOffset="267268.1191">19022 16117 153 0,'0'0'345'16,"-4"-12"-52"-16,4 12-20 0,-5-12 25 0,5 12-63 16,-5-12 16-16,5 12-45 0,-6-15 31 0,6 15-93 15,-7-16 39-15,3 8 35 0,-2-1 32 0,1 0-26 16,-1 0-36-16,0 0 7 0,-1-2-3 0,-1 2 38 15,0 0-2-15,-1 0-50 0,1-1-4 0,-2 3-38 0,1-1 30 16,1 2-18-16,0-1 15 0,0 1-55 0,1 0 14 16,7 6-47-16,-12-8 20 0,12 8-38 0,-12-5 53 15,12 5 25-15,0 0 5 0,-15 4-22 0,15-4 56 16,-7 9-35-16,7-9 49 0,-4 19-15 0,4-19 27 16,0 24 5-16,2-9 11 0,2 2-16 0,-1 0-33 15,1 3-5-15,2 2-63 0,-1 3-99 0,3 0 0 16,1 4 0-16,1 1 0 0,-1 0 0 0,3 6 0 15,-1-1 0-15,1 2 0 0,0 1 0 0,-1 1 0 16,2 1 0-16,-2 0 0 0,-1 2 0 0,0 2 0 16,0-1 0-16,-2 1 0 0,0 1 0 0,0 1 0 15,-1-1 0-15,0 2 0 0,-1-1 0 0,1 1 0 16,-1 0 0-16,0-1 0 0,1 1 0 0,1 0 0 16,1-2 0-16,-1 1 0 0,1-2 0 0,0 0 0 0,-1 0 0 15,1-1 0-15,-2-2 0 0,2 2 0 16,-2-1 0-16,-1 0 0 0,0-1 0 0,1 0 0 0,-3-6 0 15,1 1 0-15,-1-3 0 0,-1 3 0 0,1-4 0 16,-1 0 0-16,0 0 0 0,0-1 0 0,1-4 0 16,-1 0 0-16,1-1 0 0,-1 0 0 0,2 3 0 15,0-4 0-15,-1-1 0 0,1 0 0 0,-2-1 0 16,2 0 0-16,0-3 0 0,0 1 0 0,0-2 0 0,0-2 0 16,1 0 0-16,-2-3 0 0,0 3 0 0,0-4 0 15,0-3 0-15,0 2 0 0,-1-3 0 0,1 1 0 16,0-1 0-16,-4-9 0 0,6 16 0 0,-6-16 0 15,5 15 0-15,-5-15 0 0,5 10 0 0,-5-10 0 16,5 11 0-16,-5-11 0 0,6 8 0 0,-6-8 0 16,0 0 0-16,6 10 0 0,-6-10 0 0,0 0 0 15,5 11 0-15,-5-11 0 0,0 0 0 0,5 7 0 0,-5-7 0 16,0 0 0-16,0 0 0 0,5 8 0 0,-5-8 0 16,0 0 0-16,0 0 0 0,5 9 0 0,-5-9 0 15,0 0 0-15,0 0 0 0,0 0 0 0,6 7 0 16,-6-7 0-16,0 0 0 0,0 0 0 0,0 0 0 15,0 0 0-15,0 0 0 0,0 0 0 0,0 0 0 16,0 0 0-16,0 0 0 0,0 0 0 0,0 0 0 0,9-4 0 16,-9 4 0-16,3-10 0 0,-3 10 0 15,2-17 0-15,0 6 0 0,0 0 0 0,-2-1 0 0,2-1 0 16,-1-3-521-16,0-1-270 0,-1 3-104 0,0-4-129 16,-1 1-547-16,0 0-1217 0</inkml:trace>
  <inkml:trace contextRef="#ctx0" brushRef="#br0" timeOffset="272936.815">19382 16454 389 0,'-6'-10'350'0,"1"2"-5"0,0-1-37 16,0-1 0-16,-2-1-38 0,2-1 18 0,0-1-1 16,0 1-26-16,1 2-4 0,0-1-20 0,1 0 1 15,-2 1 6-15,3 1-7 0,2 9-32 0,-4-16-40 0,4 16-33 16,-3-10-20-16,3 10 72 0,0 0 15 0,0 0-27 16,0 0 15-16,16 6-24 0,-9 1 9 0,1 2-28 15,0 2-26-15,2 1-23 0,-1 2-9 0,1 2-24 16,1 0-6-16,0 1-14 0,-1 0-8 0,1 1-5 15,-1-1-9-15,0 1-1 0,2-1 0 0,-2 0-6 16,-1-1-2-16,0-2-5 0,-1 0-2 0,0-1 5 16,-1-1-7-16,1-2 1 0,-2-1 5 0,-1 0-7 15,0-2 3-15,-5-7 3 0,7 13 5 0,-7-13-5 16,8 8-4-16,-8-8 3 0,0 0-3 0,12 0-1 16,-12 0-2-16,8-7 3 0,-8 7-2 0,9-16-1 15,-5 6-2-15,1-5 2 0,-1 1-1 0,0-2-4 16,0 0 5-16,0-1 0 0,1 3-1 0,-1-2-1 15,1 2 1-15,-2 1 1 0,1 2-1 0,-2 1-3 16,2 1-7-16,-4 9 3 0,8-13 9 0,-8 13-4 16,9-6-3-16,-9 6 4 0,12 2 0 0,-12-2-1 15,16 6 2-15,-8-2 4 0,1 3 1 0,1-1-6 16,-1 3 7-16,0 0-6 0,2-1 1 0,-1 2 0 0,-2-2 0 16,2 1 1-16,-2 0-1 0,-1-2 5 0,1 1-5 15,-2-2-1-15,-6-6 2 0,12 11-2 0,-12-11 3 16,10 11 2-16,-10-11 3 0,8 7-4 0,-8-7 2 15,9 5 1-15,-9-5 4 0,0 0-10 0,13 0 11 16,-13 0-9-16,13-5-3 0,-13 5 2 0,12-12 5 16,-5 6-11-16,-1-3 2 0,3-2-3 15,-1-1 4-15,-1 0-1 0,1 0-2 0,1-1 1 0,-1 3 1 16,0-2 0-16,1 2 1 0,-3 2 5 0,1 1-6 16,-1-2-4-16,-6 9-3 0,13-8 9 0,-13 8-8 15,11-6 7-15,-11 6-4 0,11 1 0 0,-11-1 4 16,13 7-3-16,-13-7 8 0,13 12-7 0,-6-3 5 15,4 1-4-15,-4 1 1 0,2 1 2 0,1-1-4 16,-1 1 5-16,0 1-1 0,0-1 3 0,3 1-3 0,-1 1 0 16,3 0 2-16,-2-2 1 0,2 0-4 15,2 0 4-15,-1-3 1 0,0 0-4 0,0-2 1 16,2 1 3-16,0-2-2 0,-1-1 2 0,1-1-4 16,-1-1 4-16,0-2-2 0,-2-1-2 0,1-1-2 0,-2 0 5 15,2-4-7-15,-2-1-5 0,-1-3 1 0,-2-1-5 16,-1-2 2-16,-2-2 2 0,-1-3 0 15,0 1 1-15,-4-2 2 0,-1 0 1 0,-1-1 1 0,-2 1 5 16,-2 0-5-16,0 2 1 0,-1 0 0 0,-2 3 0 16,-1-1-1-16,-2 4 5 0,1 1-4 0,0 2-3 15,-1 3 3-15,10 4 3 0,-19-2 11 16,19 2-14-16,-21 5-1 0,12 1 1 0,-1 2 3 0,1 2 0 16,1 2 0-16,2 0 2 0,1 1-1 0,0 1-1 15,3 0 1-15,1-1 2 0,1 1-1 0,2 0 4 16,3 1 0-16,0-1-4 0,2 0 0 0,1-1 5 15,3-1-5-15,2 0-2 0,4-1 1 0,0-2 3 16,4 2-6-16,2-5-2 0,0-1-10 0,0 0-11 16,1-2 5-16,-2-3-9 0,-2 0 10 0,1-1-8 15,-3-3 8-15,0-2 8 0,1-1-3 0,-3-2 3 16,-1-3 2-16,-3-1 3 0,-3-2 3 0,1-3-1 16,-4 1 0-16,-1 0 1 0,-2-1-1 0,0 0 4 15,-1 1-3-15,-1 0 2 0,-1 2 2 0,2 2-1 0,-2 1 3 16,1 1 1-16,-1 11-5 0,1-17-1 15,-1 17-1-15,2-12-1 0,-2 12 4 0,0 0 3 16,0 0 32-16,0 0 6 0,0 0-11 0,9 4-3 0,-9-4 2 16,6 11-11-16,-6-11-3 0,8 17-3 0,-5-7 0 15,2 0-2-15,0 1-2 0,-1-1-3 16,1 0 2-16,0 3-2 16,0-2-1-16,0-1 2 0,0-1-5 0,0 1 3 0,-1-2-1 15,1 0 0-15,-1-1-1 0,-4-7 7 0,11 14-6 0,-11-14 1 0,8 9 1 16,-8-9-3-16,10 6 1 0,-10-6-3 15,0 0 3-15,17-2-2 0,-17 2-1 0,12-7 1 0,-12 7-4 16,11-14 2-16,-4 7-5 0,-1-3 1 0,0 0 1 16,0-1 3-16,-1 3 0 0,2-3 3 0,-3 3-5 15,1-1 0-15,-1 1 3 0,-4 8-2 0,8-14 1 16,-8 14-4-16,7-11-6 0,-7 11 0 0,5-8 3 16,-5 8 4-16,0 0-2 0,0 0 1 0,0 0 5 15,15 2 0-15,-15-2-3 0,7 10 3 0,-7-10 2 16,8 10-2-16,-8-10-2 0,8 14 2 0,-8-14-2 15,9 15 4-15,-4-8-5 0,2 1 10 0,-7-8-5 16,9 13-5-16,-9-13 2 0,11 13 2 0,-11-13 0 16,12 10 0-16,-12-10-1 0,10 8-3 0,-10-8-9 0,12 4-17 15,-12-4 0-15,15 0-14 0,-15 0 13 16,13-3-4-16,-13 3-6 0,17-9-15 0,-9 2 1 16,0 0 6-16,1-4 5 0,-1 2 13 0,0-2 10 0,-1 0-2 15,1 0 4-15,-2 2 1 0,-1 1 4 0,1-2 3 16,-6 10 10-16,9-14-7 0,-9 14-1 0,6-11 0 15,-6 11-1-15,6-7 8 0,-6 7-6 0,0 0 8 16,0 0 14-16,0 0-20 0,10 3 2 0,-10-3 0 16,5 10 2-16,-5-10-1 0,7 12 8 0,-7-12-1 15,8 16-5-15,-4-7 2 0,1-2-1 0,0 2 1 16,1 0-3-16,0-2 4 0,0 2 4 0,-1-1-3 16,1-1 2-16,2-1 0 0,-1 0 3 0,1 0-4 15,-8-6 1-15,17 7 2 0,-17-7-3 0,19 4-5 16,-19-4 1-16,21-1 4 0,-21 1 2 0,22-5-5 0,-11 1 7 15,1-2-8-15,0-1 7 0,-1-2-11 16,0-1 5-16,1-1 0 0,-1 0-4 0,1 0-5 16,-1 0 7-16,-1-1-1 0,2 1-3 0,-2 3 4 15,1-3 9-15,-1 4-8 0,-1 2-2 0,0 0-8 0,1 2 11 16,-10 3 20-16,18-2 9 0,-18 2-5 0,21 3 0 16,-21-3-12-16,19 8 0 0,-8-3-3 15,-3 1-6-15,0 1 4 0,0 0-1 0,-1 1-2 0,-1 0-1 16,0 0-2-16,-2 1-1 0,-1-1 6 0,-3-8-7 15,6 14 12-15,-6-14-4 0,-1 14 5 0,1-14 1 16,-7 10 5-16,7-10-2 0,-12 10 1 16,12-10-7-16,-18 7 1 0,7-6-1 0,11-1-6 0,-24 1 2 15,11-2-2-15,-1 0 2 0,3-1-1 16,-1-1-5-16,1-1 3 0,1 0 1 0,0-1-8 16,1-1-3-16,1 0-18 0,2-2-56 0,2 0-66 0,4 8-92 15,-3-17-19-15,3 17-109 0,4-18-25 0,0 8-52 16,1 2-67-16,3-3-25 0,2 1-504 15,-1-1-653-15</inkml:trace>
  <inkml:trace contextRef="#ctx0" brushRef="#br0" timeOffset="273838.9804">21633 16247 498 0,'5'-12'518'16,"-5"12"-15"-16,3-11-34 0,-3 11-41 0,2-12-22 16,-2 12 16-16,3-11-2 0,-3 11-31 0,0 0-46 15,3-14-89-15,-3 14 5 0,0 0-42 0,0 0 43 16,8-7-23-16,-8 7-15 0,0 0-10 0,15 7-29 15,-15-7 4-15,16 9-33 0,-6-3-26 0,0 3-22 0,1 0-25 16,1 1-14-16,0 0-14 0,0 0-11 16,2 2-6-16,-1 0-11 0,1 1-2 0,-3-2-5 15,1 0-5-15,-1 1-2 0,-1-3 1 0,2 2 0 0,-3-2-10 16,0 2 3-16,-1-3-4 0,1 0 6 16,-3-1-6-16,0 1-1 0,1-2 6 0,-7-6-7 15,10 11-2-15,-10-11 2 0,7 9 3 0,-7-9 1 0,7 8 4 16,-7-8 2-16,0 0-4 0,8 8-1 0,-8-8-3 15,0 0 4-15,0 0 2 0,6 7-4 0,-6-7 4 16,0 0-7-16,0 0 4 0,0 0-1 16,0 0-3-16,0 0 3 0,0 0 1 0,0 0-3 0,0 0 0 15,0 0-3-15,0 0 8 0,0 0-4 0,0 0-1 16,-8-8-2-16,8 8 1 0,0 0 0 0,0 0-1 16,0 0-2-16,-5-9 3 0,5 9-2 0,0 0 3 15,0 0-1-15,0 0-4 0,0 0-1 0,0 0 0 16,0 0 2-16,0 0 1 0,-4-8 2 0,4 8-1 15,0 0-3-15,0 0 1 0,0 0 0 0,0 0 1 16,0 0 3-16,0 0 3 0,0 0-6 0,0 0 4 16,0 0 2-16,0 0-3 0,0 0 1 0,0 0-1 15,0 0 5-15,0 0-3 0,0 0-2 0,7-7 2 16,-7 7 1-16,0 0 0 0,0 0 0 0,0 0 8 0,10-5-10 16,-10 5-4-16,0 0 2 0,0 0 4 15,7-8-3-15,-7 8 2 0,0 0-4 0,7-8 2 0,-7 8 2 16,0 0-7-16,6-7 1 0,-6 7 3 15,0 0 4-15,0 0-4 0,5-7-1 0,-5 7-1 16,0 0 1-16,0 0 0 0,0 0 3 0,7-9 3 0,-7 9-4 16,0 0-1-16,0 0-2 0,0 0 4 0,4-10-5 15,-4 10 3-15,0 0 2 0,0 0-1 0,1-12-4 16,-1 12-1-16,0 0 3 0,0 0 0 0,0-13 0 16,0 13 3-16,0 0-3 0,0 0 0 0,-1-12-1 15,1 12 1-15,0 0-13 0,0 0 17 0,-2-10 4 16,2 10-4-16,0 0-1 0,0 0 2 0,0 0 4 15,0 0 1-15,-2-11 3 0,2 11 5 0,0 0-4 16,0 0 0-16,0 0 6 0,0 0 32 0,8 5 1 16,-8-5 47-16,7 10 2 0,-7-10 21 0,10 17-22 15,-3-6 16-15,-2 0-14 0,1 3-61 0,0 0-41 16,0 2 0-16,2 2 0 0,-2 2 0 0,0 1 0 16,0 0 0-16,-1 2 0 0,1 0 0 0,-2 0 0 0,-1 1 0 15,1 0 0-15,-2-1 0 0,-1 2 0 0,1-2 0 16,-2 1 0-16,0-2 0 0,-1 2 0 0,-1-2 0 15,-1-3 0-15,0-1 0 0,0-2 0 0,-2 0 0 16,-1-3 0-16,1 1 0 0,-1-3 0 0,0-1 0 16,0-2 0-16,-3-2 0 0,1-2 0 0,-1-1 0 15,9-3 0-15,-19 3 0 0,19-3 0 0,-22-3 0 16,12 0 0-16,-2-3 0 0,0-2 0 0,2 1 0 16,-1-3 0-16,2 0 0 0,1-2 0 0,2 1 0 15,2 0 0-15,2 0 0 0,0 0 0 0,3-2-12 16,0 1-221-16,2 0-41 0,3-2-48 0,2 1-51 0,4-1-73 15,0-1-11-15,2 1-130 0,2-1-16 0,1 0-125 16,4-1-589-16,1 0-921 0</inkml:trace>
  <inkml:trace contextRef="#ctx0" brushRef="#br0" timeOffset="275172.1442">22515 16290 728 0,'3'-14'633'0,"0"2"-21"0,-1 2-53 0,-1-1-39 16,-1 11-35-16,0-20-44 0,0 20-79 0,-2-18-52 15,2 18-89-15,-6-12-4 0,6 12-49 0,-12-6-2 16,12 6-37-16,-18 2 54 0,7 3-26 0,-1 3-25 16,0 2-27-16,0 4-17 0,-1 0-8 0,2 2-23 15,-1 3-3-15,4 0-7 0,0 0-9 0,1 2-5 16,0-1-8-16,3 0-3 0,2-1-2 15,2-1-1-15,1 0-5 0,2-1-3 0,4-1 0 0,0 2-1 16,3-1-2-16,2-2-3 0,0-1 5 0,0-4-4 16,1 0-3-16,1-2 2 0,1-2 0 0,0-1-3 15,2-2 0-15,-1-2 3 0,0-1-3 0,1-1-1 16,0-2-1-16,-1-1 4 0,1-2-11 0,-2-1 8 0,3-4 3 16,-1 0-4-16,-1-2 2 0,0-1-2 0,0 1 3 15,-1-2-3-15,-1 0 4 0,0 1-6 16,-1 1 2-16,-2 1 0 0,0 1-3 0,-1 3 2 15,-2 0-5-15,1 2-2 0,-2 1 2 0,-7 5-2 0,15-7 5 16,-15 7 3-16,14 1-3 0,-14-1-2 0,13 4 4 16,-13-4-1-16,14 9-2 0,-7-2 1 0,-7-7 1 15,9 13 2-15,-4-5 0 0,-5-8 4 0,5 17-2 16,-5-17 0-16,3 17 0 0,-3-17 2 0,-4 15-1 16,1-5-4-16,-1-3 7 0,-2 2-3 0,-1-2 1 15,-2 1-2-15,0-3 1 0,0 1-3 0,-1-3 3 16,0 2 1-16,0-2-2 0,10-3 0 0,-18 3-1 15,18-3 3-15,-14-2-6 0,14 2-1 0,-13-7 5 16,13 7-15-16,-8-14-16 0,8 14-1 0,-3-19-4 16,5 8-6-16,2-3 9 0,0 0 5 0,2-1 7 15,1 0 2-15,1 1 11 0,0 2 1 0,2-1-6 16,0 0 4-16,0 2 5 0,1-1-5 0,1 5 2 16,-1-2 4-16,1 3 11 0,-1 3 30 0,1 0 11 0,-12 3-9 15,22 0 8-15,-10 3 15 0,-2 0 0 0,0 2 8 16,1 0-2-16,0 2-13 0,-1 1-14 0,1 1-8 15,-2 1-8-15,-1-1-2 0,1 1-10 0,-2 1-2 16,0-1 3-16,-2-1-6 0,0 0-7 0,2-1 3 16,-7-8 3-16,8 16-24 0,-8-16 18 0,7 12 10 15,-7-12-10-15,6 11 6 0,-6-11 7 0,4 9-5 16,-4-9-2-16,0 0-1 0,0 0 1 0,9 4-7 16,-9-4 2-16,0 0-2 0,5-9-1 0,-5 9 0 15,5-13-2-15,-1 4 1 0,0-1 1 0,-1-1-2 16,3-2 2-16,-2 0-3 0,0 1 0 0,0-1-2 15,-1 4 0-15,1-1 8 0,0 0-7 0,-4 10-3 16,5-14-5-16,-5 14 0 0,6-10 7 0,-6 10-1 16,0 0-2-16,11-3 5 0,-11 3 1 0,11 5 4 15,-11-5 3-15,14 8 5 0,-8-2 0 0,1 0-6 16,2 1 3-16,-2 2 0 0,3-1 0 0,-1 0-7 16,3 1 8-16,-1 0-8 0,1-2 4 0,0 2 0 15,0-1-3-15,1-1-1 0,0-1 0 0,-1-2 6 0,-1 1-8 16,0-1 4-16,-1-1-6 0,-10-3 1 15,19 3 3-15,-19-3-2 0,16-1-1 0,-16 1 4 16,13-8-6-16,-13 8 0 0,10-15 0 0,-6 7 3 0,-2-4 0 16,-2-1-3-16,0-4-2 0,-2-2 4 0,-2 0-2 15,0-3-26-15,0-3 35 0,-1 0-29 16,-1-3 26-16,1 3-21 0,-2 1 28 0,2 3-25 16,1 0 25-16,0 3-22 0,1 3 27 0,-1 1-32 0,2 2 20 15,2 12-22-15,-5-16 28 0,5 16-28 0,0 0 31 16,0 0-18-16,0 0 24 0,0 0 28 0,0 0-25 15,4 11 31-15,0 0-16 0,1 2 22 0,0 2-36 16,0 1 23-16,4 3-10 0,1 0-2 0,2 5-10 16,1-2 1-16,0 2-7 0,1-2-2 0,-3-3-2 15,0 0-6-15,0-1 0 0,-1-1-3 0,-3-2 0 16,0-2-1-16,-1 0-3 0,-2-1 3 0,0-2-12 16,-1-1 2-16,-3-9 6 0,3 17 3 0,-3-17-10 15,1 11 1-15,-1-11 6 0,0 0 1 0,0 0 4 16,0 0-1-16,0 0 1 0,0 0 0 0,0 0-4 0,-7-4 2 15,7 4-4-15,0-15 3 0,0 15-6 16,3-21 4-16,0 11 3 0,2-3-35 0,0 0 31 16,2 1-24-16,0-1 31 0,0 1-25 0,2 1 21 0,1 0-21 15,0 1 23-15,0 1-24 0,3 1 35 0,-3 4-32 16,2-1 28-16,-1 3-30 0,2 2 29 16,0 1-25-16,0 2 28 0,2 3-28 0,-1 0 30 0,1 3 0 15,0-1-4-15,1 4-6 0,-4-1 0 0,0-2-2 16,0 2 1-16,-1-1 2 0,-2 1-3 0,1-1 4 15,-3-3-7-15,-1 2 0 0,1-3 0 0,-7-6-2 16,10 13 6-16,-10-13 3 0,8 9-2 0,-8-9 1 16,0 0 3-16,6 9-1 0,-6-9-1 0,0 0-2 15,0 0 3-15,0 0-1 0,0 0 2 0,0 0-3 16,0 0-4-16,-3-13-11 0,3 13-72 0,0-14-49 16,0 14-56-16,1-14-67 0,-1 14-96 0,4-20-61 15,-4 20-68-15,5-18-82 0,-5 18 16 0,6-16-48 16,-6 16-131-16,3-11-320 0,-3 11-663 0</inkml:trace>
  <inkml:trace contextRef="#ctx0" brushRef="#br0" timeOffset="275738.0631">23895 16346 180 0,'0'0'714'16,"0"0"-93"-16,0 0-57 0,0 0-33 0,0 0-9 16,0 0-39-16,0 0-24 0,4-13-58 0,-4 13-62 15,10-8-37-15,-10 8 1 0,17-8-55 16,-7 3-36-16,0 2-43 0,1 0-24 0,0 1-22 0,-11 2-26 15,23-2-16-15,-23 2-12 0,22 3-14 0,-11-2-12 16,-1 4-8-16,1-1-10 0,-2 2-6 16,0 0-5-16,0 1-2 0,-3 1-2 0,0-1-3 0,-6-7 9 15,7 16-11-15,-7-16 0 0,2 15 3 0,-2-15-1 16,-3 15-5-16,3-15 0 0,-7 14 4 0,1-7-3 16,6-7 0-16,-16 10 1 0,7-5 2 0,0-2-2 15,-2 0 2-15,11-3 6 0,-19 3 0 0,19-3 4 16,-17 0 3-16,17 0 2 0,-17-5 15 0,17 5 40 15,-15-9-2-15,15 9-19 0,-11-11-16 0,11 11-5 16,-5-15-9-16,5 15-3 0,2-19-12 0,1 9-3 16,1-1-4-16,2-1-36 0,1 0-47 0,3-1-25 15,-2 1-62-15,2 0-49 0,0 0-34 0,0 2-46 16,0 0-35-16,1-1-12 0,-2 3-35 0,0-2-36 0,-1 3 18 16,0 0-7-16,-2 1 6 0,-6 6 13 15,9-12 23-15,-9 12 17 0,4-10 93 0,-4 10 18 16,2-12 94-16,-2 12 59 0,0 0 53 0,0-16 67 15,0 16 56-15,-2-14 35 0,2 14 25 0,-1-15 23 0,1 15-1 16,0-16 56-16,0 16 1 0,1-17 32 0,-1 17-6 16,3-15 22-16,-3 15 7 0,7-17 36 15,-7 17-36-15,5-12-6 0,-5 12-6 0,5-10-56 0,-5 10 67 16,0 0-37-16,11-3 17 0,-11 3-40 0,11 6 7 16,-11-6-46-16,11 12 37 0,-6-2-59 0,0 0 11 15,2 2-74-15,-1 3 13 0,-1 1-55 0,3 2 30 16,-3 2-47-16,2-1 11 0,-1 2-32 0,0-2 19 15,-1 2-36-15,0-1 11 0,0-1-131 0,1-1-29 16,-3-1-43-16,1-2-108 0,-2 0-78 0,0-2-77 16,-1-1-39-16,1-1-142 0,-1 1-28 0,-1-12-159 15,2 17-425-15,-2-17-848 0</inkml:trace>
  <inkml:trace contextRef="#ctx0" brushRef="#br0" timeOffset="275988.3931">24313 16267 165 0,'-3'-12'876'0,"3"12"-134"0,-4-18-19 0,4 18-29 0,-2-12-81 16,2 12-33-16,-3-13-114 0,3 13-77 0,0 0-54 15,-3-11-49-15,3 11 15 0,0 0-77 16,0 0-19-16,0 0-47 0,0 0 56 0,-7 10-67 16,7-10 3-16,0 16-56 0,0-16 6 0,2 21-15 15,0-8-21-15,2 0-9 0,-1 3-24 0,1-1-90 16,-1 1-47-16,1-1-96 0,2-1-55 0,-2 1-52 15,-1 0-89-15,0-2 23 0,0-1-62 0,-1-1 20 0,1-2-37 16,-3-9 16-16,4 18 27 0,-4-18-12 0,5 12 19 16,-5-12-14-16,6 8 32 0,-6-8-19 15,0 0 102-15,11 6-168 0</inkml:trace>
  <inkml:trace contextRef="#ctx0" brushRef="#br0" timeOffset="276538.4295">24374 16463 1177 0,'0'0'81'0,"8"-8"56"0,-8 8 19 0,6-11 61 16,-6 11 48-16,4-13 25 0,-4 13 52 0,6-13-51 15,-6 13 74-15,4-14-61 0,-4 14 59 0,3-17-82 16,-3 17-11-16,6-11-15 0,-6 11-2 0,4-13-51 15,-4 13-40-15,6-11-36 0,-6 11-24 0,7-9-22 16,-7 9-16-16,12-9-14 0,-12 9-11 0,13-7-6 16,-13 7-9-16,13-6-13 0,-13 6-25 0,17-8-25 0,-17 8-16 15,14-7 5-15,-14 7-2 0,14-6 5 16,-14 6 6-16,9-7 5 0,-9 7 11 0,8-8 2 16,-8 8 9-16,5-9 0 0,-5 9 2 0,0 0 0 15,1-12 5-15,-1 12 3 0,0 0-4 0,-7-9 7 0,7 9-6 16,0 0 6-16,-9-3 10 0,9 3 1 0,0 0 8 15,-13 6 4-15,13-6 3 0,-11 9-8 16,11-9-3-16,-9 13-4 0,9-13 1 0,-5 16 7 0,5-16-11 16,-5 19 2-16,5-19-10 0,1 19-13 0,-1-19-53 15,4 20 17-15,-2-11-127 0,1 1 0 16,1-2-78-16,0 1 18 0,-4-9-54 0,9 15 28 16,-9-15-8-16,7 12 40 0,-7-12 34 0,9 9 39 0,-9-9 28 15,8 5 21-15,-8-5 24 0,0 0 18 0,15 2 28 16,-15-2 34-16,9-6 29 0,-9 6 40 0,12-10-39 15,-7 4 46-15,1-3 34 0,-1 0 31 0,1 0 22 16,-1 1 8-16,1-1 45 0,-1 1 33 0,-5 8 19 16,8-14-26-16,-8 14-33 0,6-11-19 15,-6 11-4-15,9-5-1 0,-9 5 36 0,0 0-29 0,14 2 33 16,-14-2-30-16,11 11-31 0,-5-5-4 0,0 2-18 16,1 1-15-16,-1 2-19 0,0 0-10 0,2 1-19 15,-2 1-11-15,1 1-8 0,-4-2-14 0,1 2-2 16,0-4-9-16,-2 1-1 0,1-1-7 0,-3-10-2 0,4 19 7 15,-4-19 5-15,1 15 31 0,-1-15 31 16,2 12 12-16,-2-12 47 0,0 0-33 0,0 0 1 16,0 11-30-16,0-11 5 0,0 0-41 0,0 0-55 0,0 0 0 15,10-10 0-15,-3 3 0 0,5-1 0 0,1-2-92 16,4-3-180-16,4-3-118 0,4-1-104 0,4-2-32 16,-4 2-137-16,0 0-11 0,-3 3-73 15,1-2-630-15,-5 5-978 0</inkml:trace>
  <inkml:trace contextRef="#ctx0" brushRef="#br0" timeOffset="277639.153">19573 17061 466 0,'0'0'424'0,"5"-13"-44"0,-5 13-49 0,7-15 2 16,-7 15 4-16,9-16 6 0,-4 8-83 15,2 0 27-15,0 0-67 0,1-2 49 0,1 2-68 16,2 0-3-16,-1-1 0 0,1 1-4 0,2 1-8 0,0 1-21 16,2 2-9-16,-1 1-7 0,1 2-19 0,1-2-16 15,0 4-20-15,1 2-20 0,0 2-15 0,0 0-11 16,-1 1-5-16,3 3-9 0,-3 0-8 0,-1 0-1 16,-3 1 43-16,-1 0-64 0,-1 2 49 0,-2 0-58 15,-2 0 49-15,-4-2-53 0,-2 2 46 0,-2-1-50 16,-2 0 52-16,-3 0-57 0,-3 0 51 0,-1-1-53 15,-1 0 50-15,-4-2-47 0,1-1 47 0,-2-3-55 16,-2 1 53-16,3-2-53 0,-2-2 55 0,4-1-54 16,-3-1 44-16,2-4-44 0,1-1 7 0,2 1 2 15,1-4 0-15,1-2 9 0,2 0-1 0,2-3-2 16,3 0 3-16,0-1-1 0,3 0 2 0,1 0 1 16,2-2 2-16,2 2 6 0,0 0-12 0,4-1 3 15,3 0-29-15,1 2 32 0,2 2-26 0,0-1 34 0,4 2-29 16,-1 2 30-16,1 1-24 0,2 2 30 15,-4 3-29-15,3 1 38 0,0 2-7 0,-1 1-2 16,1 2-3-16,-2 2 1 0,3 2 0 0,0 1-3 0,-1 2-2 16,-1 2 2-16,1 0 0 0,-2 1 2 0,-1 0-8 15,-1 1 5-15,0 2 44 0,-2-3-55 0,-1 0 43 16,-2-1-51-16,-1 0 49 0,0-2-51 0,-2 0 58 16,-1-1-54-16,-2-2 60 0,2 1-44 0,-7-8 77 15,10 11-30-15,-10-11 52 0,6 8-58 0,-6-8 31 16,0 0-49-16,0 0 30 0,0 0-49 0,0 0 39 15,0 0-51-15,7-11 39 0,-7 11-47 0,0-13 41 16,1 1-49-16,0 1 6 0,3-1 3 0,0-3-3 0,1-1 0 16,2 1 5-16,3-2-5 0,2 2-6 15,1 0-60-15,2 0-14 0,2 1-72 0,0 2-36 0,1 2-77 16,2 1-80-16,0 0-137 0,-3 3-82 0,-1 3-210 16,0 0-324-16,-3 2-726 0</inkml:trace>
  <inkml:trace contextRef="#ctx0" brushRef="#br0" timeOffset="278505.8757">19659 17641 449 0,'-5'-17'940'0,"0"3"-224"0,-2-1 11 0,1 1-88 16,-1 2-13-16,0 2-23 0,2 0-135 15,1 2-88-15,4 8-75 0,-9-12-59 0,9 12-9 0,-10-6-43 16,10 6-42-16,-9 4-27 0,9-4-20 0,-10 11-17 16,6-1-12-16,0 1-18 0,1 4-7 0,2 3-10 15,0-1 16-15,2 3-27 0,1 3 16 0,2-1-33 16,1 2 28-16,-1 1-49 0,1-4 41 0,0 2-33 15,1-3 25-15,-1-1-26 0,2-2 22 0,-2-2-28 16,-4-2 29-16,3-2-29 0,-2 1 35 0,1-3-31 16,-3-9 40-16,4 16-47 0,-4-16 32 0,3 11-30 0,-3-11 29 15,0 0-34-15,0 0 28 0,0 0-28 0,0 0 25 16,-13-4-20-16,7-3 18 0,0-4-33 0,-1-1 27 16,-1-3-27-16,1-4 27 0,-1-2-35 0,-1-2-4 15,2-4-28-15,-1-1 7 0,1-2-1 0,1 0 3 16,1 1 6-16,2-2 9 0,1 5 36 0,1 1-32 15,2 3 38-15,-1 2-40 0,2 2 35 0,1 1-46 16,2 2 32-16,2 1-39 0,-1 3 42 0,2 1-33 0,0 3 40 16,3 2-35-16,0 2 43 0,1 2-41 15,2 1 45-15,1 2-32 0,2 1 34 0,4 3-46 0,-1 0 30 16,2 2-51-16,0 0 50 0,-2 0-46 0,0 1 9 16,-2-2 10-16,-3-1 4 0,-1 0 6 15,-2 0 8-15,-2-1 1 0,-1-1 6 0,-9-4 3 0,13 9 4 16,-13-9 10-16,0 0-8 0,0 0 3 0,-8 11-3 15,-5-8 8-15,-3 0-5 0,-7 0 1 0,-2 0-2 16,-1 0-1-16,-2-2 3 0,-1 1-3 0,2 2 1 16,-1-1-2-16,3 0 1 0,0 0-8 0,5 0-104 0,3 0-101 15,1 2-25-15,4-1-131 0,2 0-47 0,10-4-85 16,-10 9-109-16,10-9-646 0,0 0-864 0</inkml:trace>
  <inkml:trace contextRef="#ctx0" brushRef="#br0" timeOffset="279956.3969">19934 17538 614 0,'3'-13'823'0,"0"0"0"0,0 3-141 0,-2-2 69 16,1 1-97-16,-2-1-4 0,1 0-102 0,-2 1-41 16,1 11-77-16,1-17-84 0,-1 17-70 15,1-12-56-15,-1 12-50 0,0 0-28 0,0 0-34 0,0 0-7 16,0 0-11-16,0 0-17 0,7 12-19 0,-7-12-17 15,5 22 8-15,-3-8-27 0,-2 2 11 0,2 2-29 16,1-1 0-16,-1 5 0 0,0-2 0 0,1 3 0 16,-1-1 0-16,1 0 0 0,-2-2 0 0,1 0 0 0,-1 0 0 15,1-1 0-15,-2-1 0 0,2-1 0 0,-2-3 0 16,1-1 0-16,-1-1 0 0,1-1 0 0,-1-11 0 16,1 19 0-16,-1-19 0 0,0 15 0 0,0-15 0 15,2 10 0-15,-2-10 0 0,0 0 0 0,0 0 0 16,0 0-18-16,0 0-122 0,14-2 7 0,-9-4-39 15,1-4 55-15,1-1-27 0,-1 0 62 0,2-1-18 16,-1 0 53-16,-1-1-25 0,1 2 50 0,-2-1-31 16,2 4 42-16,-3-1-26 0,-4 9 40 0,8-15-28 15,-8 15 33-15,6-12-36 0,-6 12 39 0,0 0-37 0,8-8 40 16,-8 8-36-16,0 0 44 0,0 0-35 0,0 0 41 16,7 7 3-16,-7-7 31 0,2 9-40 0,-2-9 28 15,4 13-39-15,-4-13 29 0,4 14-38 0,-4-14 24 16,7 14-28-16,-7-14 28 0,8 15-31 0,-8-15 31 15,10 13-32-15,-10-13 29 0,12 10-34 0,-12-10 33 16,14 10-33-16,-14-10 14 0,15 5-16 0,-15-5 29 16,17 1-31-16,-17-1 19 0,15-3-43 0,-15 3 20 0,18-6-31 15,-11 1 41-15,1-1-30 0,1-1 39 16,-1-2-29-16,-1-3 34 0,1 0-36 0,0-1 16 0,-1 1-6 16,-2-1 10-16,1 0-1 0,-1 1 6 0,0 1-2 15,-1 3 3-15,-4 8 6 0,7-17 1 0,-7 17 4 16,4-13 3-16,-4 13-7 0,3-12 4 0,-3 12-6 15,0 0-1-15,0 0 0 0,2-9 0 0,-2 9 9 16,0 0-8-16,0 0 1 0,0 0 3 0,-4 9 30 0,4-9-34 16,-1 11 28-16,1-11-35 0,0 13 28 15,0-13-27-15,1 13 28 0,-1-13-32 0,3 15 38 16,-3-15-41-16,3 15 36 0,-3-15-34 0,5 11 33 0,-5-11-35 16,9 10 32-16,-9-10-33 0,10 10 31 15,-10-10-32-15,12 5 36 0,-12-5-37 0,13 3 35 0,-13-3-32 16,13-1 30-16,-13 1-37 0,13-5 33 0,-13 5-29 15,13-8 31-15,-6 2-35 0,0-1 34 0,-1-2-34 16,-1 0 3-16,-1 0 4 0,1-1 6 0,-1-1-1 16,-1 3 0-16,1-3 7 0,-4 11-2 0,4-18 4 15,-4 18-1-15,5-16 2 0,-5 16 3 0,5-11-8 16,-5 11 1-16,3-11-1 0,-3 11 17 0,0 0 29 16,8-8 1-16,-8 8-4 0,0 0 12 0,14 4 39 0,-14-4-8 15,11 12-9-15,-5-3-5 0,0 1 1 0,0 3-4 16,1 2 11-16,-1 1 32 0,2 3-15 0,1 2-7 15,-3 0-34-15,0 2-53 0,0 1 0 0,1-1 0 16,0 0 0-16,-1 2 0 0,-2 0 0 0,1-2 0 16,-3 0 0-16,-1 0 0 0,-1-2 0 0,-1 0 0 15,-3-2 0-15,-1 0 0 0,-1-1 0 0,-1-3 0 16,-2 0 0-16,1-2 0 0,-2-1 0 0,0-3 0 0,1-1 0 16,0 0 0-16,1-3 0 0,8-5 0 15,-16 7 0-15,16-7 0 0,-13 1 0 0,13-1 0 0,-12-8 0 16,12 8 0-16,-7-13-128 0,5 3-38 0,1-2-36 15,2-1 37-15,1-4-77 0,1-3 63 0,3-3-44 16,2 0 58-16,1-4-58 0,2-2 88 0,1 0-37 16,2-3 90-16,2 0-58 0,-1 0 97 0,-1 4-56 15,0 2 84-15,-1-2-55 0,1 3 73 0,-1-2-62 0,0 4 72 16,-2 3-56-16,-1 1 79 0,1 1-66 16,-2 1 82-16,-1 2-28 0,-1 3 57 0,-1-1-38 0,0 4 43 15,-2-1-65-15,0 2 52 0,-4 8-67 0,5-14 45 16,-5 14-60-16,3-10 54 0,-3 10-55 0,0 0 44 15,0 0-51-15,-9-4 49 0,9 4-46 0,-8 5 40 16,8-5-48-16,-11 11-1 0,11-11 5 0,-8 14 2 16,8-14 7-16,-2 17 10 0,2-17-6 0,0 19 48 15,3-7-62-15,0-2 56 0,3 3-57 0,1 0 54 16,0 1-53-16,1-1 51 0,2-1-53 0,0 1 52 0,-1-1-56 16,2-1 54-16,0 1-54 0,-1-1 57 0,1 0-52 15,-2-1 50-15,-1-1-58 0,0 2 55 16,-1-5-52-16,-7-6 50 0,10 13-51 0,-10-13 59 0,8 10-49 15,-8-10 51-15,5 9-51 0,-5-9 51 0,0 0-56 16,0 0 49-16,-2 12-38 0,2-12 29 0,0 0-37 16,-10 6 48-16,10-6-56 0,0 0 60 0,-11 2-55 15,11-2 51-15,0 0-52 0,0 0 32 0,-9-7-87 0,9 7 6 16,0 0-49-16,4-13 46 0,-4 13-109 0,7-16 33 16,-1 7-74-16,2 0 53 0,0-1-51 15,3-2 62-15,-2 1-16 0,2-1 73 0,3 0-21 0,-2-2 64 16,2 1-33-16,-2 1 68 0,0 0-39 0,-1 0 55 15,-1 3-30-15,1-3 67 0,-1 1-35 0,-2 1 86 16,0 1-31-16,0 1 72 0,-2 0-44 0,-1 0 75 16,-5 8-73-16,10-11 52 0,-10 11-64 0,9-7 95 15,-9 7-83-15,8-6 64 0,-8 6-58 0,0 0 81 16,0 0-75-16,0 0-7 0,11 3 15 0,-11-3-5 16,5 9-17-16,-5-9-14 0,7 11-10 0,-7-11-9 15,6 15-9-15,-1-6 42 0,-2-1-62 0,1 3 46 16,0-3-62-16,1 2 0 0,-1-2-133 0,0 3-39 0,-1-3-187 15,0 1-56-15,-3-9-109 0,6 16-111 0,-6-16-652 16,5 14-892-16</inkml:trace>
  <inkml:trace contextRef="#ctx0" brushRef="#br0" timeOffset="280133.7524">21099 17395 435 0,'-4'-15'966'0,"0"2"-270"16,-1 1 26-16,2 0-118 0,-1 3-31 0,4 9-161 16,-3-18-47-16,3 18-126 0,-2-12-2 0,2 12-97 15,0 0-17-15,6-8-182 0,-6 8-53 0,0 0-156 16,16 6-81-16,-9 0-118 0,-1 0-124 0,4 1-559 16,-4 1-765-16</inkml:trace>
  <inkml:trace contextRef="#ctx0" brushRef="#br0" timeOffset="280956.8414">21412 17524 397 0,'0'0'776'0,"13"-4"-67"15,-13 4-98-15,0 0 57 0,0 0-107 0,6-8-64 16,-6 8-44-16,0 0-134 0,0 0-3 0,-7-8-96 16,7 8 26-16,0 0-85 0,-14 2 11 0,14-2-75 15,-13 6-15-15,6 0-16 0,-1 0-5 0,0 3-8 16,1 0 21-16,-1 3-38 0,1-2 20 0,0 3-45 15,2 0 36-15,0 1-45 0,3 0 37 0,1-1-43 16,1 1 36-16,3 1-35 0,2 0 31 0,2-1-39 16,3 2 36-16,2-3-46 0,1 0 18 0,1-1-54 15,-1-4 23-15,2 0-75 0,-1-1 44 0,2 0-45 0,-1-3 53 16,2 0-38-16,-2-1 56 0,0-2-44 16,-1-1 69-16,1 0-38 0,-1-2 48 0,-2-1-49 0,3-2 58 15,-2 0-48-15,0-1 57 0,-1-2-55 0,-2 0 58 16,1-3-47-16,-2 3 51 0,-2-4-55 0,0 3 7 15,-3-1 10-15,0 0 12 0,-1-1 8 0,-3 11 8 16,2-16 7-16,-2 16-1 0,-4-14 2 0,4 14 3 16,-8-14 7-16,0 8-1 0,8 6 15 0,-14-8-8 15,14 8 5-15,-16-4 38 0,16 4-57 0,-14 1 45 0,14-1-52 16,-17 4 39-16,17-4-47 0,-13 9 41 16,13-9-52-16,-10 12 46 0,10-12-51 0,-7 13 45 0,7-13-48 15,-2 13 45-15,2-13-46 0,2 14 43 0,-2-14-52 16,7 12 23-16,-7-12-78 0,9 12 44 0,-9-12-65 15,10 7 39-15,-10-7-53 0,13 5 63 0,-13-5-44 16,12 0 72-16,-12 0-48 0,12-5 68 0,-12 5-56 16,14-7 69-16,-14 7-60 0,11-13 66 0,-5 6-61 15,0-2 66-15,-1 0-63 0,-1-2 72 0,1 2-57 16,-2-1 31-16,0 2 23 0,0-3 17 0,-3 11 5 16,7-14 9-16,-7 14-4 0,3-12 38 0,-3 12-66 0,4-11-11 15,-4 11-1-15,0 0-4 0,0 0 6 16,7-7 4-16,-7 7-5 0,0 0-1 0,0 0 50 0,8 7-58 15,-8-7 47-15,6 11-51 0,-6-11 51 0,11 12-55 16,-4-5 45-16,0-1-54 0,2 0 48 0,0 1-49 16,2 0 39-16,2-1-41 0,0 2 42 0,2-3-48 15,-1 0 45-15,2 0-45 0,-1-2 46 0,2-1-38 16,-4 0 34-16,0-2-44 0,-13 0 45 0,25-1-47 0,-12-3 49 16,-3 0-51-16,-1-1 50 0,2-3-49 15,-3-1 8-15,-1-2 2 0,-1-3 4 0,-2-2 6 0,1-5 38 16,-3-1-42-16,-2-5 40 0,-1 0-43 0,-2-7 44 15,-3-1-41-15,1-7 44 0,-1 0-51 0,-1 1 59 16,0 0-23-16,-2 9 61 0,1 1-18 0,0 5 4 16,-1 2-5-16,1 6-14 0,-1 3-10 0,0 3-7 15,-1 3 1-15,1 6 44 0,9 3 21 0,-19 5-7 16,10 3 10-16,1 6 34 0,1 3 16 0,0 6 10 16,6 3-7-16,1 2-20 0,3 6-82 0,4 5-52 15,3 1 0-15,3 0 0 0,3-1 0 0,3 1 0 16,-1-3 0-16,1 0 0 0,0-2 0 0,0-3 0 15,0 1-95-15,1-3-218 0,0-1-34 0,-3-8-183 0,2 2-104 16,-2-3-181-16,-2-6-909 0,-1 0-1408 0</inkml:trace>
  <inkml:trace contextRef="#ctx0" brushRef="#br0" timeOffset="282948.8521">22382 17554 399 0,'-7'-11'656'0,"0"2"-1"0,1-2-7 15,0-1-124-15,1-1 99 0,-1-2-78 0,0 0 1 16,3 1-81-16,-2-1 19 0,2 0-37 0,0 1-29 15,-1-1-32-15,2 5-14 0,1-2-33 0,-1 1-38 16,2 11-45-16,-5-18-129 0,5 18-127 0,-3-13 0 16,3 13 0-16,0 0 0 0,0 0 0 0,0 0 0 15,-5 10 0-15,5-10 0 0,-1 22 0 0,2-5 0 0,-1 1 0 16,1 2 0-16,1 5 0 0,0 0 0 0,1 2 0 16,3 4 0-16,0-1 0 0,-1 1 0 0,1-2 0 15,1-2 0-15,-1-2 0 0,-1-1 0 0,0-4 0 16,-2-2 0-16,1-1 0 0,0-3 0 0,-2-2 0 15,1-1 0-15,0-1 0 0,-3-10 0 0,4 15 0 16,-4-15 0-16,0 0 0 0,0 0 0 0,0 0 0 16,0 0 0-16,0 0 0 0,-8-10 0 0,4-1 0 0,1-3 0 15,-1-4 0-15,0-2 0 0,1-2 0 0,1-4 0 16,0-2 0-16,1-6 0 0,1 0 0 16,2-3 0-16,0-1 0 0,0-5 0 0,3 2 0 0,-2 6 0 15,1 2 0-15,0 2 0 0,1 6 0 0,-1 3 0 16,-1 3 0-16,1 3 0 0,-1 1 0 0,2 7 0 15,-5 8 0-15,11-12 0 0,-11 12 0 0,14 1 0 16,-5 4 0-16,2 2 0 0,0 4 0 0,0 2 0 16,2 2 0-16,-1 3 0 0,4 1 0 0,-2 4 0 15,2-3 0-15,-2 2 0 0,3-1 0 0,-3-1 0 16,2 1 0-16,-3-3 0 0,-1-2 0 0,-1 0 0 0,-2-4 0 16,-1 1 0-16,1-2 0 0,-4-1 0 0,1-2 0 15,-2-1 0-15,-4-7 0 0,7 11 0 16,-7-11 0-16,0 0 0 0,0 0 0 0,0 0 0 0,0 0 0 15,0 0 0-15,6-13 0 0,-6 13-91 0,3-23-41 16,-1 6 35-16,2-4-23 0,0-2 52 0,0-1-10 16,2 0 38-16,1 1-22 0,-2 1 38 0,1 1-23 15,-1 3 40-15,1 3-27 0,-2-1 34 0,-1 5-34 0,2 2 39 16,-5 9-29-16,6-13 34 0,-6 13-27 0,0 0 37 16,0 0-15-16,10 5 63 0,-10-5-26 15,4 16 1-15,-2-6 14 0,-1 3 15 0,0 4 9 0,1 0-8 16,0 1-7-16,1 1-10 0,-1 0-28 0,1 3 26 15,0 1-7-15,1-2-2 0,1 3-6 0,0-4-3 16,2 3-11-16,-2-4-22 0,3 1-3 0,0-2 0 16,1 0 0-16,1-4 0 0,-2-1 0 0,1-1 0 15,2-1 0-15,-1-4 0 0,1 0 0 0,0-2 0 16,1-2 0-16,0 0 0 0,-12-3 0 0,24-2-29 16,-8-3-58-16,-2-1 12 0,1-2 3 0,1-1-8 0,2-2 13 15,-3-1 8-15,2-2 8 0,-4 0 14 16,2-3 7-16,-4 2 5 0,1-2 8 0,-3 4-1 15,-2 0 8-15,-1 1-1 0,0 0 3 0,-3 2-4 0,-3 10 5 16,1-16 2-16,-1 16 3 0,-8-11-2 0,8 11-1 16,-15-8 2-16,15 8 5 0,-19 0-2 0,19 0 7 15,-22 2 2-15,11 4 16 0,-1-1 20 0,0 2-3 16,3 3-2-16,0-1-29 0,2 2 41 0,-1 1-1 16,1 1-3-16,3 0-11 0,3-1-6 0,0 0-3 15,1 1 0-15,1 0-12 0,1-1-1 0,2 1 5 16,1 0-1-16,3-1-6 0,0 1 0 0,4-3-17 0,1 0-27 15,3 0-33-15,1-2 21 0,-1-1-47 0,0-1 40 16,-1 0-15-16,0-1 42 0,-1-4-25 16,-1 1 33-16,0-2-19 0,1-1 28 0,-2-1-21 0,-1-2 32 15,2-1-27-15,1-2 30 0,-1-2-25 0,-3 0 4 16,0-2 12-16,1-2 9 0,-2 2 35 0,-1-3 6 16,-1 1 31-16,0 0 21 0,-1 1-5 0,-1-1 19 15,-2 3-18-15,1-1 4 0,-1 3-89 0,-3 8-12 16,6-17 0-16,-6 17 0 0,5-12 0 0,-5 12 0 15,0 0 0-15,5-11 0 0,-5 11 0 0,0 0 0 16,0 0 0-16,0 0 0 0,6 11 0 0,-6-11 0 0,3 12 0 16,-3-12 0-16,2 17 0 0,-2-17 0 0,4 18 0 15,-4-18 0-15,3 20 0 0,-3-20 0 0,5 18 0 16,-5-18 0-16,4 19 0 0,-4-19 0 0,4 13 0 16,-4-13 0-16,4 13 0 0,-4-13 0 0,3 11 0 15,-3-11 0-15,0 0 0 0,8 9 0 0,-8-9 0 16,0 0 0-16,13 1 0 0,-13-1 0 0,11-5 0 15,-11 5 0-15,15-12 0 0,-8 5 0 0,2-3 0 16,1-1 0-16,0 0 0 0,0-1 0 0,-1 0 0 16,2 1 0-16,-3 0 0 0,0 1 0 0,-2 2 0 0,1 0 0 15,-2 1 0-15,-5 7 0 0,9-12 0 0,-9 12 0 16,8-7 0-16,-8 7 0 0,0 0 0 0,10-4 0 16,-10 4 0-16,0 0 0 0,11 6 0 0,-11-6 0 15,6 7 0-15,-6-7 0 0,5 11 0 0,-5-11 0 16,7 12 0-16,-7-12 0 0,4 10 0 0,-4-10 0 15,5 13 0-15,-5-13 0 0,5 10 0 0,-5-10 0 16,5 10 0-16,-5-10 0 0,4 8 0 0,-4-8 0 16,0 0 0-16,7 9 0 0,-7-9 0 0,0 0 0 0,0 0 0 15,9 3 0-15,-9-3 0 0,0 0 0 16,11-5 0-16,-11 5-11 0,10-11 4 0,-10 11-30 0,9-14 42 16,-4 6-33-16,4-3 39 0,-2 4-36 0,-2-3 39 15,0 2-31-15,0 1 25 0,-5 7-3 0,9-13-4 16,-9 13-1-16,9-11-12 0,-9 11 2 0,0 0 4 15,10-6-1-15,-10 6-20 0,0 0 29 0,14 5-33 16,-14-5 46-16,10 7-46 0,-10-7 36 0,8 8-26 16,-8-8 36-16,7 11-31 0,-7-11 32 0,7 12 4 15,-7-12-7-15,8 13-5 0,-8-13 1 0,6 12-1 0,-6-12-4 16,7 11 4-16,-7-11-2 0,6 10 8 16,-6-10-3-16,7 9-6 0,-7-9 8 0,0 0-2 0,8 8-3 15,-8-8 2-15,0 0-14 0,13 4 6 0,-13-4-3 16,12-2-2-16,-12 2-3 0,14-6-22 0,-6 2 32 15,3-1-22-15,0-2 27 0,2-1-29 0,1 1 31 16,0-2-6-16,3 0 8 0,-1-1 4 0,0 3-15 16,-2-2 5-16,1 2-6 0,-1 1 2 0,0 0-4 15,-3 2-4-15,1 0 2 0,-12 4-1 0,18-2 0 0,-18 2 0 16,17 4 8-16,-17-4-38 0,15 9 44 0,-15-9-38 16,11 13 39-16,-11-13 13 0,7 17-17 0,-7-17 0 15,3 18-7-15,-3-18 11 0,-2 20-2 0,2-20-1 16,-4 19 4-16,0-10 6 0,-1 1-9 0,1-2-9 15,-2-1 0-15,0 0 0 0,0 0 0 0,6-7 0 16,-14 10 0-16,14-10 0 0,-12 7 0 0,12-7 0 16,-16 3 0-16,16-3 0 0,-15-1 0 0,15 1 0 15,-14-4 0-15,14 4 0 0,-12-6 0 0,12 6 0 16,-9-9 0-16,9 9 0 0,-5-13 0 0,5 13 0 16,-3-14 0-16,3 14 0 0,4-17 0 0,-4 17 0 0,5-19-160 15,-1 10-201-15,1-1-61 0,1 1-13 16,-1-1-105-16,1 2-2 0,0 0-45 0,0 0 8 0,1 2-52 15,1-1-2-15,1 2-396 0,0 1-642 0</inkml:trace>
  <inkml:trace contextRef="#ctx0" brushRef="#br0" timeOffset="283674.5922">24164 17474 244 0,'0'0'547'15,"9"-5"-45"-15,-9 5 51 0,8-6-13 0,-8 6-66 16,9-8 88-16,-9 8-26 0,10-7 41 0,-10 7-56 16,8-10-11-16,-8 10-66 0,9-8-18 0,-9 8-20 15,9-8-61-15,-9 8-47 0,9-7-30 0,-9 7-43 16,11-3-34-16,-11 3-169 0,15 3-22 0,-15-3 0 0,17 8 0 15,-7-2 0-15,0 1 0 0,-2 1 0 0,3 2 0 16,-2-2 0-16,-1 3 0 0,1 0 0 0,0 0 0 16,-1 0 0-16,0 2 0 0,-1-2 0 0,0 2 0 15,-1-2 0-15,-1-1 0 0,-1 1 0 0,0-2 0 16,-2 1 0-16,-2-10 0 0,5 17 0 0,-5-17 0 16,1 13 0-16,-1-13 0 0,-1 13 0 0,1-13 0 15,-4 10 0-15,4-10 0 0,0 0 0 0,-8 7 0 16,8-7 0-16,0 0 0 0,0 0 0 0,0 0 0 15,-12-4 0-15,12 4 0 0,0 0 0 0,0-16 0 0,0 16 0 16,5-16 0-16,-2 8 0 0,3-2 0 0,-1-2 0 16,2 1 0-16,0-1 0 0,0 1 0 0,1-1 0 15,0 1 0-15,-2 3 0 0,1-1 0 0,-2 1 0 16,0 1 0-16,-5 7 0 0,11-13 0 0,-11 13 0 16,8-9 0-16,-8 9 0 0,9-6 0 0,-9 6 0 15,0 0 0-15,11-1 0 0,-11 1 0 0,0 0 0 16,10 6 0-16,-10-6 0 0,6 7 0 0,-6-7 0 0,6 9 0 15,-6-9 0-15,8 9 0 0,-8-9 0 16,4 10 0-16,-4-10 0 0,5 9 0 0,-5-9 0 16,6 9 0-16,-6-9 0 0,5 9 0 0,-5-9 0 0,5 8 0 15,-5-8 0-15,7 8 0 0,-7-8 0 0,9 4 0 16,-9-4 0-16,0 0 0 0,14 3 0 0,-14-3 0 16,13-2 0-16,-13 2 0 0,12-4 0 0,-12 4 0 15,14-10 0-15,-7 4 0 0,0-2 0 0,1 1 0 16,1-3 0-16,1 1 0 0,-1-1 0 0,-2 2 0 0,1 0 0 15,1-1 0-15,-5 3 0 0,3-2 0 16,-7 8 0-16,10-8 0 0,-10 8 0 0,9-6 0 0,-9 6 0 16,0 0 0-16,13 4 0 0,-13-4 0 0,10 10 0 15,-10-10 0-15,10 17 0 0,-8-6 0 16,1 3 0-16,-1-2 0 0,-1 4 0 0,0 1 0 0,-1 2 0 16,-1 0 0-16,-3 4 0 0,0 0 0 0,-2 1 0 15,-1 2 0-15,-2 1 0 0,-1-1 0 0,0 0 0 16,-3-1 0-16,-1-2 0 0,-2-2 0 0,2-4 0 15,-4 0 0-15,0-3 0 0,0-4 0 0,-1-1 0 0,4-3 0 16,-2-3 0-16,3-2 0 0,-2-2 0 16,2-2 0-16,4-3 0 0,0-3 0 0,6 0 0 15,2-4 0-15,7-2 0 0,6-5 0 0,12-7 0 0,8-3 0 16,16-6 0-16,7-1 0 0,6 0 0 0,7 2 0 16,4 3 0-16,0 2 0 0,0 5 0 0,-4 5 0 15,-3 1 0-15,-12 8-734 0,-3 0-1617 0,-6 2-2154 16</inkml:trace>
  <inkml:trace contextRef="#ctx0" brushRef="#br0" timeOffset="308134.7042">27185 1865 335 0,'0'0'325'16,"0"0"-61"-16,0 0-32 0,0 0-27 0,0 0-23 15,0 0-10-15,0 0-19 0,0 0-11 0,0 0-15 0,0 0-17 16,0 0 18-16,0 0-29 0,0 12 42 15,0-12-55-15,0 0 49 0,0 0-67 0,0 0 64 16,-2 12-52-16,2-12 43 0,0 0-59 0,0 0 50 16,0 14-55-16,0-14 39 0,0 0-50 0,-3 14 52 0,3-14-53 15,2 11 52-15,-2-11-48 0,1 14 73 0,-1-14-70 16,2 16 49-16,-2-16-35 0,0 19-3 0,0-19-10 16,2 19 27-16,-2-19 3 0,2 23-2 0,-2-23 9 15,2 22-11-15,0-11-3 0,-2 1 8 0,0 0-10 16,2 0 29-16,-2 0-45 0,0 1 30 0,1 0-40 15,0 0 60-15,-1 0-52 0,0 2 42 0,1 1-53 16,-1 0 37-16,2 1-42 0,-2 0 33 0,2 0-6 16,-2 2-15-16,2 0 7 0,0 0 2 0,2 0-1 15,-2 3-12-15,0 1 0 0,0 0-2 0,0 0-5 16,1 0 5-16,-1 0-4 0,0-1-10 0,0 1 0 16,0 1-37-16,-2-1 38 0,2-2-38 0,-2-1 43 15,2 3 2-15,-1 2 50 0,0-5-30 0,-1 2-4 16,0 1 9-16,1 1 2 0,-1 1 22 0,0 0 17 15,0 2-5-15,-1-2-5 0,1 2 0 0,-2 0 31 16,0 1-73-16,0 3 81 0,-2 3-2 0,1-1-92 16,-1 2 118-16,0 1-120 0,0-1-41 0,-2 1 0 15,2 1 0-15,1 4 0 0,-1 0 0 0,-2 0 0 16,4-5 0-16,-3 0 0 0,2 2 0 0,-1-1 0 16,2 1 0-16,0-1 0 0,-1 1 0 0,1 1 0 15,2-3 0-15,-2 1 0 0,0 1 0 0,0 1 0 16,2-1 0-16,0 0 0 0,-1 0 0 0,1-1 0 15,-1 1 0-15,1-1 0 0,0-1 0 0,-1-1 0 16,-1 1 0-16,2-1 0 0,-2-1 0 0,0 1 0 0,2-2 0 16,-3 0 0-16,3 1 0 0,0-5 0 0,-2 3 0 15,2-4 0-15,0 1 0 0,0-1 0 16,0-1 0-16,0 1 0 0,2-1 0 0,1 1 0 16,-3-2 0-16,2 0 0 0,0 1 0 0,-2-2 0 0,3 1 0 15,-2-2 0-15,0-1 0 0,1 2 0 0,0-2 0 16,0 0 0-16,-2-2 0 0,2 1 0 0,1-2 0 15,-2 1 0-15,0-2 0 0,1 2 0 0,-2-1 0 16,2 1 0-16,-2-2 0 0,2 4 0 0,1-3 0 16,-3 0 0-16,3 0 0 0,-1 1 0 0,0 1 0 15,0-3 0-15,0 4 0 0,0-2 0 0,2 1 0 16,-1-1 0-16,1 0 0 0,-2 1 0 0,4 0 0 16,-2-1 0-16,0 1 0 0,-1-1 0 0,1-1 0 15,0 0 0-15,0 2 0 0,-1-1 0 0,2-2 0 0,-3 0 0 16,1 0 0-16,-1 0 0 0,2 4 0 0,-2-2 0 15,0 1 0-15,0-2 0 0,1 3 0 16,-1-1 0-16,0 2 0 0,-2-1 0 0,2-1 0 16,2 3 0-16,-2-1 0 0,-2 0 0 0,2-1 0 15,-2-2 0-15,2 1 0 0,2 1 0 0,-2 1 0 16,1-1 0-16,-1 0 0 0,0 0 0 0,0-1 0 16,2 1 0-16,-2 0 0 0,2-1 0 0,-2 0 0 15,2-1 0-15,0 1 0 0,-3-2 0 0,3 0 0 16,-2 1 0-16,0 1 0 0,1-3 0 0,-1 1 0 15,0 0 0-15,-2 1 0 0,2-2 0 0,1 0 0 0,-3-1 0 16,2 1 0-16,0-1 0 0,-1-2 0 0,-1 2 0 16,2-1 0-16,0-1 0 0,-2 0 0 15,2 1 0-15,0-1 0 0,-2 1 0 0,0 0 0 16,2-1 0-16,-1 0 0 0,0 0 0 0,0 0 0 0,-1 0 0 16,2 0 0-16,-2-3 0 0,0 5 0 0,0-1 0 15,2 0 0-15,-2 1 0 0,0-1 0 16,0 2 0-16,0-1 0 0,0 0 0 0,0 1 0 0,0 0 0 15,0-1 0-15,0 1 0 0,2-1 0 16,-2-1 0-16,0 2 0 0,0-1 0 0,0 1 0 0,0-2 0 16,0 1 0-16,0 0 0 0,0-2 0 0,0 2 0 15,0-2 0-15,0 0 0 0,0-1 0 16,0-1 0-16,0 1 0 0,-2-1 0 0,2 0 0 16,-2 2 0-16,2 0 0 0,-2 1 0 0,1-2 0 0,-1 0 0 15,0-1 0-15,0 0 0 0,2 0 0 0,-2-1 0 16,0-1 0-16,2-1 0 0,-2 0 0 0,2-11 0 15,-1 19 0-15,1-19 0 0,-2 14 0 0,2-14 0 16,-2 13 0-16,2-13 0 0,0 0 0 0,-3 12 0 16,3-12 0-16,0 0 0 0,0 0 0 0,0 0-49 15,-8-4-451-15,8 4-57 0,-9-13-81 0,4 3-88 16,-4-2-175-16,0-2-627 0,0-3-1163 0</inkml:trace>
  <inkml:trace contextRef="#ctx0" brushRef="#br0" timeOffset="311001.1254">27189 1903 227 0,'0'0'358'0,"0"0"-62"0,0 0-26 0,2-11-32 0,-2 11-30 15,0 0-20-15,0 0-23 0,0 0-17 16,-2-10-25-16,2 10-7 0,0 0-29 0,0 0 9 15,0 0-38-15,0 0 11 0,0 0-31 0,0 0 29 0,0 0-36 16,0 0 76-16,0 0-47 0,0-12 65 16,0 12-42-16,0 0 53 0,0 0-42 0,0 0 49 15,0 0-52-15,0 0 57 0,0 0-47 0,0 0 65 16,0 0-62-16,0 0 59 0,0 0-80 0,0 0 55 0,0 0-73 16,0 0 69-16,0 0-78 0,-2-12 61 0,2 12-79 15,0 0 70-15,0 0-76 0,0 0 73 0,0 0-79 16,0 0 65-16,4-10-82 0,-4 10 75 0,0 0-84 15,0 0 71-15,0 0-85 0,0 0 71 0,6-9-81 16,-6 9 74-16,0 0-74 0,7-6 76 0,-7 6-83 16,0 0 77-16,16-4-79 0,-16 4 78 0,16-2-72 15,-16 2 78-15,22-4-69 0,-3 2 75 0,0 0-45 16,6-2 50-16,5 2-52 0,5-2 66 0,6 0-55 16,6 0 58-16,7-1-58 0,4 1 50 0,1 0-56 15,13-1 50-15,5-1-65 0,3 2 48 0,3 0-54 16,3-2 50-16,1 1-61 0,4-1 54 0,0 0-55 15,0 1 48-15,1-2-51 0,1-1 55 0,-1 1-63 16,1 0 53-16,-1 0-55 0,-2-2 54 0,-1 2-56 16,-1-5 54-16,-2 5-54 0,-3-2 47 0,-1 0-57 15,-2 1 58-15,-3 0-57 0,0-1 43 0,-3 1-70 16,-1-1 69-16,0 1-52 0,-2 0 60 0,-1 2-55 16,1-3 57-16,-3 0-72 0,-9 2 51 0,-1 1-66 15,1-1 68-15,-3 2-56 0,2-2 76 0,-2 2-76 16,0 0 80-16,-2 0-79 0,-1 1 80 0,0-1-71 15,-1 2 82-15,0-1-77 0,-2 0 75 0,0 2-75 16,-1-3 86-16,0 4-82 0,-1 0 76 0,-7-1-73 16,1 0 73-16,1 0-71 0,-3 0 80 0,0-1-80 15,-1 2 80-15,2-2-70 0,-1 1 69 0,0 0-78 16,1 0 78-16,-1-1-80 0,-1 2 79 0,0-2-80 16,-2 0 78-16,-1-1-76 0,-5 3 85 0,-1-1-84 15,-2 0 80-15,-1 3-83 0,-5-4 86 0,0 3-83 16,-2-2 81-16,-2 0-78 0,1 0 74 0,-2 1-73 15,-2 0 83-15,-3 1-82 0,2-3 74 0,-14 3-73 16,25-2 68-16,-25 2-2 0,21-2-6 0,-21 2-5 16,19-2-6-16,-19 2 2 0,15-2-83 0,-15 2 85 15,16-1 3-15,-16 1-83 0,15-1 85 0,-15 1-5 16,14-1-9-16,-14 1-2 0,0 0 0 0,17-1 3 16,-17 1 1-16,0 0-13 0,16 1 3 0,-16-1 2 15,0 0-8-15,14 0-2 0,-14 0 2 0,0 0-4 16,13 2 2-16,-13-2-8 0,0 0-56 0,13 6 86 15,-13-6-75-15,9 7 81 0,-9-7-2 0,9 7 4 16,-9-7-10-16,9 9 0 0,-9-9-7 0,9 10 9 16,-9-10-9-16,11 16 2 0,-6-9 4 0,1 1 10 15,-1 1-1-15,2 0 12 0,-1 1-3 0,2 1 7 16,-1 0 0-16,0 1 6 0,1 0 0 0,0 1 8 16,1 0 0-16,-1 2-7 0,1-1-10 0,0 1 28 15,-1 3-8-15,2 0 1 0,-2 1 32 0,0 0-5 16,-1 2-7-16,0 2-10 0,-1 1 48 0,-1 0-40 15,1 5 44-15,-1 0-44 0,1 1 22 0,-1 1-20 16,1 0 19-16,-2 1-24 0,2 2 38 16,-1 1 5-16,1-2-17 0,1 10-1 0,2 0-4 0,-1-1 19 15,3 3-37-15,-1-2 28 0,1 1-30 0,2 1-72 16,0-1 0-16,0 0 0 0,0 0 0 0,2 0 0 16,0 0 0-16,1 1 0 0,-1-2 0 0,2 0 0 15,-3 1 0-15,2-1 0 0,-2 0 0 0,0 1 0 16,-1-1 0-16,-2 1 0 0,0 0 0 0,-2-2 0 15,-1 1 0-15,-2 0 0 0,0-1 0 0,-3 1 0 16,1 0 0-16,-2-6 0 0,0 1 0 0,0 1 0 16,-1 5 0-16,1-1 0 0,0 2 0 0,0-1 0 15,0 1 0-15,1-1 0 0,1 2 0 0,-1-2 0 16,2 2 0-16,0-1 0 0,1 2 0 0,0-1 0 16,2 0 0-16,0 1 0 0,0-2 0 0,1 4 0 15,2-4 0-15,0 2 0 0,1 0 0 0,0 2 0 16,0-1 0-16,5 8 0 0,-2 0 0 0,1 0 0 15,-3-9 0-15,4 8 0 0,-2 1 0 0,2-2 0 16,-4-6 0-16,0 0 0 0,2 7 0 0,-2-8 0 16,-2 2 0-16,0-1 0 0,1-1 0 0,-1 3 0 15,1 0 0-15,-2-2 0 0,0 2 0 0,2-3 0 16,-1 0 0-16,0 0 0 0,1-2 0 0,0 0 0 16,-1-1 0-16,3-1 0 0,-3-3 0 0,1 2 0 15,-1-3 0-15,1-1 0 0,0-1 0 0,-1 0 0 16,-1-1 0-16,0-5 0 0,-1-1 0 0,-2-1 0 15,2 1 0-15,-1-2 0 0,-1 0 0 0,-1-3 0 16,-1-2 0-16,2-1 0 0,-3 2 0 0,0-1 0 16,0-1 0-16,0 1 0 0,-1-3 0 0,0 3 0 15,-1-4 0-15,2 0 0 0,-1 0 0 0,-1 1 0 16,2 0 0-16,-2-1 0 0,0 4 0 0,0-4 0 0,1 3 0 16,0 0 0-16,-1 0 0 0,1 0 0 0,-2-2 0 15,3 2 0-15,-3-2 0 0,1 0 0 0,-2 0 0 16,1-1 0-16,-1 1 0 0,0-2 0 0,0 3 0 15,0-4 0-15,-1 2 0 0,1 1 0 0,0-1 0 16,0-2 0-16,0 1 0 0,0-2 0 0,0-1 0 16,0 0 0-16,0-3 0 0,-1-1 0 0,1-11 0 15,-1 22 0-15,-1-11 0 0,2-11 0 0,0 15 0 16,0-15 0-16,-2 12 0 0,2-12 0 0,-1 12 0 16,1-12 0-16,-4 9 0 0,4-9 0 0,-8 7 0 15,8-7 0-15,-14 7 0 0,14-7 0 0,-21 5 0 16,9-3 0-16,-3 0 0 0,-3 1 0 0,-1-1 0 15,-2-1 0-15,-4 0 0 0,1 2 0 0,-3 0 0 16,-1-2 0-16,-2 2 0 0,-3 0 0 0,-2 0 0 0,-1-1 0 16,-1 1 0-16,1 1 0 0,-1 0 0 15,0 0 0-15,-2-2 0 0,2 2 0 0,0-1 0 16,-1 0 0-16,2-1 0 0,-1 0 0 0,1 3 0 0,0-5 0 16,0 3 0-16,0 0 0 0,0-2 0 0,0 1 0 15,5-1 0-15,0 1 0 0,0-1 0 0,0 2 0 16,1-3 0-16,-2 0 0 0,0 0 0 15,0 0 0-15,-5 0 0 0,-1 0 0 0,0 0 0 0,-2-3 0 16,1 2 0-16,-1-1 0 0,1 0 0 0,0 1 0 16,2-3 0-16,-3 3 0 0,-1-1 0 15,-1-1 0-15,-7 0 0 0,1 0 0 0,-1 1 0 0,0 0 0 16,-1-1 0-16,-3 3 0 0,4-3 0 0,0 1 0 16,0-2 0-16,0 2 0 0,0 0 0 0,1 0 0 15,6-1 0-15,-4 1 0 0,5 1 0 0,0-2 0 16,1 0 0-16,-1 2 0 0,1-1 0 0,-1 0 0 15,1 2 0-15,0-2 0 0,0 1 0 0,0 1 0 16,1-2 0-16,-3 2 0 0,1 0 0 0,0 0 0 0,-1 0 0 16,-1 2 0-16,0-2 0 0,0 0 0 15,0 1 0-15,-1-1 0 0,0 0 0 0,0 0 0 16,-1 0 0-16,-5-1 0 0,7 1 0 0,0 0 0 16,1 0 0-16,0 0 0 0,-1 0 0 0,2 0 0 0,0-2 0 15,0 2 0-15,1 0 0 0,1 0 0 0,-2-1 0 16,3 0 0-16,0 1 0 0,0 0 0 15,0-1 0-15,1 1 0 0,0-2 0 0,1 1 0 0,0-1 0 16,4 2 0-16,-6-1 0 0,1 0 0 0,0 1 0 16,0-2 0-16,0 1 0 0,-2 1 0 0,1-2 0 15,1 1 0-15,-2 0 0 0,0-1 0 0,1 1 0 16,2 1 0-16,0-2 0 0,1 0 0 0,3 1 0 16,0-1 0-16,2 1 0 0,-2-1 0 0,3 1 0 15,0-1 0-15,0 1 0 0,1 0 0 0,-1 1 0 16,2-2 0-16,0 1 0 0,4 1 0 0,-3-1 0 15,-1 0 0-15,0 1 0 0,1 0 0 0,-2 2 0 16,0-2 0-16,-1 3 0 0,0-3 0 0,0 1 0 16,1 0 0-16,0-1 0 0,-3 2 0 0,2 1 0 15,-1-2 0-15,-1-1 0 0,2 2 0 0,0-1 0 16,1 1 0-16,-1-2 0 0,0 2 0 0,2-2 0 16,-1 0 0-16,4 1 0 0,2-1 0 0,-1 0 0 15,1 0 0-15,-1 0 0 0,4 0 0 0,-4 0 0 16,2 1 0-16,1-1 0 0,-2 0 0 0,1 0 0 15,2 1-22-15,0-1-43 0,-1 1-4 0,2-1-25 0,-2 0-3 16,5 0-38-16,0 0-20 0,2 0-33 0,13 0-33 16,-24 0-47-16,24 0-22 0,-16-3-53 0,16 3-72 15,-12-6-51-15,12 6-25 0,-4-12-30 0,4 12-199 16,5-18-419-16,1 6-752 0</inkml:trace>
  <inkml:trace contextRef="#ctx0" brushRef="#br0" timeOffset="316137.999">27775 1204 264 0,'0'0'450'0,"3"-14"-38"15,-3 14-47-15,3-13 12 0,-3 13 17 16,1-12-58-16,-1 12-9 0,0 0-79 0,2-13-23 0,-2 13-54 16,0 0 53-16,0 0-7 0,0 0 30 0,0 0-37 15,0 0-9-15,-2 17-7 0,0-9-78 0,-3 7 61 16,1 1-84-16,0 4 53 0,-4 2-70 15,2 1-12-15,-3 5 1 0,0 1-12 0,-1 1-7 16,-1 1-9-16,1-1 44 0,0-2-68 0,1 0 52 0,0 1-63 16,0-2 49-16,0-1-59 0,3-3 54 0,-1-4-61 15,0-1 60-15,2-3-60 0,1 0 48 0,1-2-50 16,0-2 78-16,0-1-29 0,3-10 93 0,-6 16-9 16,6-16 55-16,-2 11-39 0,2-11-2 15,0 0-53-15,0 0 9 0,0 0-45 0,0 0 24 16,4-19-51-16,0 4 21 0,0-3-44 0,1-3-14 0,4-6-9 15,0-2-1-15,0-3 29 0,0-4-53 0,3-4 41 16,-2 0-42-16,-1 1 29 0,1-2-36 0,1 3 42 16,-3-1-33-16,2 1 51 0,-1-1-6 0,-1 10-37 15,-1 0 49-15,2 7-43 0,-4-1 42 0,3 6-41 16,-3 2 45-16,3 3-4 0,0 4-39 0,-1 3 56 16,-7 5-20-16,23-1-34 0,-12 3 49 0,4 3-40 15,-1 5 51-15,-1 4-42 0,3-1 37 0,2 6-47 16,-3 1 53-16,2 3-52 0,-4 0 54 0,3-1-55 15,-3 2 53-15,0-1-52 0,1 1 51 0,-3-1-84 16,-2-4-30-16,2 0-58 0,-2 2-44 0,-2-3 13 16,3 1-118-16,-4-2 23 0,0 0-47 0,-2-3-47 15,-1 0-37-15,1-2-49 0,-3 0-49 0,-1-12-72 16,1 18-245-16,-1-18-359 0</inkml:trace>
  <inkml:trace contextRef="#ctx0" brushRef="#br0" timeOffset="317720.6358">27903 1436 95 0,'-11'-4'633'0,"0"0"-176"16,2 1 3-16,9 3-21 0,-18-6-24 0,18 6-39 15,-14-5-25-15,14 5-87 0,-11-4 42 0,11 4-108 16,-9-6 24-16,9 6-109 0,0 0 33 0,-5-9-92 16,5 9 46-16,7-7-77 0,3 1 51 0,2 0-76 15,4 0 55-15,0-1-94 0,4-1 34 0,3-1-38 16,-1 1-19-16,5-3-17 0,2 0-25 0,0-3-16 15,-2 1-20-15,1-1 45 0,-1-1-3 0,-3-1 40 16,1-1-8-16,-3 1 33 0,-3-1-3 0,-4 0 16 16,-1 3-14-16,-3-3 35 0,-3 4-7 0,-1 1 52 15,-1 0-11-15,-2 2 22 0,-2 0-33 0,-2 10 25 16,2-15-25-16,-2 15 26 0,0 0-29 0,0-16 23 16,0 16 38-16,0 0 45 0,0 0-43 0,-8 5 30 15,8-5-4-15,-6 14-2 0,4-2-9 0,2 1 13 16,0 4-3-16,0 0-21 0,0 2-63 0,2 3 62 15,4 3-76-15,-3-1 67 0,0 0-78 0,2 2 74 16,0-1-82-16,1 1 75 0,1-1-79 0,-1 0 67 16,0-2-69-16,-1 1 67 0,2-3-78 0,-3 1 73 15,4-2-78-15,-4-3 81 0,0-1-83 0,0 0 78 16,-1-3-74-16,1-1 78 0,-2-3-70 0,-2-9 97 16,6 18-9-16,-6-18 52 0,4 11-60 0,-4-11 43 15,0 0-67-15,0 0 39 0,0 0-69 0,0 0 51 16,0 0-62-16,-3-16 53 0,-1 4-67 0,2 1 5 15,-1-4 7-15,1-3-3 0,-1 2 59 0,0-4-68 16,1-2 54-16,-1-1-54 0,1 0 54 0,2 2-53 16,0 2 46-16,0-1-54 0,4 1 53 0,-1 1-10 15,2-1-6-15,3 1-2 0,1 3-7 0,4 2-3 16,4 0 4-16,0 3-7 0,3 2-4 0,-1 1 3 16,1 1 7-16,-1 3-10 0,-1 3 1 0,-2 0-55 15,0 2 48-15,0 1-45 0,-3 1 37 0,0 0-39 16,-3 2 65-16,-2 2-64 0,0-1 77 0,-8-7-73 0,5 15 74 15,-5-15-66-15,-4 17 66 0,-3-8-70 16,-1 0 62-16,-3 0-80 0,-3 0 86 0,3 0-79 16,-3-2 78-16,-1-1-83 0,1 0 82 0,-1-1-82 15,2-1 73-15,0 0-64 0,2-1 76 0,11-3-80 16,-20 3 50-16,20-3-100 0,-13 1 55 0,13-1-94 0,0 0 40 16,0 0 8-16,0 0 3 0,0 0-3 15,0 0 0-15,13-12 3 0,-1 6-11 0,1 4 1 16,6-3 10-16,-2 0-11 0,4-2 10 0,-1 1 5 15,2-2 21-15,0 0 12 0,-1-1 6 0,-2 0 14 16,2-1 12-16,-2-3 13 0,-3 1 45 0,-1-2-23 0,-2-1 50 16,1-1-11-16,-3-1 47 0,-4-2-25 15,0 1 52-15,-3 1-25 0,1-2 31 0,-3 1-16 16,-2-1 53-16,0 1-31 0,-1 0-14 0,0 1-10 16,-1 2 41-16,1 2 0 0,-1 1-24 0,2 12-19 15,-3-20-33-15,3 20-8 0,-2-10-14 0,2 10-12 16,0 0-2-16,0 0 1 0,-8 12-1 0,8-12-1 0,-3 25-3 15,3-9-6-15,-1 6-2 0,2 2-5 16,-1 2-68-16,0 3 76 0,2 1-70 0,-1 4 77 16,1-2-75-16,1 1 88 0,0-2-82 0,-1 0 76 15,1-2-73-15,1-3 80 0,-1-1-78 0,-1 0 70 16,2-2-70-16,-1-4 80 0,-1 1-82 0,0-4 77 16,0-1-74-16,0-2 76 0,0-1-63 0,-2-12 136 15,2 19-50-15,-2-19 60 0,2 13-77 0,-2-13 42 16,0 0-69-16,0 0 50 0,0 0-74 0,0 0 57 15,0 0-62-15,0 0-2 0,0-20 5 0,0 20-6 16,0-24-1-16,1 10 57 0,2-3-77 0,-1-2 52 0,2-2-54 16,0-1 38-16,1 1-51 0,2 1 54 15,-1 0-54-15,3 2 58 0,0 0-57 0,0 3 56 16,1 1-57-16,-1 3 58 0,1-1-54 0,1 4 53 16,-1 2-63-16,1 1 69 0,1 2-76 0,-12 3 69 0,21 0-68 15,-21 0 76-15,20 4-71 0,-10 1 73 16,-2 0-72-16,-1 1 84 0,-1 1-99 0,-6-7 88 15,7 13-85-15,-7-13 74 0,1 16-82 0,-1-16 67 16,-4 16-77-16,4-16 75 0,-8 15-64 0,3-7 90 16,5-8-81-16,-13 12 69 0,5-6-62 0,1-1 70 15,7-5-67-15,-16 9 72 0,16-9-60 0,-15 6 72 16,15-6-71-16,-12 5 68 0,12-5-95 0,0 0 32 0,-11 2-71 16,11-2 58-16,0 0-57 0,0 0 60 15,0 0-71-15,0 0 62 0,13-7 4 0,-13 7-54 16,20-5 50-16,-5 1-5 0,1 1-16 0,1-3-5 0,2 2-18 15,3-2 6-15,1 1 5 0,0-3-5 0,-1 2 12 16,0-2 15-16,0 0 12 0,-3-3 23 16,1-1 23-16,-2 0 11 0,-3-1 41 0,1-2 11 15,-4-1 46-15,-2-1-14 0,-2-1 22 0,-2-1 13 16,-3 0 16-16,-1 0-18 0,-1-2 13 0,-2 2-23 16,-2-4-2-16,-1 0 27 0,-2 1-1 0,0 1 1 0,1 1-26 15,1 4-8-15,-2 0-16 0,-1 3-20 16,1 1-15-16,2 3-11 0,4 9-8 0,-11-10-6 15,11 10 3-15,0 0-10 0,-16 3 6 0,10 3 5 16,2 4-1-16,0 1-10 0,-1 5 1 0,4 1 11 16,0 0-35-16,3 4-24 0,1 3 61 0,1-1-65 0,3 2 62 15,1 0-58-15,3 2 57 0,0-2-47 16,3-2 49-16,-1 0-59 0,2-2 56 0,0-1-64 0,-1-4 63 16,1-1-75-16,-1-1 63 0,2-2-67 15,-2-2 67-15,0 0-66 0,-1-3 80 0,-2-3-58 16,1 0 33-16,-1-1-63 0,2-2 81 0,-13-1-71 15,24-3 76-15,-13-1-68 0,0-3 69 0,1 0-69 0,-2-3 75 16,-1 0-68-16,1-1 69 0,-3 1-62 0,-1-1 80 16,0 1 8-16,-1 2 9 0,-5 8-11 15,9-15-49-15,-9 15 53 0,5-10-22 0,-5 10-6 16,0 0-50-16,0 0 49 0,0 0-64 0,0 0 56 16,0 0-56-16,0 0 65 0,0 0-64 0,0 13 55 0,0-13-54 15,0 16 56-15,0-16-52 0,0 14 48 16,0-14-56-16,4 16 58 0,-4-16-85 0,7 17 9 15,-2-10-126-15,-5-7-18 0,11 15-136 0,-6-8-29 16,-5-7-85-16,10 13-119 0,-10-13-144 0,8 8-275 16,-8-8-576-16</inkml:trace>
  <inkml:trace contextRef="#ctx0" brushRef="#br0" timeOffset="317901.1545">29530 1041 373 0,'-6'-17'865'0,"6"17"-190"0,-8-16-9 0,8 16-92 16,-5-10-71-16,5 10-93 0,-4-10-80 15,4 10-82-15,0 0-58 0,-5-12-45 0,5 12-28 16,0 0-44-16,0 0-41 0,0 0-66 0,0 0-99 16,0 0-80-16,19 6-113 0,-19-6-72 0,11 14-127 0,-4-7-594 15,0 3-733-15</inkml:trace>
  <inkml:trace contextRef="#ctx0" brushRef="#br0" timeOffset="318988.7063">29982 1116 402 0,'0'0'754'0,"11"-2"-62"0,-11 2-54 0,0 0-69 16,10-5-62-16,-10 5-81 0,0 0-61 0,0 0-66 15,0 0-27-15,-9-7-34 0,9 7-29 0,-14 3-29 16,14-3-29-16,-20 4-30 0,8 0-72 0,3 2 42 15,-3-1-70-15,0 3 44 0,1-1-66 0,0 3 53 0,1-1-61 16,2 2 55-16,1 1-59 0,1-1 50 0,1 0-52 16,4 0 58-16,0 1-64 0,2 0 55 15,2 0-57-15,1 1 60 0,3 0-61 0,1-2 56 16,2-2-56-16,2 2 49 0,2-2-57 0,2-2 46 16,2 0-73-16,3 1 48 0,1-4-72 0,-2-1 55 0,2-2-50 15,5 1 51-15,-3-2-60 0,3-2 81 0,-1 0-59 16,0-2 78-16,-1 0-68 0,0-3 76 15,-2 1-68-15,-2-3 80 0,-1-3-67 0,0 1 75 16,-2 0-1-16,-2-2 14 0,-2 0 5 0,-2 3-7 16,-3-2 28-16,0 1 2 0,-4 2-3 0,1-1-17 15,-3 0-14-15,-3 10-8 0,1-16-10 0,-1 16-3 0,-3-13-10 16,3 13-6-16,-10-11 4 0,10 11-6 16,-13-6-1-16,13 6 1 0,-16-1-4 0,16 1-7 15,-16 3 7-15,16-3-3 0,-17 7-1 0,17-7 0 16,-14 12-2-16,14-12-42 0,-11 13 59 0,11-13-55 15,-7 15 54-15,7-15-48 0,-2 16 51 0,2-16-46 0,2 14 48 16,-2-14-49-16,8 14 44 0,-8-14-66 0,9 13 51 16,-9-13-50-16,11 11 53 0,-11-11-59 15,12 7 62-15,-12-7-45 0,13 5 50 0,-13-5-58 16,13 2 68-16,-13-2-50 0,15-3 52 0,-15 3-47 16,13-5 52-16,-13 5-58 0,13-9 58 0,-13 9 4 15,11-11 1-15,-11 11-3 0,8-10 9 0,-8 10 2 16,8-7-13-16,-8 7-3 0,0 0-9 0,9-9-10 15,-9 9-6-15,0 0 1 0,0 0-1 0,0 0 0 16,9-4 3-16,-9 4-2 0,0 0-3 0,0 0-43 16,10 6 55-16,-10-6-44 0,0 0 51 0,7 8-51 15,-7-8 57-15,7 7-54 0,-7-7 55 0,11 5-49 0,-11-5 52 16,18 5-54-16,-8-3 48 0,3-1-51 16,-13-1 53-16,23 3-52 0,-23-3 49 0,24-2-56 15,-11 0 56-15,-2 0-51 0,1 0 56 0,-1-2-8 16,1-4-4-16,-3-1 3 0,2 1-1 0,-3-4-2 15,0-1 4-15,-3-4-36 0,0 2 46 0,-3-6 17 0,-1 1-2 16,-2-5 5-16,-1-1-10 0,-5-6 7 16,2-1-32-16,-2-1 58 0,-2-3-52 0,-3 2 55 15,3 5-46-15,-1 0 56 0,-1 3 8 0,2 5 58 16,1 2-32-16,1 1-3 0,0 4-45 0,2 2-6 16,1 3-39-16,-1-1 10 0,5 11-36 0,-7-7 21 0,7 7-27 15,0 0 32-15,-10 7-28 0,10-7 33 16,-1 19-28-16,3-2 29 0,0-2-28 0,5 7 19 15,-3 1-22-15,3 0-5 0,1 5 12 0,2 1 26 16,-2 0-39-16,3-2 30 0,0 2-27 0,-1-4 19 16,-1 1-51-16,1-4 14 0,-3-1-27 0,1-1 14 15,-2-2-43-15,-1-2 38 0,1-1-27 0,-2-2 43 0,-2-1-31 16,1-1 46-16,-3-11-29 0,3 15 40 0,-3-15-25 16,1 14 32-16,-1-14-32 0,0 0 34 15,-5 11-31-15,5-11 35 0,0 0-34 0,0 0 25 16,-13-3-54-16,13 3 28 0,-4-9-53 0,4 9 45 15,-3-13-40-15,3 13 49 0,1-13-11 0,-1 13 2 16,4-15 3-16,0 6 1 0,3 1 2 0,0 1 4 16,0 1 1-16,2-2 8 0,1 3 1 0,3-1-6 15,-1 2 4-15,1 2 10 0,-1-1-12 0,2 1 5 16,-2 2-3-16,1 0 0 0,-1 2 6 0,1 1-4 16,-1-1 10-16,-1 3-5 0,1-1 5 0,-1 2-4 15,-1-1 0-15,0 0 1 0,-1 1 0 0,-1 0-2 16,0 1 10-16,1-1-9 0,-2 0-3 0,-1 1 7 15,1 0 0-15,0-2-5 0,-7-5-36 0,11 12-48 16,-11-12-39-16,9 8-30 0,-9-8-98 0,7 8-64 16,-7-8-43-16,7 8-66 0,-7-8-57 0,0 0-105 15,0 0-106-15,0 0-303 0,0 0-595 0</inkml:trace>
  <inkml:trace contextRef="#ctx0" brushRef="#br0" timeOffset="319163.7073">31013 988 448 0,'-3'-10'740'0,"1"1"-36"0,2 9-64 0,-5-17-30 0,5 17-46 16,-4-14-46-16,4 14-59 0,-4-13-70 15,4 13-67-15,-3-12-61 0,3 12-56 0,-2-10-45 16,2 10-43-16,0 0-63 0,-3-11-59 0,3 11-57 16,0 0-43-16,0 0-76 0,0 0-98 0,0 0-103 15,4 10-75-15,-4-10-92 0,4 17-100 0,1-9-453 16,-1 3-717-16</inkml:trace>
  <inkml:trace contextRef="#ctx0" brushRef="#br0" timeOffset="319758.5688">31135 1146 156 0,'0'0'866'0,"0"0"-117"16,0 0-28-16,0 0-62 0,0 0-62 0,0 0-24 16,0 0-78-16,0 0-40 0,0 0-49 0,0 0-63 15,0 0-51-15,7-10-89 0,-7 10-3 0,0 0-69 16,8-9-6-16,-8 9-51 0,0 0 14 0,14-6-48 15,-14 6 18-15,0 0-42 0,17 0 21 0,-17 0-34 16,14 5 27-16,-14-5-35 0,13 7 28 0,-13-7-30 16,14 8 27-16,-14-8-36 0,12 11 36 0,-12-11-41 15,11 14 36-15,-11-14-34 0,7 10 37 0,-7-10-38 16,5 12 36-16,-5-12-27 0,0 0 16 0,-1 14-16 16,1-14 31-16,-8 9-35 0,8-9 34 0,-16 9-36 15,16-9 34-15,-20 6-32 0,9-4 32 0,11-2-29 16,-20 4 29-16,20-4-34 0,-16 1 41 0,16-1-37 15,-13-1 36-15,13 1-39 0,-11-5 33 0,11 5-38 16,-5-11 34-16,5 11-32 0,0-15 33 0,2 5-2 16,2-2-39-16,2-1 38 0,3-1-1 0,1 0-4 15,0-1-1-15,0 3-11 0,1-3 0 0,-1 4 3 16,1 2 3-16,-1-1-9 0,-1 1-3 0,1 4-4 16,-1-1 8-16,-9 6 1 0,20-4 2 0,-20 4 0 15,20 0 0-15,-9 3-3 0,-1 0 6 0,1 1-1 16,0 1 0-16,-1-1 2 0,-1 2 3 0,1 0-1 15,-1 1 0-15,0 1-33 0,-1-2 39 0,1-1-34 16,-1 2 32-16,-2-2-27 0,1 1 39 0,-7-6-35 16,13 10 31-16,-13-10-26 0,8 9 42 0,-8-9-35 15,8 5 42-15,-8-5-35 0,0 0 31 0,11 5-29 16,-11-5 28-16,0 0-46 0,11-2 37 0,-11 2-29 16,9-9 31-16,-9 9-8 0,13-14-1 0,-6 6 3 15,1-2-2-15,2-1-17 0,-1 2 0 0,1 1-4 16,1-1 1-16,-4 2-2 0,2 2-5 0,-1-1 11 15,1 2-5-15,-9 4 8 0,18-5-7 0,-7 3 1 16,-11 2-4-16,23 0 9 0,-10 1-4 0,0 0-2 16,1 2-14-16,0 0-60 0,1 1-48 0,-1-1-90 15,-1 2-104-15,1-1-128 0,-3 1-98 0,2-1-19 16,-3 2-77-16,0-2-163 0,0 0-328 0,-10-4-748 16</inkml:trace>
  <inkml:trace contextRef="#ctx0" brushRef="#br0" timeOffset="320638.4098">27175 1108 485 0,'-2'-12'519'0,"2"12"-89"16,-4-15-44-16,-1 5-13 0,1 2 18 0,0-1-75 16,-1-1 24-16,-2 2-14 0,0-4 14 0,2 4 1 0,-1 0-58 15,0 1-60-15,-2 0-45 0,2-1 0 16,6 8-60-16,-11-13 51 0,11 13-86 0,-7-9 40 15,7 9-83-15,-7-7 35 0,7 7-59 0,0 0 42 16,0 0-60-16,-9 6 74 0,9-6 21 0,0 17-37 0,0-3 61 16,2 0-61-16,2 10 42 0,-1-1-51 0,1 5 35 15,3 5-47-15,-2 0 32 0,1 7-44 16,-1 3 7-16,1-1 1 0,2 3-4 0,-2-2-3 16,1 3 35-16,1-2-47 0,0 0 33 0,1 0-42 15,-3-2 0-15,3-3-2 0,0 2 4 0,-4-9-1 0,3 1 0 16,-3-3-4-16,1-2 7 0,0-4-7 0,-2-1 3 15,0-3 0-15,-1-1-2 0,1-2 6 0,-2-3-6 16,2-1-7-16,-3-2-16 0,1 0-14 16,-2-11-20-16,5 15-34 0,-5-15-65 0,0 0-82 0,5 10-53 15,-5-10 2-15,0 0-97 0,0 0-14 0,2-18-47 16,-2 18-75-16,0-24-46 0,-1 6-464 16,0-3-644-16</inkml:trace>
  <inkml:trace contextRef="#ctx0" brushRef="#br0" timeOffset="322089.1299">27156 1169 364 0,'0'0'368'0,"-3"-17"-9"0,3 17-40 0,-2-17-17 16,2 17-16-16,-5-19 2 0,3 10 12 0,1-3-46 15,-1 0-18-15,2 2-57 0,-2-3 21 0,2-1-31 16,0 2 27-16,0-1-12 0,-2-1-41 0,2-4-29 15,2 0-21-15,-2 3 1 0,0-3-19 0,2 1-9 16,1-1-3-16,-1 3-11 0,1-2-9 0,1 1-10 16,1-1-8-16,-1 2 2 0,0 1-4 0,3 0-10 15,0 0 7-15,2 0-16 0,2-1-1 0,3-1-3 16,-1 1 4-16,5 2-1 0,4-3 0 0,3 1-3 16,2 2 27-16,6-5-31 0,1 3 25 0,7 1-23 15,0 3 22-15,3-3-23 0,4-1 23 0,1 2-26 16,11-1 25-16,6 0-24 0,-1 1 31 0,4 1-25 15,3 0 20-15,2 2-28 0,1-2 18 0,2 4-19 16,0 1 28-16,2 1-29 0,-3 0 19 0,-1 0-26 16,1 0 29-16,-1 1-16 0,1-1 16 0,-1 2-26 15,1 0 22-15,-2 0-18 0,0-1 20 0,-2 1-14 16,-10 1 9-16,1 1-18 0,-1-3 19 0,1 3-20 16,-2-1 24-16,1 0-22 0,-2 1 22 0,1-1-17 15,-3 1 15-15,0 2-19 0,-1-1 18 0,-2 0-16 16,0 0 17-16,-1 2-18 0,-1-1 18 0,-2 1-22 15,0-1 27-15,0 1-24 0,-3-1 13 0,-4 2-7 16,-2-1 14-16,1-1-6 0,0 2 0 0,-3 0-17 16,4-2 20-16,-2 0-3 0,0 1-4 0,2 2-12 15,-3-1 23-15,0-1-29 0,1 0 25 0,-2 1-14 16,-1-1 13-16,1 2-16 0,-2-3 24 0,-1 1-22 16,-1 1 14-16,-5-1-13 0,0 1 19 15,-1-2-20-15,-1 1 13 0,-1 0-11 0,1-1 9 16,-2 3-14-16,0-3 17 0,-1 0-15 0,-2 0 16 0,-1 0-17 15,1 1 12-15,-1-1-14 0,0 1 22 0,0 0-21 16,-2 0 16-16,2-1-15 0,-3 0 11 0,1 2-18 16,0-2 26-16,-3 0-26 0,0 1 24 0,-3-1-19 15,1 0 16-15,-1 1-15 0,0-1 13 16,-1 0-14-16,0 0 16 0,0 0-14 0,-2 0 16 0,-12 0-15 16,25 0 13-16,-12 0-13 0,-13 0 15 0,22 2-3 15,-22-2 1-15,22 0-15 0,-22 0 18 0,20 1-26 16,-20-1 28-16,20 1-19 0,-20-1 17 0,18 1-18 15,-18-1 18-15,15 1-17 0,-15-1 19 0,15 3-18 16,-15-3 17-16,15 3-18 0,-15-3 12 16,15 3 0-16,-15-3 3 0,13 3-16 0,-13-3 16 15,13 3-20-15,-13-3 26 0,11 4-22 0,-11-4 10 0,12 6-8 16,-12-6 25-16,11 3-18 0,-11-3 10 0,11 6-10 16,-11-6 10-16,12 4-21 0,-12-4 25 15,13 6-19-15,-13-6 17 0,16 6-22 0,-16-6 23 16,17 9-12-16,-8-6 18 0,1 2-21 0,-1-3 15 15,-9-2-16-15,18 8 15 0,-18-8-19 0,16 7 24 0,-16-7-22 16,16 8 21-16,-16-8-17 0,11 7 10 0,-11-7-17 16,11 5 16-16,-11-5-12 0,10 7 23 0,-10-7-20 15,8 8 23-15,-8-8 5 0,7 9 27 0,-7-9-10 16,5 10 13-16,-5-10-11 0,6 11 8 16,-6-11-7-16,3 11 39 0,-3-11-8 0,2 12-13 15,-2-12-10-15,2 15-12 0,-2-15-4 0,1 17 1 16,-1-17-9-16,3 18 7 0,-3-18 4 0,2 20-5 0,0-10 2 15,-1 1 37-15,1 0-12 0,1 1-9 0,-1-1-12 16,1 1-4-16,0-2 9 0,2 5 0 16,-1-2-4-16,0-1 6 0,0 0-20 0,1 0 6 15,-1-2 7-15,2 3 8 0,-1-1-9 0,0-2-7 0,-1-1-5 16,-1 3-4-16,1-3-7 0,0 1 4 0,0 0-11 16,0-1 0-16,0 1-2 0,-1-1 5 15,-3-9-9-15,5 18 2 0,-5-18-4 0,4 18 3 16,-4-18-1-16,5 17 1 0,-5-17-5 0,4 16 3 15,-4-16 8-15,5 18 1 0,-5-18 6 0,4 18-1 16,-4-18 5-16,3 18 13 0,-3-18 8 0,4 18 1 0,-4-18-10 16,3 18-2-16,-3-18-5 0,3 18 1 0,-3-18-3 15,3 19-3-15,-3-19 4 0,4 19-2 16,-4-19-2-16,3 18 3 0,-3-18-7 0,5 18-5 0,-5-18 5 16,4 17 1-16,-4-17-35 0,4 18 39 15,-4-18-30-15,5 19 29 0,-5-19-34 0,4 18 36 0,-4-18-36 16,5 15 33-16,-5-15-24 0,5 18 29 0,-5-18-25 15,6 17 32-15,-6-17-23 0,5 17 4 0,-5-17-7 16,5 16 31-16,-5-16-35 0,5 16 29 16,-5-16-28-16,4 14 20 0,-4-14-29 0,5 14 29 15,-5-14-30-15,6 13 24 0,-6-13-26 0,4 15 33 16,-4-15-33-16,4 10 31 0,-4-10-33 0,4 15 33 0,-4-15-29 16,3 13 27-16,-3-13-32 0,2 14 36 0,-2-14-33 15,2 13 20-15,-2-13-26 0,2 13 37 16,-2-13-33-16,2 13 30 0,-2-13-33 0,2 14 31 0,-2-14-28 15,2 14 32-15,-2-14-27 0,2 14 24 16,-2-14-24-16,2 13 25 0,-2-13-14 0,2 13 29 0,-2-13-18 16,2 14 25-16,-2-14-17 0,3 14 11 0,-3-14-10 15,2 11 9-15,-2-11-50 0,3 12 56 0,-3-12-24 16,2 11 2-16,-2-11-12 0,0 0 6 16,4 13-8-16,-4-13 4 0,0 0 3 0,3 12-9 15,-3-12 10-15,0 0-29 0,0 0 36 0,3 10-8 16,-3-10 7-16,0 0-56 0,0 0-99 0,0 0-76 0,0 0-126 15,0 0-99-15,0 0-167 0,-1-16-138 0,1 16-144 16,-9-17-594-16,3 6-1104 0</inkml:trace>
  <inkml:trace contextRef="#ctx0" brushRef="#br0" timeOffset="328233.4462">27735 2270 411 0,'0'0'591'16,"-10"-13"-102"-16,10 13-49 0,-9-13-22 0,9 13-57 15,-10-12-23-15,10 12-36 0,-10-12-32 0,10 12-19 16,-11-12-5-16,11 12-21 0,-8-8-36 0,8 8-32 16,-10-6-39-16,10 6-25 0,0 0-23 0,-9-6-12 15,9 6-9-15,0 0 15 0,-2 13 16 0,2-13 4 16,6 20-5-16,-1-6 8 0,2 0-17 0,0 3-4 16,3 0-6-16,0 1 4 0,2 1-8 0,0-1-7 15,0-1-5-15,1 1-9 0,0-2-1 0,-1 2-9 16,1-4-4-16,1 1 0 0,-3-2 4 0,0-1 2 15,-1-2-1-15,-1 0 18 0,-3-3 31 0,2 1 22 16,-2-2 27-16,-6-6 36 0,10 12 48 0,-10-12 22 16,9 6-59-16,-9-6-3 0,0 0-60 0,12-1-1 15,-12 1-45-15,7-11 29 0,-7 11-48 0,6-18 20 16,-3 7-41-16,-1-4 23 0,2 0-40 0,0-2 25 16,-1-2-35-16,0 1 29 0,-1-1-42 0,0 0 46 15,1 0-44-15,-1 1 44 0,-1 0-38 0,1 2 24 16,-1 0-41-16,1 3 36 0,-2 1-33 0,2 1 11 15,-2 11-89-15,3-18-16 0,-3 18-54 0,0-14-68 16,0 14-44-16,2-12-60 0,-2 12-29 0,0 0-11 0,0 0-42 16,5-8-88-16,-5 8-5 0,0 0-81 15,0 0-105-15,9 6-281 0,-9-6-582 0</inkml:trace>
  <inkml:trace contextRef="#ctx0" brushRef="#br0" timeOffset="328591.7831">28405 2132 149 0,'12'-9'759'0,"-4"-1"-179"16,-1 2 25-16,-1-1-73 0,1 1 7 0,-3-3-98 16,0 3 41-16,-1-3-73 0,-3 11-1 0,2-17-98 15,-2 17-13-15,2-15-105 0,-2 15 11 0,-2-13-81 16,2 13 12-16,-5-11-64 0,5 11 25 0,-9-6-61 16,9 6 38-16,-14 2-61 0,14-2 39 0,-17 9-50 15,6-1 4-15,1 2-4 0,0 1 1 0,1 2 1 16,2 1 3-16,0 5 2 0,2 1 2 0,1 1 13 15,0 1 6-15,3 2 1 0,1-3 0 0,1 5 16 16,1-1 15-16,2 1-11 0,-1-2-3 0,2 1-10 16,1 4 7-16,-2-5-2 0,2-1 1 15,0 1-11-15,1-2-2 0,-3-1-1 0,2-1-7 0,-2-3-3 16,-1 1 2-16,-1 0-1 0,2-2-4 0,-2-1 1 16,-1-1 2-16,-1 0-2 0,-2-3-2 0,0 3-3 15,-3-2 1-15,2 1-6 0,-3-1 0 0,-1 1-14 16,1-2-21-16,-3 0-51 0,1-3-62 0,1-1-68 15,-1 0-95-15,-1-2-65 0,9-5-80 0,-15 8-84 16,15-8-10-16,-12 1-77 0,12-1-636 0,-11-7-864 16</inkml:trace>
  <inkml:trace contextRef="#ctx0" brushRef="#br0" timeOffset="328808.116">28204 2460 409 0,'0'0'710'0,"-16"-8"-115"0,16 8-42 0,-11-4-46 15,11 4-14-15,-11-4-14 0,11 4-16 16,-9-5-45-16,9 5-37 0,0 0-38 0,-11-6-43 16,11 6-39-16,0 0-35 0,0 0-45 0,-7-6-42 15,7 6-15-15,0 0-34 0,9-7-11 0,2 2-19 0,2 0-15 16,3 1-9-16,7-1-7 0,0-1-10 16,4-1-5-16,2 1-38 0,3-2-54 0,-1 3-57 15,0-4-56-15,0 1-102 0,-1 1-94 0,-5 0-59 16,0 1-61-16,-2-1-20 0,0-1-96 0,-3 1-554 15,-2 1-788-15</inkml:trace>
  <inkml:trace contextRef="#ctx0" brushRef="#br0" timeOffset="329225.0028">29004 2114 190 0,'6'-7'827'0,"-6"7"-220"16,10-13 52-16,-10 13-132 0,4-12 12 0,-4 12-150 15,3-11 21-15,-3 11-107 0,-4-9 15 16,4 9-106-16,-8-10-49 0,8 10-32 0,-11-6-25 16,11 6-22-16,-19 2-17 0,8 1-10 0,-4 0-8 0,0 5-9 15,0-1-20-15,-2 1 10 0,1 3-14 0,2 0-4 16,0 1-36-16,2 1 39 0,3 1-31 0,0-2 30 16,3 1 0-16,2-2-2 0,1 1-4 15,0 1-1-15,3-1-2 0,2 0 1 0,2-1-1 0,0 0 4 16,2 1-4-16,3-2-3 0,-1 0-1 15,1 1 3-15,1-3-2 0,2 3 9 0,-1-3-5 16,1 1-9-16,0-2 3 0,-1 0 0 0,1 0-2 16,-4-1-2-16,2 0 4 0,0 0-3 0,-2 0-1 15,0-1 3-15,1 0-2 0,-2 1 4 0,-7-6-6 0,12 7 17 16,-12-7-14-16,9 7 7 0,-9-7-5 0,9 5 6 16,-9-5 0-16,0 0 0 0,6 9 0 0,-6-9 2 15,0 0-1-15,-8 10-2 0,8-10 5 0,-15 6-12 16,15-6 5-16,-19 5-1 0,19-5-1 0,-24 4-4 15,11-1-28-15,0-2-48 0,0 1-57 0,-1-1-59 16,2-2-3-16,12 1-111 0,-26 0-72 0,13-2-4 16,13 2-39-16,-21-3-104 0,21 3-479 0,-14-3-607 15</inkml:trace>
  <inkml:trace contextRef="#ctx0" brushRef="#br0" timeOffset="329524.4027">29320 2379 244 0,'0'0'893'0,"0"0"-264"0,12-3-65 0,-12 3-165 16,0 0 12-16,0 0-69 0,0 0 58 0,14-2-94 15,-14 2-13-15,0 0-21 0,0 0-7 0,4 12-15 16,-4-12-42-16,0 0-25 0,-1 17-3 0,1-17-15 15,-1 16-33-15,1-16-21 0,-2 19-23 0,2-19-19 16,-2 19-16-16,2-19-7 0,-2 20-7 16,2-20-9-16,-3 21-4 0,3-21-8 0,-3 21-2 0,3-21-5 15,-6 19-7-15,6-19-39 0,-5 17-57 0,5-17-88 16,-6 15-117-16,6-15-63 0,-10 13-176 0,10-13-50 16,-13 11-205-16,13-11-395 0,-12 5-797 0</inkml:trace>
  <inkml:trace contextRef="#ctx0" brushRef="#br0" timeOffset="334393.877">29816 2001 63 0,'0'0'476'0,"13"-7"-72"0,-13 7-25 0,9-9-67 0,-9 9-16 15,7-10 18-15,-7 10-30 0,6-11-36 0,-6 11-41 0,3-12-7 16,-3 12-15-16,2-11-19 0,-2 11-18 0,-2-11-38 16,2 11-4-16,-3-11-8 0,3 11-7 0,-7-8 0 15,7 8-7-15,-10-6 1 0,10 6 3 16,-15-2-1-16,15 2-7 0,-24 5-48 0,11 1 78 0,-2 1-54 16,-4 4 56-16,0 1-76 0,2-1 66 15,-1 4-88-15,2-2 66 0,-3 6-80 0,6-4 68 0,0 1-77 16,3 1 3-16,2-3 7 0,1 0 2 0,4 2 0 15,0-2 4-15,2 1 9 0,3-1-3 0,2 0-2 16,4 0-2-16,0 0 1 0,3 1-3 16,3-2-1-16,1 0-1 0,2-1 1 0,0 0 0 15,2-2 3-15,-1 0-5 0,1 0-4 0,-1-1 3 0,-1 0 63 16,-2-2-82-16,-1 1 71 0,-1-2-76 0,-1 0 74 16,-2 0-81-16,1-1 77 0,-3 0-74 0,0 0 72 15,-8-5-80-15,12 9 83 0,-12-9-84 16,5 9 74-16,-5-9-72 0,0 0 69 0,-4 13-71 0,4-13 74 15,-15 11-75-15,5-8 13 0,-2 1-6 16,-2-1 8-16,-3 1 67 0,1 0-72 0,-1-2 72 0,0 0-76 16,-1 1 67-16,4-3-68 0,-1 1 71 0,15-1-76 15,-25-1 61-15,25 1-88 0,-18-3 50 0,18 3-102 16,-13-6 39-16,13 6-69 0,-3-12 35 0,3 12-55 16,7-16 51-16,1 6-43 0,2-1 21 15,6-3 27-15,-1 0-6 0,3 1 16 0,2-1 16 0,3-1 25 16,-1 1 12-16,-3 2 70 0,0 1-24 0,1 1 59 15,-4 1-43-15,0 0 61 0,-2 2-55 0,-1 1 53 16,-3 1-54-16,-1-1 50 0,1 2-58 0,-10 4 50 16,15-7-62-16,-15 7 52 0,11-5-52 0,-11 5 86 15,0 0-88-15,15-4 121 0,-15 4-95 0,0 0 60 16,0 0-47-16,10 7 19 0,-10-7-8 0,0 0-7 16,7 10-9-16,-7-10-4 0,6 8-7 0,-6-8-2 15,5 10-6-15,-5-10 1 0,7 11 62 0,-7-11-70 16,11 11 58-16,-11-11-79 0,12 11 71 0,-12-11-75 0,14 10 70 15,-5-6-73-15,1 1 67 0,0-2-72 16,2 0 72-16,-1-2-68 0,-11-1 62 0,25 2-69 16,-25-2 74-16,24 0-76 0,-13-3 14 0,0 0 8 15,0-1 4-15,-1-1 8 0,-1-2 2 0,0 1 0 0,-1 0 21 16,-1-2 11-16,-1 1-7 0,-1 0 59 0,-5 7-58 16,10-12 18-16,-10 12 1 0,7-10-9 0,-7 10-16 15,5-9 0-15,-5 9-9 0,5-8-9 0,-5 8 6 16,0 0-14-16,0 0 9 0,0 0-9 0,0 0 3 15,12 10 6-15,-12-10-5 0,5 14 7 0,-1-5-6 16,0 1 2-16,1 3 1 0,0 4-3 0,2 2 2 16,0 0-3-16,0 1 5 0,1 3 0 0,0-2 48 15,0 3-57-15,0-2 45 0,-1 2-60 0,0-1 7 16,-2-1 1-16,1 0 3 0,-2-1 0 0,-3-2 2 16,1-1 6-16,-2-2-4 0,0-2 5 0,-1-2-4 15,-1 0 2-15,-2-1 0 0,-2-2-2 0,-2 0 1 16,0-3-3-16,-2-1-3 0,-4-1-4 0,1-1 5 15,-1-1-6-15,-1-2 0 0,0-2-8 0,-1-2-4 16,2-2-4-16,0 0-12 0,4-4 47 0,2-2-81 16,0-1 62-16,4-2-82 0,4-3 82 0,2 1-89 15,4-5 84-15,6-3-67 0,2 0 56 0,5-3-50 16,2 0 75-16,1 2-62 0,2 0 13 0,1 0 9 16,0 2 72-16,-4 4-73 0,0 0 76 0,-1 1-63 15,-2 1 79-15,-1 4-68 0,-3 0 78 0,0 2-59 16,-4 0 74-16,1 0-77 0,-3 2 77 0,-3 1-70 15,-1 0 56-15,-4 9-75 0,1-16 67 0,-1 16-61 16,-7-16 41-16,0 10-59 0,-3 0 65 0,-1 2-68 0,-3-2 77 16,1 3-85-16,13 3 72 0,-26-2-75 15,26 2 75-15,-23-1-72 0,23 1 65 0,-19 3-73 0,19-3 73 16,-14 7-68-16,14-7 79 0,-6 12-78 0,6-12 9 16,2 13 5-16,3-4 6 0,4 1 7 0,1 0 4 15,4 4 4-15,3-3-2 0,2 3 6 16,3 0-7-16,2 1 3 0,1-1 62 0,0 0-68 0,-2 1 61 15,0-2-72-15,-3-1 63 0,-2-2-65 0,1 0 63 16,-5-1-73-16,-2-1 72 0,-1-1-75 0,-2-1 75 16,-2 0-72-16,-7-6 71 0,10 10-75 0,-10-10 73 15,0 0-71-15,0 0 79 0,-3 12-80 0,3-12 70 16,-11 3-71-16,11-3 74 0,-14 0-72 0,14 0 69 16,-14-1-73-16,14 1 69 0,-14-6-72 0,14 6 7 15,-12-7-7-15,12 7-17 0,-9-12 51 0,9 12-115 16,-6-16 59-16,6 16-50 0,1-19 4 0,2 9 0 15,0-2 53-15,2-1-46 0,-1-1 50 0,1 0-44 16,1-1 70-16,1 1-47 0,-2-1 66 0,0-2-2 16,1 2 1-16,-3-3 4 0,1 0 1 0,-2 1 3 15,-1-1 55-15,0 0 6 0,-2-1 3 0,0 1 3 16,-1 0 44-16,-1 0-1 0,-1 0-78 0,0 1 74 16,0 2-30-16,-1-1 125 0,-1 1-86 0,2 2 24 0,-1 1-76 15,1 1 42-15,0 2-70 0,4 9 39 16,-7-17-60-16,7 17 35 0,-6-10-49 0,6 10 44 15,0 0-51-15,0 0 95 0,0 0-33 0,-12 5 37 0,12-5-51 16,-4 16 46-16,4-16-57 0,-1 25 36 0,1-13-49 16,0 5 33-16,2 0-46 0,0 1 37 0,-1 1-47 15,3 2 10-15,0 0-8 0,1-1 6 0,0 2-2 16,0-1 1-16,1-1 0 0,1 1 1 0,-2-2 0 16,2-2 0-16,-2 0 36 0,1-1-51 0,-1-3 24 15,1 1-53-15,0-2 45 0,-2-3-51 0,-1 1 52 16,-3-10-44-16,8 14 56 0,-8-14-50 0,6 9 49 15,-6-9-46-15,0 0 2 0,0 0 6 0,0 0 3 16,11-8 3-16,-11 8 3 0,1-13 1 0,-1 13 6 16,1-15 1-16,-1 15 2 0,0-17 44 0,0 17-50 15,-1-19 51-15,1 19-56 0,-1-17 47 0,1 17-49 16,-3-14 51-16,3 14-53 0,0-13 45 0,0 13-48 16,0 0 42-16,2-16-48 0,-2 16 51 0,5-8-51 0,-5 8 52 15,11-6-51-15,-11 6 52 0,18-7-47 16,-18 7 45-16,23-3-48 0,-10 1 48 0,0 0-53 0,2 1 61 15,-1-1-55-15,1 0 44 0,-1 1-40 0,0-1 45 16,-1-1-49-16,0 1 51 0,0-2-44 0,1 0 42 16,-1 0-48-16,-3-1 49 0,-1 0-39 0,0 0 36 15,-2 1-42-15,0-2 45 0,-7 6-50 0,8-13 51 16,-8 13-48-16,3-12 47 0,-3 12-41 0,-2-11 39 16,2 11-42-16,-6-11 38 0,6 11-40 0,-9-8 49 15,9 8-57-15,-14-7 49 0,14 7-47 0,-13-2 48 16,13 2-52-16,-13 2 48 0,13-2-45 0,-14 6 46 0,14-6-43 15,-11 12 48-15,11-12-46 0,-7 16 46 16,7-16-50-16,-5 17 52 0,5-17-52 0,0 19 51 0,2-8-51 16,3-1 9-16,-1 0 3 0,2 1 1 0,1 2 6 15,1-2 0-15,2-2 2 0,-1 1 48 0,1-2-55 16,1-1 44-16,0 2-51 0,1-3 47 0,-1-1-55 16,0-1 48-16,1 0-53 0,-1-1 52 0,-11-3-53 15,23 0 7-15,-23 0 6 0,22-1 10 0,-11-2 41 16,0-1-48-16,-1-2 49 0,1 0-53 0,0-2 49 15,-2-1-47-15,1 1 52 0,-2-3-52 0,-1 3 51 16,-1 0-47-16,1-1 61 0,-1 2-21 0,-6 7 47 16,8-12-33-16,-8 12 34 0,7-8-43 0,-7 8 26 15,7-10-47-15,-7 10 30 0,0 0-49 0,7-10 38 16,-7 10-45-16,0 0 40 0,0 0-39 0,0 0 38 16,0 0-38-16,10 3 37 0,-10-3-39 0,0 0 40 0,7 12-39 15,-7-12 38-15,4 10-40 0,-4-10 42 0,7 11-40 16,-7-11 37-16,6 13-39 0,-6-13 4 0,6 13 8 15,-6-13-5-15,8 13 5 0,-8-13 38 0,8 14-41 16,-8-14 33-16,7 12-36 0,-7-12 34 0,7 11-42 16,-7-11 37-16,6 9-44 0,-6-9 40 0,6 8-40 15,-6-8 48-15,0 0-43 0,9 10 40 0,-9-10-39 16,0 0 38-16,12 2-40 0,-12-2 9 0,10-4 3 16,-10 4-2-16,16-9 40 0,-16 9-40 0,15-10 35 15,-6 3-42-15,1-1 48 0,-1 2-47 0,2-2 39 16,-3 2-40-16,1-1 41 0,-1 1-40 0,-1 1 40 15,1-1-38-15,-8 6 41 0,12-9-43 0,-12 9 39 16,10-7-38-16,-10 7 39 0,8-6-40 0,-8 6 35 16,7-5-39-16,-7 5 42 0,0 0-42 0,10-5 35 0,-10 5-34 15,0 0 43-15,0 0-44 0,11-1 41 0,-11 1-32 16,0 0 34-16,11 5-24 0,-11-5 34 0,10 3-28 16,-10-3 47-16,11 5-27 0,-11-5 37 0,12 4-35 15,-12-4 34-15,16 4-38 0,-16-4 37 0,20 3-41 16,-20-3 28-16,21 3-39 0,-21-3 26 0,23 1-36 15,-23-1 31-15,24 2-33 0,-24-2 31 0,25 0-34 16,-12 0 30-16,0 1-23 0,2 0 20 0,-2-1-36 16,-1 0 23-16,2 1-62 0,-1-1 2 0,0 1-78 15,-13-1 17-15,24 1-82 0,-24-1 9 0,22 1-160 16,-22-1-50-16,18 0-102 0,-18 0-80 0,16-2-160 0,-16 2-473 16,0 0-824-16</inkml:trace>
  <inkml:trace contextRef="#ctx0" brushRef="#br0" timeOffset="336194.4629">27669 2869 218 0,'0'0'553'0,"10"-11"-104"0,-10 11-39 0,9-9 6 16,-9 9-26-16,6-9-39 0,-6 9-26 15,4-8-35-15,-4 8-44 0,0 0-45 0,0 0-37 16,-4-13-27-16,4 13-27 0,0 0-8 0,-16 0-1 0,5 2-10 16,-2 4-9-16,-1 4-3 0,-4 1 1 15,-4 4-4-15,-1 4 9 0,1 0-26 0,-2 5 9 16,0 2-25-16,2 0 15 0,5-2-30 0,0 1 22 16,4 0-27-16,-1 0 11 0,5-1-18 0,1-3 8 0,4 2-20 15,1-4 15-15,5-1-13 0,1-1 27 0,7 2-32 16,4-2 21-16,4 0-5 0,7-2-2 0,2-2-4 15,5-3 3-15,1 0-9 0,2-2-14 0,2-3-17 16,1-1-25-16,0-1-8 0,0-2-20 16,-2 0-5-16,0-3 5 0,1 0 15 0,-8-1 7 0,-3-1 8 15,1-1 12-15,-4-1 8 0,-1-1 8 0,-4-3-1 16,1-1 8-16,-5 2 2 0,-1-2 4 0,-5-1 5 16,1 1 22-16,-5-1 12 0,2 2 15 0,-6 10-10 15,0-21-10-15,0 21 20 0,-2-22-8 0,-4 13 11 16,4 0-21-16,-5 2 17 0,1 0-9 0,-1 1 19 15,7 6-28-15,-18-6 14 0,18 6-20 0,-18-3 7 16,6 6-6-16,1-1 24 0,-2 3-32 0,1 2 28 16,0 1-33-16,0 2 20 0,1-1-29 0,4 2 27 15,-2 0-29-15,2 2 23 0,0-1-30 0,1 0 29 16,4 0-32-16,-3-1 36 0,5-1-32 0,0-10 22 16,0 21-24-16,0-21 22 0,5 17-25 0,-5-17 28 15,9 16-28-15,-3-9 34 0,-6-7-20 0,14 10 16 16,-14-10-34-16,15 4 32 0,-15-4-30 0,19 0 36 15,-8-2-30-15,-2-2 25 0,0 2-27 0,0-5 29 16,1-1-32-16,0-2 33 0,-3-2-33 0,1-1 31 16,-1-2-28-16,-1-1 28 0,0-1-32 0,-1 1 39 15,-1-1-34-15,-2 0 7 0,0 2 37 0,0 0 57 16,0 2 11-16,-1 2-3 0,-1 11-13 0,2-21-22 16,-2 21-15-16,2-15-13 0,-2 15-12 0,0-12-1 15,0 12-7-15,0 0-4 0,0 0-7 0,0 0 4 16,0 0 31-16,0 0-38 0,0 13 33 0,0-13-42 15,2 14 50-15,-2-14-51 0,8 20 35 0,-5-11-38 16,2 2 49-16,3 1-41 0,1-2 30 0,1 1-5 16,1-2-2-16,3 1 5 0,-1-2-6 0,5 0-1 15,-2-2-4-15,2-2-3 0,1 1-1 0,0-3-2 0,0 0-1 16,0-1 1-16,1-2-4 0,-2-1-1 0,1 0 3 16,-1-2-1-16,-3-1-1 0,1-3-3 15,1 0 3-15,-1-4-34 0,-2-1 42 0,0-3-39 16,-3 1 39-16,-2-4-29 0,0 0 40 0,-2-3-41 15,-3 1 33-15,1-3-6 0,-3 0 3 0,-1 0 1 0,-1-1 1 16,-2 0 17-16,0 3-3 0,-2-2 31 16,1 4-12-16,0 2-6 0,0 1-4 0,-2 3-5 15,2 1-8-15,0 2-9 0,-2 3-2 0,5 8-5 16,-9-11-1-16,9 11-1 0,-13-1-4 0,13 1 1 0,-13 7 1 16,5 1-2-16,-1 2 2 0,4 2-30 0,-1 2 34 15,1 3-27-15,1 1 9 0,0 3 29 0,2 3-26 16,2 1 26-16,0-1-29 0,2 2 33 15,2-1-30-15,0 0 32 0,1 0-4 0,1 0-38 0,-1-3 32 16,4 1-2-16,-1-2-5 0,0 0 3 0,2-4-4 16,-1-1-3-16,1-1 3 0,-2-3 2 0,2-2-4 15,-1-1 1-15,-1-2 1 0,1-1-1 0,0-3-28 16,-9-3 34-16,16 2-32 0,-16-2 36 16,17-6-32-16,-8 0 28 0,-3-2-30 0,5-2 30 0,-4-3-28 15,0-1 25-15,-1-4-29 0,1-2 28 0,-2 0-28 16,-1-2 30-16,-1 0-26 0,-1-1 28 0,0 3-29 15,-2 2 33-15,0 0-24 0,0 3 27 16,0 3-32-16,0-1 28 0,0 13-8 0,-2-21-6 0,2 21-5 16,-2-15-29-16,2 15 34 0,0 0-25 0,0 0 28 15,0 0-28-15,0 0 33 0,-12 5-25 0,12-5 31 16,0 16-32-16,0-16 34 0,1 22-32 0,1-10 33 16,2 2-34-16,1 2 31 0,1-1-88 0,2 2-23 15,1 0-70-15,1-1-63 0,2 1-97 0,-1-1-89 16,0 0-103-16,1-2-20 0,1 0-27 0,1 1-134 15,-1-5-381-15,0 3-697 0</inkml:trace>
  <inkml:trace contextRef="#ctx0" brushRef="#br0" timeOffset="336394.5203">28992 3270 432 0,'12'3'849'0,"-12"-3"-144"16,0 0-81-16,0 0-69 0,0 0-54 0,0 0-44 15,4 9-63-15,-4-9-4 0,-4 9-97 0,4-9-4 16,-5 12-60-16,-1-4-21 0,2 0-69 0,-1 0 4 16,0 3-61-16,0-3 18 0,0 5-54 0,-2-3 23 15,0 2-43-15,2 1 18 0,-2-4-77 0,1 2-30 16,-1 0-118-16,0-1-99 0,-2 0-133 0,2-1-134 16,-4 0-85-16,1-1-775 0,-2-1-1011 0</inkml:trace>
  <inkml:trace contextRef="#ctx0" brushRef="#br0" timeOffset="338928.726">29741 3094 600 0,'0'0'769'0,"0"-18"-157"16,0 18-40-16,-2-16-47 0,2 16-19 16,-2-15-58-16,2 15-16 0,-5-15-51 0,5 15-17 15,-3-13 2-15,3 13-55 0,-4-11-15 0,4 11-68 16,0 0-30-16,-3-12-69 0,3 12-32 0,0 0 4 0,0 0-44 15,0 0-11-15,0 0-4 0,0 0 29 0,0 0 2 16,10 12 27-16,-3-4-52 0,-2 1 16 16,2 3-33-16,-1 1 26 0,2 0-38 0,0 0 16 15,0 1-25-15,0 0 29 0,1 3-40 0,0-1 28 16,-1 1-27-16,0-2 12 0,0-2-82 0,-1 2-20 0,0-1-67 16,0 0-84-16,0-3-49 0,0 1-81 0,-3-2-52 15,0-1-49-15,1-1-36 0,-5-8 28 16,6 12-49-16,-6-12-80 0,0 0-460 0,0 0-686 15</inkml:trace>
  <inkml:trace contextRef="#ctx0" brushRef="#br0" timeOffset="339130.0801">29453 3028 855 0,'-17'-9'698'0,"-2"-3"-133"0,1 3-36 15,2 1-16-15,2 0-44 0,-1-1-72 0,2 3-11 0,1-1-74 16,1 0 22-16,3 2-61 0,-2 1-10 0,10 4-83 15,-12-10-11-15,12 10-65 0,0 0 10 0,2-13-54 16,8 8 20-16,8 2-17 0,9-3-17 16,10 2-15-16,10-1-17 0,3 3-98 0,3 1-33 0,3 1-92 15,1 1-71-15,-3 2-70 0,0 2-81 0,-1 1-40 16,-6 1-71-16,-3 0-132 0,-9 1-355 0,-5 0-638 16</inkml:trace>
  <inkml:trace contextRef="#ctx0" brushRef="#br0" timeOffset="339345.5328">29800 3271 234 0,'-18'11'937'0,"-1"-2"-237"0,2 0-101 15,2-2-65-15,1-1-37 0,0 1-25 0,4-3-72 16,0 0-29-16,1 0-42 0,9-4-48 0,-16 6-40 16,16-6-54-16,-9 6-38 0,9-6-33 0,0 0-25 15,0 0-15-15,0 0-11 0,23 0-26 0,-3-2-55 16,8 1-3-16,1-2-36 0,7 1-55 0,0 0-70 15,2-1-70-15,-1 0-58 0,-1 1-61 16,-1 0-49-16,-5-1-17 0,-3 2-56 0,-1 0-140 0,-6-2-320 16,0-1-533-16</inkml:trace>
  <inkml:trace contextRef="#ctx0" brushRef="#br0" timeOffset="339895.9886">30277 3090 613 0,'0'0'909'0,"-3"-16"-111"0,3 16-103 0,-6-15 25 16,6 15-68-16,-6-13-46 0,6 13-93 0,-8-9-30 16,8 9-108-16,-6-10-80 0,6 10-64 0,0 0-51 15,-8-7-7-15,8 7-67 0,0 0 14 0,0 0-38 16,-5 9 18-16,5-9-25 0,1 17 28 0,2-4-25 16,1 1 15-16,1 2-30 0,2 2 11 0,2 0-34 15,-1 2-26-15,2-2-14 0,1 1 0 0,-1-1 0 16,0-1 0-16,2 0 0 0,-2-1 0 0,-2-2 0 15,2-2 0-15,-2-1 0 0,-1 0 0 0,-2-3 0 16,1-1 0-16,-6-7 0 0,10 13 0 0,-10-13 0 16,7 9 0-16,-7-9 0 0,0 0 0 0,0 0 0 15,0 0 0-15,7-8 0 0,-7 8 0 0,-4-15 0 16,1 4 0-16,-2-4 0 0,-2-4 0 0,-2 0 0 16,-1-6 0-16,-1 0 0 0,-2-2 0 0,0 0 0 15,0-1 0-15,0 0 0 0,-2-3 0 0,3 3 0 16,2 3 0-16,-1 4 0 0,4 2 0 0,-1 1 0 15,3 4 0-15,0-1 0 0,-1 4 0 0,4 0 0 16,2 11 0-16,-1-19 0 0,1 19 0 0,8-16 0 16,-2 9 0-16,4 2 0 0,0 1 0 0,4 1 0 15,1 3 0-15,1 0 0 0,2 1 0 0,2 3-5 16,0 1-44-16,0 1 37 0,1 0-37 0,-2 2 41 16,-1-1-37-16,1 3 41 0,-3-2-39 0,-1 2 10 15,-2-2 28-15,0 1-41 0,-2 0 37 0,-1-1-30 16,0 0 29-16,-3 1-19 0,-1-2 33 0,-2 0-12 15,-4-7 13-15,5 15-37 0,-5-15 32 0,-2 14-22 16,-3-7 10-16,-2 0-59 0,-4 0 8 0,-3 0-72 16,0 1-12-16,-6 0-38 0,1-2-46 0,2 0-39 15,-1-2-46-15,1 0-37 0,1-1-34 0,3-1-55 16,0-1-38-16,13-1-60 0,-14-1-117 0,14 1-424 16,0 0-700-16</inkml:trace>
  <inkml:trace contextRef="#ctx0" brushRef="#br0" timeOffset="340290.9412">31150 2827 396 0,'12'-7'825'0,"-3"1"-140"16,-9 6-95-16,12-11 29 0,-12 11-146 0,6-8-12 15,-6 8-132-15,0 0 3 0,0 0-92 0,-6-9 21 16,6 9-69-16,-15 3 15 0,4 2-84 0,-1 0-20 15,-1 2-12-15,-2 3-11 0,-2 1-16 0,0 3-11 16,-2 3-6-16,-1 1-38 0,1 1 29 0,1 1-5 16,0 0-2-16,3 0-5 0,0 1 2 0,4-3 0 15,1-1 3-15,1 1 2 0,2-2 13 0,3-1 26 16,0 0 21-16,3-2 12 0,2-1 43 0,2 0 11 16,4-1-12-16,2-1-10 0,4-2-12 0,4-1-19 15,4-1-16-15,3-2-17 0,1-2-7 0,0 1-6 16,2-3-12-16,1 0-2 0,-2-3-32 0,1 2 32 15,-1-1-22-15,-1-3 35 0,-1 2-6 0,-1-1-7 16,-3 0-46-16,-3 1 0 0,0-2 0 0,-2 1 0 16,-2 1 0-16,-1 0 0 0,-1 0 0 0,-11 3 0 15,18-6 0-15,-18 6 0 0,14-4 0 0,-14 4 0 16,11-3 0-16,-11 3-141 0,0 0-100 0,9-5-63 16,-9 5-62-16,0 0-54 0,0 0 10 0,0 0-104 15,0 0 0-15,0 0-33 0,0 0-50 0,0 0-29 16,0 0-472-16,0 0-714 0</inkml:trace>
  <inkml:trace contextRef="#ctx0" brushRef="#br0" timeOffset="340595.9208">31801 3070 513 0,'0'0'914'0,"0"0"-207"0,10-4-31 0,-10 4-140 0,0 0 16 16,0 0-113-16,0 0-68 0,10-4-53 0,-10 4 8 15,0 0-29-15,0 0 49 0,0 0-61 0,4 13-78 16,-4-13 79-16,-2 14-13 0,2-14 16 16,-4 21-50-16,2-10-41 0,-1 1-36 0,0 3-31 0,0-1-33 15,-1 0-70-15,0 1-28 0,-1 1 0 0,1-2 0 16,0 1 0-16,1 0 0 0,-1-2 0 0,0 1 0 15,1-3 0-15,1 1 0 0,-1-3-129 0,-1 1-201 16,4-10-169-16,-4 16-94 0,4-16-183 16,-7 10-212-16,7-10-557 0,-10 5-1185 0</inkml:trace>
  <inkml:trace contextRef="#ctx0" brushRef="#br0" timeOffset="344415.1483">27719 3981 74 0,'0'0'636'0,"-13"-11"-202"0,5 6-32 0,1-1-19 15,-1 0 38-15,1-1-42 0,-2 2-23 0,0-1-24 16,3 0-10-16,-1 0-19 0,7 6-28 0,-14-10-48 16,14 10-41-16,-9-6-35 0,9 6-34 0,-8-5-25 15,8 5-12-15,0 0 34 0,0 0 2 0,-12 5 35 16,12-5-6-16,-2 13-21 0,2-13-25 0,0 20 42 16,0-7 3-16,2 1-18 0,0 4-13 15,0 0 7-15,3-1-18 0,-2 2-21 0,-1 1-16 0,2 0-12 0,0 1-5 16,-1-2-13-16,1 3-4 0,0-4-3 0,-1-1-8 15,-1 0-2-15,3 0-5 0,-2-1-1 16,0-3-6-16,0-1 6 0,-1 0-3 0,0-2-3 0,-2-10 7 16,3 16 3-16,-3-16 78 0,3 13 35 15,-3-13-61-15,0 0 43 0,0 0-9 0,0 0-30 0,0 0-12 16,0 0-18-16,0 0-4 0,-6-14-9 16,4 4-5-16,-4-3-12 0,-1-1 4 0,-1-5-4 0,0 0-6 15,-1-2-6-15,-3-4 0 0,2 0 4 0,-2 0-11 16,0-1 15-16,0 0-11 0,3 0-3 0,-3 2 1 15,6 2 1-15,-3 2 0 0,4 0-48 0,0 3 64 16,1 0-57-16,2 1 56 0,1 1-64 0,0 0 65 16,2 3-49-16,2-3 45 0,1 3 3 0,4-1-8 15,2 2 2-15,1 0-9 0,4 0 0 0,1 0-13 16,3 4-42-16,1-2-49 0,0 3-44 0,3 0-64 16,2 2-81-16,2 1-61 0,0 0-81 0,-3 2-70 15,-1 1-38-15,0 1-64 0,-4 2-142 0,1 1-420 16,-3 1-783-16</inkml:trace>
  <inkml:trace contextRef="#ctx0" brushRef="#br0" timeOffset="344606.1841">27742 4079 477 0,'-12'9'863'0,"1"-5"-179"0,2 0-79 0,9-4-65 15,-18 8-14-15,18-8-86 0,-13 5-55 16,13-5-53-16,-12 4-59 0,12-4-49 0,0 0-47 15,-11 1-32-15,11-1-40 0,0 0-81 0,0 0-61 16,0 0-61-16,11-1-64 0,-11 1-74 0,23 0-91 0,-9 0-45 16,-1-1-73-16,2 2-67 0,-1-1-107 15,1 0-319-15,1 0-515 0</inkml:trace>
  <inkml:trace contextRef="#ctx0" brushRef="#br0" timeOffset="344831.9122">28075 4088 461 0,'0'0'852'0,"0"0"-148"16,5-11-15-16,-5 11-56 0,0 0-20 0,1-11-25 0,-1 11-75 16,0 0-58-16,0 0-58 0,0 0-73 0,2-13-76 15,-2 13-54-15,0 0-43 0,0 0-26 0,0 0-25 16,0 0-26-16,0 0-14 0,0 0-6 0,8 6-14 16,-8-6-8-16,7 12-3 0,-3-5-7 0,2 2-9 15,0-2 3-15,0 2-5 0,0-1-44 0,0 0-69 16,2 1-64-16,0 1-61 0,-1-2-53 0,-1-1-65 15,1-1-77-15,-7-6-71 0,12 11-53 0,-12-11-35 16,8 8-142-16,-8-8-364 0,0 0-705 0</inkml:trace>
  <inkml:trace contextRef="#ctx0" brushRef="#br0" timeOffset="345031.7273">28114 3957 843 0,'-6'-12'768'0,"2"1"-121"0,-2 0-73 15,2 2-22-15,1-1-17 0,0 1-75 0,-2 2-17 16,5 7-51-16,-5-17-48 0,5 17-57 0,-7-12-54 16,7 12-52-16,-4-13-40 0,4 13-41 0,-2-8-33 15,2 8-64-15,0 0-56 0,0 0-37 0,-2-11-66 16,2 11-55-16,0 0-51 0,0 0-72 0,0 0-84 16,13 5-8-16,-13-5-72 0,7 7-50 0,-7-7-57 15,8 7-326-15,-8-7-506 0</inkml:trace>
  <inkml:trace contextRef="#ctx0" brushRef="#br0" timeOffset="345264.5622">28281 3830 127 0,'8'-6'948'0,"-8"6"-195"15,8-11-62-15,-8 11-21 0,6-12-26 0,-6 12 31 16,4-10-58-16,-4 10-38 0,3-10-110 0,-3 10 7 16,0 0-161-16,3-13 11 0,-3 13-131 0,0 0 14 15,0 0-118-15,0 0 57 0,0 0-108 0,0 0 74 0,11 6-100 16,-7 4 76-16,0 0-90 0,1 5 0 15,1-1 0-15,3 4 0 0,-1 0 0 0,-1 2 0 16,2 0 0-16,-1 0 0 0,1 0 0 0,1 1 0 0,0-3 0 16,-1 2 0-16,-1-1-53 0,0-1-209 0,1 0-115 15,-2-3-34-15,-1-1-82 0,2 0-73 0,-2-1-84 16,0-2-10-16,-1-2-105 0,0-1-483 0,0-1-857 16</inkml:trace>
  <inkml:trace contextRef="#ctx0" brushRef="#br0" timeOffset="345631.9143">28586 4080 498 0,'0'0'830'16,"0"0"-136"-16,2-13-72 0,-2 13-67 0,0 0-5 15,2-11-76-15,-2 11-53 0,0 0-44 0,0 0-19 16,2-12-96-16,-2 12-22 0,0 0-82 0,0 0-2 16,5-8-59-16,-5 8 8 0,10-4-58 0,-10 4 22 15,15-3-62-15,-15 3-1 0,23-4-49 0,-10 2 11 16,-1 0-43-16,2 1-3 0,0-2 12 0,-1 1-5 15,2-2 5-15,-3 0 2 0,0 0 6 0,-1 0 8 16,0-1 5-16,0-1 14 0,-2 0 2 0,-2-2 14 16,1 0-6-16,-2 1 3 0,1-4 13 0,-3 4 5 15,-4 7 7-15,5-18 10 0,-5 18 7 0,2-13-14 16,-2 13-4-16,-4-12 3 0,4 12-2 0,-9-7 1 16,9 7-2-16,-14-3 1 0,14 3 2 0,-17 1-1 15,6 2 23-15,1 3 0 0,-1 0 7 0,-1 3 19 16,1 2 27-16,-2 3-47 0,2-1 12 0,1 2-17 15,2-1 39-15,1 0-46 0,1 1 35 0,3-1-41 16,1-1 32-16,2 0-40 0,2 0 30 0,1 1-36 16,4-1 29-16,5-1-66 0,1 0-78 0,4-1-62 0,1-1-64 15,2-3-70-15,2-2-51 0,0 2-101 16,2-4 12-16,1 0-118 0,-3-2-118 0,-1-1-315 16,2-1-595-16</inkml:trace>
  <inkml:trace contextRef="#ctx0" brushRef="#br0" timeOffset="347882.0561">29425 3819 120 0,'11'-14'931'0,"-2"1"-191"0,-1 0-82 15,-1 3-64-15,-3 0 4 0,1 2-84 0,-2-2-58 0,-3 10-63 16,4-15-58-16,-4 15-23 0,1-13-86 16,-1 13-6-16,-3-10-84 0,3 10-29 0,-7-5-24 15,7 5-12-15,0 0-15 0,-20 2-10 0,20-2-6 16,-17 7-1-16,8-1-6 0,-2 2-5 0,4 0-1 0,-2 1-8 15,3 1 3-15,1 2-5 0,2 1 0 0,-1-1 22 16,3 1-32-16,1 2 29 0,1 0-35 16,2 1 30-16,1 1-36 0,1 0 29 0,2 1-31 15,3 1 30-15,0 0-24 0,1 0 21 0,5 1-32 0,-2 1 30 16,2-1-28-16,1 0 24 0,-4-3-30 0,1-1 29 16,2 1-26-16,-3-2 24 0,0 0-33 15,-2 0 30-15,-1-2-31 0,0-2 28 0,-2 1-23 16,-2-2 23-16,-1-1-28 0,1-1 5 0,-6-8 2 0,6 15 5 15,-6-15 4-15,-1 13 0 0,1-13 33 16,-8 8-26-16,8-8 20 0,-12 6-31 0,12-6 30 0,-16 2-27 16,16-2 26-16,-16 0-29 0,16 0 37 0,-13-4-36 15,13 4 20-15,-10-5-43 0,10 5 11 16,-3-11-71-16,3 11 23 0,6-14-64 0,2 5 45 0,1 1-40 16,1-2 58-16,2 1-34 0,0-1 27 0,0 0 52 15,1 0-38-15,-1 1 19 0,1-1 9 16,-2 2 23-16,1-3 12 0,-1 4 28 0,0-2 32 0,-3 3 57 15,2-1-16-15,-3 1 51 0,0 0-27 0,-7 6 43 16,13-9-25-16,-13 9-3 0,10-9 7 0,-10 9-17 16,8-7-20-16,-8 7-7 0,0 0-32 0,11-8-13 15,-11 8-15-15,0 0-9 0,0 0-12 0,8-4-7 16,-8 4 3-16,0 0-3 0,0 0 0 0,8 8-4 16,-8-8-1-16,4 9 3 0,-4-9-2 0,5 9-2 15,-5-9 4-15,7 11-3 0,-7-11-3 0,7 14 5 16,-7-14 4-16,9 13-13 0,-9-13 2 0,9 12-4 15,-9-12 4-15,14 13 11 0,-14-13-12 16,14 8 9-16,-14-8-7 0,16 8 3 0,-16-8 2 0,14 4 3 16,-14-4-3-16,15 0 11 0,-15 0-12 0,13-1 3 15,-13 1-5-15,13-8 1 0,-13 8-2 0,11-11-10 16,-6 3 19-16,0-1-12 0,-1-1 18 0,1-1-3 16,-1 3 29-16,0-2 8 0,-4 10-17 0,6-18-38 0,-6 18 0 15,6-14 0-15,-6 14 0 0,4-11 0 16,-4 11 0-16,0 0 0 0,7-7 0 0,-7 7 0 15,0 0 0-15,7 8 0 0,-7-8 0 0,7 17 0 16,-4-7 0-16,1 5 0 0,-1-1 0 0,3 4 0 0,-1 2 0 16,-1 2 0-16,1 1 0 0,0 0 0 0,0 2 0 15,2 0 0-15,-2 5 0 0,1-6 0 16,0 0 0-16,-1-1 0 0,0 2-78 0,2-3 21 16,-2-1 7-16,-2-2 4 0,0-2-2 0,-2-1 3 0,1-3 4 15,-2-1 14-15,0-12 4 0,-1 20 7 0,1-20 6 16,-4 14 3-16,4-14-2 0,-9 7 2 15,9-7-43-15,0 0 45 0,-12-3-43 0,12 3 43 0,-3-10-14 16,3 10-5-16,3-21-8 0,2 6-24 0,5-4 14 16,3-2-32-16,3-4 29 0,0 2-33 0,6-4 35 15,0-2-22-15,0 2 46 0,-1 0-28 0,-1 0 38 16,-2 2-25-16,-1 3 37 0,-1 0-21 16,-1 0 57-16,-1 0-16 0,-1 5 47 0,-3-1-29 15,0 1 29-15,-2 3-20 0,-1-1 30 0,-1 3-27 0,-1-1 30 16,-1 3-51-16,-1-1 31 0,-3 11-50 0,2-17 26 15,-2 17-38-15,-4-15 36 0,4 15-49 0,-7-11 42 16,7 11-41-16,-7-11 30 0,7 11-41 16,-7-4 35-16,7 4-28 0,0 0 30 0,0 0-33 0,-12 3 34 15,12-3-34-15,0 0 43 0,-2 14-37 0,2-14 34 16,5 16-33-16,0-5 35 0,2 2-30 16,2 1 30-16,2 0-43 0,1 2 35 0,1 0-36 0,1 0 36 15,-1 1-36-15,2-1 40 0,1 3-37 16,0-3 30-16,-3-1-36 0,2 1-4 0,-2-2 19 0,-1 0-19 15,-2-2 3-15,0-1 4 0,-1 0-1 0,0-1 5 16,-3-2 8-16,0-1 0 0,-6-7-7 0,9 12 4 16,-9-12 1-16,5 9 3 0,-5-9 2 15,0 0 2-15,0 0-1 0,-9 6 28 0,9-6-27 16,-14-2 28-16,14 2-38 0,-19-4 38 0,10-1-37 0,1 0 24 16,8 5-38-16,-13-11 19 0,13 11-57 0,-6-16 10 15,6 16-44-15,2-20 17 0,3 8-48 0,2-3 28 16,4-1-19-16,0-1 49 0,4-3-17 0,0-1 47 15,0-1-20-15,0 0 44 0,0 0-28 0,-2-1 47 16,-2-1-22-16,1 1 67 0,-3 2-8 0,-2-1 54 16,-1 1-26-16,0-1-5 0,-2 0 67 0,-3 3-29 15,0 0 80-15,-1 1-55 0,-1 2 27 0,-1 0-16 16,-1-1-27-16,1 3 23 0,-2 2-2 0,2 1-30 16,2 11-73-16,-5-18-27 0,5 18 0 0,-4-12 0 15,4 12 0-15,0 0 0 0,0 0 0 0,0 0 0 16,-11 10 0-16,11-10 0 0,-2 21 0 0,3-8 0 15,0 6 0-15,2 2 0 0,1 2 0 0,1 1 0 16,3 5 0-16,2-1 0 0,-1 0 0 0,2 0 0 16,2-1 0-16,-1 0 0 0,3-1 0 0,-2-1 0 15,0-1 0-15,2-2 0 0,-2 0 0 0,0-3 0 16,-3-2 0-16,0-1 0 0,-1-3 0 0,-1-1 0 16,-2-1 0-16,-1-3 0 0,0 1-80 0,1 0 3 15,-6-9-15-15,0 0 32 0,-1 13-5 0,1-13 44 16,0 0-22-16,-16 1 38 0,16-1-33 0,-15-7 39 15,4 1-26-15,1-1 39 0,-1-2-37 0,-1-1 38 16,1-1-26-16,1 0 31 0,-1 1 26 0,2-2 55 0,0 1-4 16,1 1 21-16,0-1-3 0,3 2-102 15,0 0-13-15,1 0 0 0,4 9 0 0,-7-17 0 16,7 17 0-16,-3-14 0 0,3 14 0 0,0-13 0 16,0 13 0-16,9-12 0 0,-3 5 0 0,2 2 0 15,2 0 0-15,2 1 0 0,1 0 0 0,3-1 0 16,0 1 0-16,1 2 0 0,0 0 0 0,1-2 0 0,0 1 0 15,-2 0 0-15,0 0 0 0,0-1 0 16,-4 3 0-16,1-2 0 0,-1 0 0 0,-1 0 0 16,-1-1 0-16,0 1 0 0,-10 3 0 0,15-8 0 0,-15 8 0 15,11-9 0-15,-11 9 0 0,7-10 0 16,-7 10 0-16,0 0 0 0,3-14 0 0,-3 14 0 16,0 0 0-16,-2-11 0 0,2 11 0 0,0 0 0 15,0 0 0-15,-4-10 0 0,4 10 0 0,0 0 0 0,0 0 0 16,-11 6 0-16,11-6 0 0,-5 8 0 0,5-8 0 15,-4 11 0-15,4-11 0 0,-5 15 0 0,5-15 0 16,-1 16 0-16,1-16 0 0,4 19 0 0,-4-19 0 16,5 21 0-16,-1-13 0 0,1 2 0 0,1-2 0 15,1 2 0-15,2-2 0 0,-1-1 0 0,0 0 0 16,2 0 0-16,0-3 0 0,0 2 0 0,0-3 0 16,0 0-51-16,-10-3-17 0,21 4 44 15,-21-4-25-15,16 1 42 0,-16-1-29 0,16-3 40 0,-16 3-33 16,16-8 43-16,-16 8-34 0,13-13 31 0,-7 5-32 15,0 0 36-15,0-3-26 0,-2 2 63 0,1 1-11 16,0-2 33-16,-1 2-24 0,0-1 5 0,-4 9-55 16,7-13 0-16,-7 13 0 0,6-12 0 0,-6 12 0 15,4-9 0-15,-4 9 0 0,0 0 0 16,11-6 0-16,-11 6 0 0,0 0 0 0,11 2 0 0,-11-2 0 16,9 7 0-16,-9-7 0 0,11 8 0 0,-11-8 0 15,11 11 0-15,-5-5 0 0,-6-6 0 0,13 15 0 16,-7-9 0-16,0 0 0 0,1 1 0 0,0 0 0 15,-1-1 0-15,0 2 0 0,-6-8 0 0,12 10 0 16,-12-10 0-16,11 10 0 0,-11-10 0 0,9 7 0 16,-9-7 0-16,9 7 0 0,-9-7 0 0,10 4 0 15,-10-4 0-15,0 0 0 0,14-2 0 0,-14 2 0 16,11-5 0-16,-11 5 0 0,13-11 0 0,-7 4 0 16,0 0 0-16,-1-2 0 0,2 0 0 0,-1 0 0 15,0 0 0-15,-1 0 0 0,1 0 0 0,0 2 0 0,-1-1 0 16,-5 8 0-16,9-14 0 0,-9 14 0 15,7-12 0-15,-7 12 0 0,6-10 0 0,-6 10 0 16,6-8 0-16,-6 8 0 0,0 0 0 0,5-9 0 0,-5 9 0 16,0 0 0-16,6-9 0 0,-6 9 0 0,0 0 0 15,7-9 0-15,-7 9 0 0,7-6 0 0,-7 6 0 16,9-6 0-16,-9 6 0 0,8-4 0 0,-8 4 0 16,0 0 0-16,13-4 0 0,-13 4 0 0,0 0 0 15,16 4 0-15,-16-4 0 0,11 4 0 0,-11-4 0 16,13 9 0-16,-13-9 0 0,15 10 0 0,-8-5 0 15,1 1 0-15,0-1 0 0,-1 1 0 0,1 0 0 16,1-1 0-16,-1 0 0 0,1 0 0 0,1 0 0 16,0-1 0-16,0 0 0 0,2-1 0 0,-1 0 0 0,-1 0 0 15,-10-3 0-15,22 1 0 0,-22-1-128 0,21 1-328 16,-21-1-132-16,17-1-144 0,-17 1-145 0,13-2-833 16,-13 2-1389-16</inkml:trace>
  <inkml:trace contextRef="#ctx0" brushRef="#br0" timeOffset="348833.569">28042 4590 473 0,'10'-8'505'0,"-2"3"-57"0,-1-2-26 16,2 1 11-16,-2-1-25 0,-1 1-23 0,-6 6-19 15,9-15-10-15,-9 15-17 0,9-12-18 0,-9 12-48 16,3-13-17-16,-3 13-73 0,-2-10-14 0,2 10-56 15,-14-11 7-15,5 7-70 0,-7 3 35 0,-1 0-39 16,-8 2 21-16,-3 3-39 0,-7 4 22 0,-4 2-35 16,-3 3 25-16,2 2-35 0,1 1 25 0,4 1 4 15,3 0-18-15,5 1-7 0,5-2 0 0,1 1-4 16,6 0 2-16,1-3 0 0,5 3-1 0,3-2 6 16,3 1-3-16,1-2-6 0,4 2 4 0,4-1-3 15,3 1 0-15,4-1-1 0,2 1 7 0,3 0-13 16,5 0 3-16,0-1 4 0,1-1-4 0,0 0 6 0,1 1-7 15,-3-3 2-15,-1-1-7 0,-1 0 9 0,-3-1-6 16,0 0-1-16,-4-1-21 0,0-2 28 0,-2 2-29 16,-2-3 46-16,-1 1-39 0,-2-1 34 0,-6-6-30 15,6 14 30-15,-6-14-32 0,-5 14 41 0,-2-8-31 16,-6 1 23-16,-1 2-29 0,-7-1 32 0,-2 0-32 16,-6 2 32-16,-2-1-37 0,-1-1 34 0,-1 0-29 15,-1-1 26-15,-2 0-32 0,2-1 34 0,-1 0-52 16,3-2 5-16,3 0-55 0,4 0-23 0,1-2-25 15,3 1-68-15,4 0-51 0,2-3-78 0,3 2-53 16,12-2-69-16,-19-1-131 0,19 1-510 0,0 0-713 16</inkml:trace>
  <inkml:trace contextRef="#ctx0" brushRef="#br0" timeOffset="349716.1419">28083 4910 683 0,'11'-9'767'0,"0"0"-114"16,-2 1-63-16,-2 1-28 0,-1-2-7 0,-1 2-41 16,2-1-59-16,-7 8-37 0,6-14-44 0,-6 14-43 15,3-13-42-15,-3 13-53 0,2-10-53 0,-2 10-37 0,0 0-32 16,0 0-19-16,-2-10-22 0,2 10-14 16,0 0-4-16,-13 10-17 0,6-4-8 0,0 1-5 15,3 3-2-15,-3 1-5 0,2 0-3 0,0 2-4 16,1 1 3-16,2-1-1 0,1-1 0 0,0 1 5 0,2-1-36 15,0 1 46-15,1-1-41 0,3 1 47 0,2-1-45 16,2-2 39-16,1 1-40 0,5-3 42 16,0 1-46-16,3-3 42 0,4-2 3 0,-4 1-19 0,3-4-21 15,1 1-15-15,-2-2-9 0,2-2-15 0,-3 0-8 16,3-3 4-16,0 0 13 0,-3-2 6 0,0-3 6 16,-2 0 3-16,-2-1 7 0,-1-3 4 0,-1-3 1 15,-2-1 1-15,0-2 6 0,-4-2-3 0,1-5 3 16,-1-2 3-16,-2 0-1 0,-2 1 6 0,-1 1 0 15,-2 1 17-15,0 0-8 0,0 1 50 0,-2 4 21 16,0 1-9-16,2 3 10 0,-1 1 6 0,0 2-56 16,0-1 38-16,-1 4-57 0,2 11 36 0,-4-16-55 15,4 16 44-15,0 0-50 0,-8-6 55 0,8 6-50 16,-8 11 67-16,8-11-55 0,-8 18 70 0,5-5-72 16,-1 1 63-16,1 4 4 0,1-1 11 0,1 1-75 15,1 2 77-15,1 0-71 0,1-1 59 0,-1 0-86 16,2 3 30-16,3-1-15 0,-3-1 0 0,2 0 0 15,-1-2 0-15,1-1 0 0,-1-3 0 0,2 1 0 16,-1 0 0-16,-2-3 0 0,1-3 0 0,0 1 0 16,-1-2 0-16,-3-8 0 0,6 15 0 0,-6-15 0 15,8 6 0-15,-8-6-39 0,0 0-25 0,13-1-8 16,-13 1-8-16,13-9 6 0,-4 1-7 0,-1-2 2 16,0 1 13-16,2-1 11 0,-2 0 10 0,-1 0 8 15,0 1 8-15,0 1 3 0,-1 1 9 0,0 1-2 0,-6 6-4 16,9-12 13-16,-9 12-10 0,8-7 2 0,-8 7 5 15,0 0 2-15,13-2 4 0,-13 2 1 16,9 6 8-16,-9-6-3 0,11 9 1 0,-11-9 12 0,11 13 7 16,-6-4-1-16,4 0 2 0,0-1 1 0,0 2 4 15,3-2-12-15,1 1-1 0,0 0 0 0,4-2-2 16,1 0-3-16,1 1-3 0,0-3 3 0,-1-1-4 16,1 0-1-16,0-1-9 0,0-2-3 0,0 0 0 15,-1-1 0-15,-1-2 0 0,0 1 7 0,-2-4-5 16,0 1 8-16,0-2 11 0,-4-3-19 0,2 1 3 15,-3-4 0-15,-2 1 1 0,-1-2 3 0,0-1-1 16,-2-1 6-16,-2 2 6 0,0 1 0 0,-1 2-2 16,0-1 0-16,-2 11-1 0,0-17-1 0,0 17-2 15,-1-12-1-15,1 12-3 0,-6-6 7 0,6 6-6 16,0 0 2-16,-16 1 9 0,16-1-1 0,-10 9 2 16,10-9 4-16,-10 13 4 0,6-4 9 0,-1 0 2 15,3 2 7-15,2-11-1 0,-1 21-7 0,2-9-4 16,3-1 0-16,4 0-3 0,1 1-9 0,5-1-62 15,4 1-100-15,2-3-114 0,2 0-118 0,3-3-97 16,1 0-131-16,1 0-46 0,1-4-154 0,0 0-606 16,0-1-1018-16</inkml:trace>
  <inkml:trace contextRef="#ctx0" brushRef="#br0" timeOffset="351183.5859">29543 4616 1060 0,'-4'-23'898'0,"-1"3"-118"15,2 1-20-15,-1 1-3 0,0 2-55 0,2 1-6 16,-3 1-39-16,4 2-125 0,-2 1-34 0,3 11-122 16,-3-17-44-16,3 17-189 0,-3-11-143 0,3 11 0 15,0 0 0-15,0 0 0 0,0 0 0 0,7 17 0 16,-4-4 0-16,3 3 0 0,-1 5 0 0,3 4 0 16,1 3 0-16,2 2 0 0,0 4 0 0,1 2 0 15,2-1 0-15,-2-1 0 0,1-4 0 0,-2-3 0 0,0 1 0 16,1-1 0-16,0-2 0 0,-1 0 0 15,-1-5 0-15,-2-1 0 0,0-2 0 0,1-3 0 16,-3 0 0-16,0-3 0 0,-2 0 0 0,1-2 0 0,-5-9 0 16,8 15 0-16,-8-15 0 0,4 10 0 0,-4-10 0 15,0 0 0-15,0 0 0 0,-8 5 0 16,8-5 0-16,-11-4 0 0,11 4 0 0,-14-10 0 16,5 2 0-16,0 1 0 0,0-2 0 0,-1 2 0 0,1-2 0 15,-1 1 0-15,2 1 0 0,-2 1 0 0,1 2 0 16,0 0 0-16,-1-1 0 0,1 2 0 0,9 3 0 15,-23-3 0-15,12 6 0 0,-1 0 0 0,-2 2 0 16,1-1 0-16,-1 5 0 0,2-2 0 0,0 1 0 16,2 3 0-16,1 0 0 0,2-1 0 0,-1 1 0 15,4-1 0-15,1-1 0 0,3-9 0 0,1 21 0 16,3-12 0-16,6 0 0 0,2-2 0 0,4 1 0 16,5-3 0-16,3-1 0 0,1-1 0 0,2-3 0 15,2 1 0-15,-1-2 0 0,-1-1 0 0,2 1 0 16,0-2 0-16,-2-2 0 0,0 0 0 0,-1-2 0 15,-1 2 0-15,-3-3 0 0,0 0 0 0,0-2 0 16,-4 0 0-16,0-1 0 0,-2 0 0 0,-3-2 0 16,-2 1 0-16,-1 0 0 0,-2 2 0 0,-2-1 0 15,0 2 0-15,-1 0 0 0,-5 9 0 0,9-16 0 16,-9 16 0-16,5-12 0 0,-5 12 0 0,4-9 0 0,-4 9 0 16,0 0 0-16,0 0 0 0,0 0 0 15,0 0 0-15,0 0 0 0,-6 10 0 0,6-10 0 16,-3 14 0-16,3-14 0 0,-2 18 0 0,2-18 0 0,0 20 0 15,0-20 0-15,3 21 0 0,-1-10 0 0,2 0 0 16,-1 0 0-16,2-2 0 0,0 1 0 16,2-2 0-16,-1 0 0 0,0 1 0 0,-1-2 0 15,-5-7 0-15,13 9 0 0,-13-9 0 0,12 5 0 0,-12-5 0 16,12 1 0-16,-12-1 0 0,15-4 0 0,-15 4 0 16,14-10 0-16,-6 2 0 0,-2-1 0 0,1-2 0 15,-1-1 0-15,0 0 0 0,1-3 0 0,-2 2 0 16,-1 1 0-16,0 2 0 0,0 0 0 0,0 1 0 15,-4 9 0-15,6-15 0 0,-6 15 0 0,7-11 0 16,-7 11 0-16,4-9 0 0,-4 9 0 0,0 0 0 16,0 0 0-16,0 0 0 0,15 1 0 0,-15-1 0 15,11 9 0-15,-11-9 0 0,13 10 0 0,-5-4 0 16,4 0 0-16,1 1 0 0,1-1 0 0,2 1 0 16,3 0 0-16,2 0 0 0,2-3 0 0,1 2 0 15,1-1 0-15,2-2 0 0,0 0 0 0,0-2 0 16,0 0 0-16,0-1 0 0,0 0 0 0,-1-1 0 15,-1-2 0-15,-3-1 0 0,0-2 0 0,-1-2 0 16,-2-3 0-16,-1-1 0 0,-1-3 0 0,-2-4 0 16,0-4 0-16,-4-2 0 0,-1-2 0 0,-2-2 0 15,-1-1 0-15,-3-2 0 0,-2 1 0 0,-1 3 0 16,-1 0 0-16,-1 2 0 0,-1 1 0 0,-1 1 0 16,1 5 0-16,-1 1 0 0,-2 4 0 0,2-1 0 15,-2 2 0-15,1 4 0 0,-3 2 0 0,7 7 0 0,-16-6 0 16,16 6 0-16,-18 4 0 0,6 4 0 15,2 2 0-15,0 3 0 0,0 4 0 0,1 1 0 16,1 4 0-16,1 0 0 0,2 0 0 0,2 2 0 16,1 1 0-16,2-2 0 0,2 2 0 0,1-1 0 0,4 0 0 15,0-2 0-15,4 1 0 0,2 0 0 16,2-2 0-16,0-5 0 0,2 1 0 0,5-1 0 16,-4-4 0-16,3 0 0 0,0-3 0 0,1-1 0 0,0-1 0 15,1-1 0-15,-1-2 0 0,-3 0 0 0,2-3 0 16,-1 0 0-16,-1-1 0 0,0-2 0 0,-2-2 0 15,0 0 0-15,0-1 0 0,-3-3 0 0,-1 0 0 16,-1 0 0-16,-1-3 0 0,-2 0 0 16,-1 0 0-16,-1 0 0 0,-3 1 0 0,-2 1 0 0,-2 9 0 15,1-18 0-15,-1 18 0 0,-6-16 0 0,0 8 0 16,6 8 0-16,-15-8 0 0,6 2 0 0,9 6 0 16,-21-2 0-16,21 2 0 0,-20 1 0 0,8 1 0 15,1 3 0-15,-3-1 0 0,3 3 0 0,-1 1 0 16,1-1 0-16,1 2 0 0,1 1 0 0,0 0 0 15,2 0 0-15,1 2 0 0,2-3 0 0,1 2 0 16,1-1 0-16,2-10 0 0,0 20 0 0,0-20 0 16,6 18 0-16,-1-9 0 0,2-2 0 0,1 1 0 15,0-4 0-15,1 2 0 0,0-2 0 0,2 0 0 16,-11-4 0-16,19 3 0 0,-19-3 0 0,21 1 0 16,-21-1 0-16,20-4 0 0,-10-1 0 0,-1 0 0 15,1 0 0-15,-1-4 0 0,0-2 0 0,0 1 0 16,-2-2 0-16,0 1 0 0,-1-1 0 0,-1 2 0 15,0 1 0-15,-1 0 0 0,-4 9 0 0,6-16 0 16,-6 16 0-16,5-12 0 0,-5 12 0 0,5-9 0 16,-5 9 0-16,0 0 0 0,6-10 0 0,-6 10 0 15,0 0 0-15,0 0 0 0,0 0 0 0,11 5 0 16,-11-5 0-16,6 7 0 0,-6-7 0 0,7 7 0 16,-7-7 0-16,14 10 0 0,-14-10 0 0,15 10 0 15,-6-5-33-15,2-1-464 0,0 0-88 0,0 1-89 16,3-1-65-16,0-1-6 0,1 1-46 0,-1-3-517 15,0 0-910-15</inkml:trace>
  <inkml:trace contextRef="#ctx0" brushRef="#br0" timeOffset="351501.1167">31482 4924 233 0,'11'-13'678'0,"-11"13"-74"0,6-17-44 15,-3 5-17-15,-1 1-9 0,1-4 17 0,-1 1-35 16,0 1 42-16,-1 1-42 0,1 1 14 0,-1-1-62 16,1 2-69-16,-2 10-34 0,3-20-49 0,-3 20-55 15,5-14-54-15,-5 14-44 0,3-10-39 0,-3 10-59 16,0 0-65-16,0 0 0 0,17 2 0 0,-9 4 0 15,-1 0 0-15,2 3 0 0,1 1 0 0,1 2 0 0,0 3 0 16,-2-4 0-16,4 6 0 0,-1-2 0 16,1 1 0-16,-1-1 0 0,-1-1 0 0,1 1 0 15,-2-2 0-15,-2-1 0 0,1-2 0 0,-2-1 0 0,-1-2 0 16,0 0 0-16,-6-7 0 0,9 12 0 0,-9-12 0 16,7 11 0-16,-7-11 0 0,0 0 0 0,0 0 0 15,0 0 0-15,0 0 0 0,0 0 0 0,0 0 0 16,0 0 0-16,-3-17 0 0,3 17 0 0,1-19 0 15,1 6 0-15,3-2 0 0,2-4 0 0,1 0 0 16,3 1 0-16,0-1 0 0,2 1 0 0,2-3 0 16,1 1 0-16,1 3 0 0,2 0 0 0,-1 0 0 0,-1 4 0 15,1-2 0-15,1 3 0 0,0 1-80 16,-2-1-937-16,0 1-136 0,-1 3-720 0,-3-2-1594 0</inkml:trace>
  <inkml:trace contextRef="#ctx0" brushRef="#br0" timeOffset="360353.508">32564 4925 34 0,'0'0'1040'0,"0"0"-298"0,0 0-50 0,0 0-159 16,3-11 29-16,-3 11-126 0,0 0-34 0,0 0-70 0,0 0-38 16,0 0-23-16,0 0 53 0,0 0-63 15,-13 2-34-15,13-2-24 0,-11 11-31 0,3-4-34 0,0-1-31 16,0 4-21-16,0-4-18 0,-3 5-15 0,2-1-8 15,0-1-15-15,-1 2-37 0,1-1-73 0,-1 0-78 16,-1 1-101-16,2-3-147 0,-2 2-157 16,-2-2-83-16,0 1-223 0,-2-2-417 0,0 1-891 15</inkml:trace>
  <inkml:trace contextRef="#ctx0" brushRef="#br0" timeOffset="362229.0725">27809 5526 671 0,'0'0'859'0,"-7"-13"-191"0,7 13-138 16,-11-15-43-16,11 15-24 0,-9-12-42 0,9 12-31 16,-9-8-83-16,9 8-24 0,-6-6-84 0,6 6-10 15,0 0-65-15,0 0 38 0,0 0-17 0,-14 3 35 16,14-3-25-16,-2 14-23 0,2-14-7 0,0 20-7 16,2-7-10-16,1 1-15 0,0 2-16 0,1-1 9 15,2-1-76-15,-2 3 37 0,1 1-49 0,-1-2 40 16,2 0-41-16,0 1 34 0,0-1-37 0,-1 0 34 15,-1-2-41-15,0 0 39 0,2 0-39 0,-3-3 35 16,-1 0-35-16,3-2 38 0,-5-9-37 0,5 15 42 0,-5-15-34 16,4 13 66-16,-4-13-30 0,0 0 35 0,2 12-51 15,-2-12 39-15,0 0-52 0,0 0 40 16,-10-5-48-16,10 5 37 0,-12-14-44 0,3 3 41 16,0-2-47-16,-3-4 49 0,2-3-48 0,-2-4 38 0,-2-2-45 15,2-2 46-15,-3-6-45 0,2 0 42 0,4-3-44 16,-2 7 42-16,2-1-43 0,4 2 10 0,-1 4 38 15,1 2-44-15,5-1 39 0,-2 5-41 0,2 1 38 16,0 4-42-16,4-1 36 0,4 3-37 0,2 2 37 16,3 2-37-16,4 4 49 0,3 1-45 0,2 5 38 15,7 0-34-15,5 6-2 0,5 5 47 0,-1 2-38 16,1 3 37-16,-1 1-41 0,1 2 41 0,-4 2-6 16,-2 0-4-16,0-1-2 0,-5 3-2 0,-1-1-5 15,-7-4-3-15,-2 2 4 0,-3-1-2 0,-4-2-1 16,-3 0 0-16,-2-1 3 0,-4 0-36 0,-2-3 37 15,-1 2-37-15,-4-2 45 0,-2 1-38 0,-2-2 38 16,-3 1-40-16,-1-1 40 0,-3-1-39 0,1-5 40 16,-1 3-40-16,0-5 37 0,-2 0-41 0,2-4 30 15,-2 2-50-15,0-3 40 0,3-1-50 0,-1-2 40 0,0-1-44 16,0 1 41-16,5-3-36 0,0 3 43 16,0-2 2-16,11 4 0 0,-17-6-5 0,17 6-7 15,-13-3-38-15,13 3 42 0,0 0 4 0,-10-5 0 0,10 5-31 16,0 0 44-16,0 0-31 0,11 2 38 0,-11-2-30 15,18 6 37-15,-5-3-33 0,5 0 38 0,0-1-38 16,2 1 30-16,1-1-57 0,5-1 21 16,1 0-66-16,1-1 19 0,0 0-34 0,2-2 23 0,1 0-6 15,4-1 39-15,-2 0-12 0,1-3 35 0,-1 0 5 16,-2 0 10-16,-6-1 0 0,2-4 7 0,-6 3 3 16,0-1 7-16,-3-3-5 0,0-3-2 0,-1 1 5 15,-4-3-2-15,0-2 3 0,-1 2 7 0,-4-2-13 16,-1 1 46-16,-3 2-35 0,1-1 33 0,-3 1-33 15,-1 4 29-15,-2-1-36 0,0 2 34 0,-2 0-42 16,-4 1 36-16,3 3-35 0,-3 0 30 0,7 7-33 16,-18-7 39-16,18 7-19 0,-19 3 32 0,7 0-5 15,0 3 6-15,1 1-1 0,-2 2-5 0,3 0-4 16,0 2-4-16,1 0-4 0,2 3-3 0,1-1 1 16,1 0-5-16,3 0-1 0,2-1-1 0,2 1 2 15,0-1-3-15,3 1-1 0,1-1-4 0,2 1-1 16,3-2 2-16,-1-1 6 0,3-1-9 0,1-1-7 0,0-2-12 15,3 1-19-15,-3-2-19 0,5 0-18 0,-1-4-43 16,-1 0 38-16,-1-1-20 0,-1 0 21 0,2-1-3 16,-1-2 26-16,-1-1-6 0,-1-1 32 15,0-2-19-15,-2 0 31 0,-3-4-12 0,2-1 18 0,-3-2-3 16,-1 1 39-16,0-1-15 0,0-1 48 0,-2 1 0 16,0 1 44-16,-2 1-51 0,0 1 34 0,0 2-34 15,-3 9 40-15,4-18-56 0,-4 18 14 0,4-13-33 16,-4 13 23-16,0 0-44 0,5-9 49 0,-5 9-14 15,0 0 11-15,0 0 3 0,5 11-3 0,-5-11-8 16,4 14-11-16,-4-14-4 0,5 17 0 0,-1-6-9 16,0-3 0-16,-1 3-3 0,3 0-2 0,0 1-2 15,0-2-2-15,0 2 4 0,1-1-6 0,2-1-32 16,0-1 42-16,2-1-8 0,1-1-3 0,-1 0-15 16,2-1 16-16,-1-2-34 0,-1-1 3 0,2-1 5 15,-2-1 1-15,-11-1 7 0,23-2 2 0,-12-1 2 16,1-1 5-16,0-2-1 0,-2-3 5 0,2-2 0 15,-3 0-2-15,0-3 8 0,0 0 2 0,-2 1 16 16,0-1 9-16,-1 1 27 0,-1 1 5 0,1 1 10 16,-2 3 7-16,-4 8-5 0,7-17-54 0,-7 17 29 15,4-12-12-15,-4 12-46 0,5-8 36 0,-5 8-7 16,0 0-2-16,0 0-6 0,0 0 2 0,0 0-2 16,7 7-3-16,-7-7-3 0,5 13 3 0,-5-13 0 0,4 17-6 15,-2-8-1-15,1 1-1 0,1 0-1 16,0 0 0-16,1 0-17 0,1 1-41 0,-1-2-48 15,0 1-52-15,1-1-55 0,0-1-41 0,-1 0-47 16,-5-8-66-16,12 14-53 0,-12-14-91 0,9 9-3 0,-9-9-157 16,0 0-540-16,9 6-819 0</inkml:trace>
  <inkml:trace contextRef="#ctx0" brushRef="#br0" timeOffset="362403.8827">28974 5284 759 0,'-8'-13'912'0,"1"2"-201"0,0 2-139 16,3 0-50-16,0 2-51 0,-1 0-78 0,5 7-61 16,-8-12-85-16,8 12-32 0,-5-10-64 0,5 10 2 15,0 0-65-15,0 0 5 0,0 0-42 0,6-7-33 16,-6 7-67-16,13 5-70 0,-6 0-48 0,4 0-88 16,1 3-81-16,-1 1-57 0,2 0-135 0,-2 2-161 15,0-1-296-15,2 3-581 0</inkml:trace>
  <inkml:trace contextRef="#ctx0" brushRef="#br0" timeOffset="363173.0001">29535 5410 378 0,'0'0'839'0,"0"0"-184"0,11-6-79 0,-11 6-60 16,0 0-31-16,7-9-59 0,-7 9-51 0,0 0-46 15,0 0-73-15,0-13 7 0,0 13-91 16,0 0-2-16,0 0-59 0,0 0 1 0,-1-15-48 15,1 15 14-15,0 0-43 0,0 0 22 0,0 0-48 16,0 0 25-16,0 0-43 0,-1-11 6 0,1 11-39 0,0 0 4 16,0 0-10-16,0 0 16 0,0 0-7 15,0 0 16-15,0 0 1 0,0 0 7 0,0 0-1 16,0 0 9-16,0 0-1 0,0 0 10 0,0 0-9 0,1-10 12 16,-1 10-5-16,0 0 11 0,0 0-2 0,0 0 14 15,0 0-10-15,0 0 28 0,0 0-26 0,0 0 18 16,0 0-27-16,0 0 23 0,0 0-26 15,0 0 19-15,0 0-30 0,0 0 27 0,0 0-22 0,0 0 18 16,0 0-20-16,0 0 19 0,0 0-24 0,0 0 26 16,0 0-25-16,0 0 26 0,0 0-27 0,0 0 24 15,0 0-18-15,0 0 23 0,0 0-27 0,0 0 41 16,0 0-37-16,0 0 29 0,0 0-30 0,0 0 30 16,0 0-33-16,0 0 22 0,0 0-31 0,0 0 39 15,0 0-35-15,0 0 25 0,0 0-22 0,0 0 22 16,-10 5-24-16,10-5 30 0,-8 9-21 0,1-2 62 15,1 0-5-15,-4 4-3 0,0 1 7 0,0 0-17 16,-2 1 0-16,2 1 4 0,0 3-7 0,-1-3-6 16,3 0-3-16,1 1 0 0,0-1 26 0,3-1 14 15,1 0 2-15,2-1-9 0,2 0-6 0,1 0-3 16,1 0 3-16,4-1-3 0,1 0-6 0,2-2-10 16,3-1-4-16,0 1-8 0,3-2-6 0,-2-1-5 15,4-1-2-15,-1-1-1 0,1 1-7 0,1-3 2 16,2 1 2-16,1-2-5 0,-2 0-3 0,1-2 0 15,1 0-7-15,0-2-4 0,0 1-5 0,1-4-6 16,0 0 4-16,-2-2 0 0,2-1 2 0,-2-1 7 16,0-1-3-16,0-5 3 0,-3 3 0 0,-1 0 10 15,0-2-4-15,-3-1 1 0,-1 2 4 0,-3-1 16 0,-1 1-9 16,-2 1 8-16,-2 0 10 0,-1 3-3 0,-1 0-38 16,-3 10 40-16,1-18-43 0,-1 18 38 15,-6-12-39-15,6 12 37 0,-13-10-38 0,13 10 42 16,-17-3-42-16,17 3 39 0,-22 3-38 0,10 1 40 0,0 1-5 15,1 1-4-15,0 1 3 0,0 2-4 0,2 0-4 16,1 1 20-16,1 0-34 0,1 2 68 16,3-1 1-16,2 0 31 0,1-11 1 0,2 22-57 0,3-9 56 15,3-1-70-15,0-1 63 0,3 0-25 0,2-1-13 16,2 1-10-16,3-2-8 0,-1 0-24 0,3-2-31 16,1 0-91-16,-1-1-87 0,2-1-126 0,-1-3-116 15,-1 2-133-15,1-2-97 0,0-2-164 16,-1 0-673-16,1 0-1140 0</inkml:trace>
  <inkml:trace contextRef="#ctx0" brushRef="#br0" timeOffset="364156.8653">30833 5328 201 0,'-3'-13'894'0,"0"1"-207"0,0 1-70 0,0 0-36 16,0 2-37-16,0-2 1 0,-1 3-19 0,4 8-38 15,-4-15-62-15,4 15-81 0,-4-11-64 0,4 11-60 16,-4-10-55-16,4 10-6 0,0 0 45 0,0 0 2 15,0 0-62-15,-3 14 62 0,3-14-77 0,3 22 65 16,0-8-98-16,2 3 85 0,3 2-95 0,-1 1-33 16,2 2-54-16,4 2 0 0,-1 0 0 0,2 1 0 0,2-1 0 15,-1 1 0-15,0-1 0 0,1-2 0 0,0-1 0 16,-1 0 0-16,-1-3 0 0,-2-2 0 0,1-1 0 16,-3-2 0-16,-2-2 0 0,1 0 0 0,-1-2 0 15,-2-1 0-15,0-1 0 0,-6-7 0 0,8 10 0 16,-8-10 0-16,0 0 0 0,0 0 0 15,0 0 0-15,0 0 0 0,0 0 0 0,-13-3 0 0,4-3 0 16,-3-3-19-16,-1-1-62 0,-4-1 17 0,-2-3-7 16,-3 0 6-16,-3-1 9 0,1 2 10 0,0 2 8 15,1 1 7-15,-1 3 15 0,1 0-8 0,0 3 6 16,-1 1 3-16,4 2-2 0,0 1 7 0,1 3 1 16,1 1 6-16,-1 2-1 0,0 3-4 0,4 1 2 15,0 1 4-15,4 1 3 16,3 1 2-16,1 0 2 0,3 0 0 0,2 0 8 0,4 0-5 0,1-1-6 15,6 5 5-15,3-2 4 0,2 0-6 0,5-2-1 16,4 1-3-16,2-2-14 0,1-2-25 0,2-1-39 16,-2-3-26-16,1-2-20 0,0 0-18 0,0-1-5 15,1-2 4-15,-1-2 33 0,-2-2-40 0,1 1 13 16,-1-3 18-16,-1-1 57 0,0-1-32 0,-3-3 60 16,3-3-44-16,-2-1 50 0,-2-1-34 0,0-2 54 15,-2-1-37-15,-4 3 44 0,2-2-38 0,-4 0 48 16,-1 1-27-16,1 0 53 0,-3 0-21 0,-1 3 29 15,1 1 17-15,-2 0 54 0,0 1-35 0,-2 2 30 16,1 1-45-16,0 0 14 0,-6 8-45 0,11-11 26 16,-11 11-30-16,12-6 43 0,-12 6-26 0,16 0 36 15,-16 0-30-15,17 6 29 0,-6 0-31 0,-1 1 30 16,3 2-31-16,-2 0 21 0,-2 1-38 0,3 0 20 16,-3 1-31-16,2 4 27 0,-1-4-40 0,-1 1 32 0,-2-1-41 15,0 1 28-15,1-2-29 0,-4 0 25 16,1-1-29-16,0 1 23 0,-5-10-27 0,5 17 37 0,-5-17-37 15,1 13 33-15,-1-13-36 0,-5 12 5 0,5-12 30 16,-12 7-30-16,12-7 17 0,-20 2-49 0,20-2 32 16,-21-2-34-16,10-1 36 0,2 0-33 0,-1-2 13 15,4-2-46-15,0 0 22 0,3-3-30 0,0 0 36 16,3 10-32-16,2-25 46 0,2 10-32 0,1 0 43 16,2-1-25-16,4 1 38 0,-2-2-30 0,2 4 38 15,0 1-32-15,0 1 15 0,0 1 45 0,1 1-23 16,-2 1 35-16,2 2-35 0,-2 0 28 0,-1 4-28 15,-9 2 47-15,19-4-22 0,-19 4 36 0,18 2-18 0,-18-2 34 16,19 7-32-16,-10-2 26 0,0 1-40 16,0 1 25-16,0 2-33 0,0-1 20 0,0 2-42 15,0-1 29-15,-2 1-32 0,2 1 4 0,-1-2-8 0,0 2 31 16,-1-4-54-16,1 2-39 0,-1 0-91 0,-1-2-64 16,1 0-111-16,-7-7-124 0,14 11-115 0,-14-11-83 15,9 9-92-15,-9-9-691 0,0 0-1042 0</inkml:trace>
  <inkml:trace contextRef="#ctx0" brushRef="#br0" timeOffset="364355.7603">31515 5359 1028 0,'-9'-11'958'0,"2"2"-165"0,1 2-52 15,-1 0-46-15,7 7-83 0,-10-14-70 0,10 14-81 0,-8-8-71 16,8 8-86-16,-6-10-67 0,6 10-58 0,0 0-43 15,-7-8-42-15,7 8-70 0,0 0-81 0,0 0-120 16,0 0-90-16,10 10-90 0,-10-10-98 0,8 15-80 16,-4-6-53-16,1 1-75 0,0 2-634 0,3 0-900 15</inkml:trace>
  <inkml:trace contextRef="#ctx0" brushRef="#br0" timeOffset="364938.1281">31703 5482 244 0,'0'0'948'0,"0"0"-142"15,14-4-30-15,-14 4-78 0,0 0 23 16,10-5-77-16,-10 5 20 0,0 0-37 0,7-7-79 0,-7 7-76 16,0 0-68-16,0 0-82 0,10-5-55 0,-10 5-217 15,0 0-50-15,11 3 0 0,-11-3 0 0,11 8 0 16,-1-2 0-16,-2 1 0 0,2 1 0 0,2 2 0 16,-1 0 0-16,0 0 0 0,3 2 0 0,-3 0 0 15,2-2 0-15,-2 1 0 0,-1 0 0 0,1 1 0 16,-2-1 0-16,1-2 0 0,-1 2 0 0,-2-4 0 15,-1 0 0-15,1 0 0 0,-7-7 0 0,11 11 0 16,-11-11 0-16,7 10 0 0,-7-10 0 0,7 6 0 16,-7-6-22-16,0 0-64 0,0 0 33 0,13 2-31 15,-13-2 17-15,0 0-34 0,8-12 29 0,-4 4 3 0,0-1-10 16,1 0 6-16,0-2 16 0,2-1-4 0,0-1 15 16,-1 1 14-16,1-1 1 0,-2 1 10 0,3 1-5 15,-3 2 11-15,1-1 10 0,-1 2-4 0,0 0-21 16,1 0 40-16,-6 8-23 0,9-10 28 0,-9 10-28 15,7-11 35-15,-7 11-33 0,11-7 28 0,-11 7-25 16,14-3 32-16,-14 3-31 0,16-2 29 0,-16 2-29 16,20 1 32-16,-20-1-35 0,24 1 34 0,-11 0-11 0,0 0 0 15,0-1-1-15,1 1-3 0,-1-1 3 0,0 1-8 16,1-1-2-16,-2-1-1 0,-12 1 4 0,24-1 3 16,-24 1-6-16,21-3-3 0,-21 3-3 0,15-3 1 15,-15 3 3-15,12-8-5 0,-12 8 0 0,6-8 0 16,-6 8-2-16,0 0-23 0,-1-14 31 0,1 14-33 15,-5-8 38-15,5 8-32 0,-12-9 37 0,12 9-34 16,-16-3 33-16,16 3-29 0,-19 0 31 0,19 0-27 0,-22 3 29 16,12 0-31-16,1 3 31 0,-2-2 4 15,2 3 6-15,2 1-7 0,0-1 3 0,0 1-1 16,3 2 1-16,1-2 4 0,3-8-9 0,-4 18 1 0,4-18-4 16,3 19-3-16,1-8-5 0,0-3-66 0,4 2-78 15,0-2-89-15,3 0-97 0,1-1-79 0,1 0-53 16,1-1-52-16,0-1-1 0,-1 0 0 0,1-3-52 15,0 1 31-15,1-1-452 0,-2-1-581 0</inkml:trace>
  <inkml:trace contextRef="#ctx0" brushRef="#br0" timeOffset="365247.1504">32515 5540 175 0,'3'-11'573'0,"-1"0"-83"0,-2 11-3 16,3-21 10-16,-3 21-15 0,1-21 13 0,-1 21-2 16,1-20 19-16,-1 20-26 0,0-17-12 15,0 17-40-15,0-14-96 0,0 14-34 0,0 0-81 0,2-14 8 16,-2 14-32-16,0 0 18 0,0 0-52 0,14 8 15 15,-8-1-56-15,1 3 10 0,0 2-51 0,3 1 14 16,0 5-46-16,0 1 27 0,2 0-54 0,-1 0 17 16,0 4-29-16,1-3 23 0,-2 0-36 0,-1 1 36 15,1-2-46-15,-2 1 31 0,-1-2-36 0,-2-3 31 16,-1-1-35-16,0 0 36 0,-3-3-34 0,0 0 35 16,-1-11-24-16,-1 19 34 0,1-19-27 0,-6 12 0 0,6-12 0 15,-8 7 0-15,8-7 0 0,0 0 0 16,-17-1 0-16,17 1 0 0,-9-7 0 0,9 7 0 15,-2-16 0-15,3 5 0 0,3-3 0 0,3-1 0 0,1-4 0 16,4-4 0-16,4 1 0 0,0-1 0 0,1 1 0 16,3 1 0-16,-2 1 0 0,2 2 0 0,-2 1-471 15,0 2-162-15,-2 2-87 0,1 2-99 0,-4 3-934 16,1-1-1441-16</inkml:trace>
  <inkml:trace contextRef="#ctx0" brushRef="#br0" timeOffset="367713.6099">27339 6173 352 0,'0'0'388'0,"0"0"-38"16,-14 0-50-16,14 0-40 0,0 0-30 15,0 0-26-15,-17-1-19 0,17 1-18 0,0 0-17 0,0 0 1 16,0 0-14-16,-16 0-13 0,16 0-3 16,0 0 0-16,0 0-2 0,0 0-10 0,0 0-6 15,-13 1-10-15,13-1-14 0,0 0-15 0,0 0-8 16,0 0-4-16,0 0-5 0,-10 5 0 0,10-5 4 0,0 0-10 16,0 0-9-16,0 0-2 0,-2 11 15 15,2-11 25-15,0 0-8 0,6 8 0 0,-6-8 5 16,6 7 13-16,-6-7 17 0,11 7 7 0,-11-7-2 15,23 6 5-15,-8-4-10 0,5 0-13 0,1-1-9 0,10-1-1 16,5-3-13-16,4 1-6 0,8-1-6 16,3-1-2-16,1-1-15 0,2 1-8 0,4-3 0 15,-1 2 14-15,4 0-30 0,8-1 23 0,-7 0-26 16,-3 1 15-16,2-1-17 0,-1 4 10 0,-4-4-10 16,2 2 12-16,-3 1-18 0,-2-1 25 0,0 0-23 15,-3 1 25-15,-1-1-8 0,-3 1 31 0,-3 0-15 0,-4 0 20 16,2 0-29-16,-1 1 29 0,-1-1-36 0,0 0 32 15,0 1-33-15,2-3 31 0,5 1-36 16,1 1 40-16,-1-2-34 0,2 2 30 0,0-2-43 0,0 0 36 16,1-1-39-16,0 1 31 0,0 0-43 0,0-1 40 15,1 2-38-15,-2-2 32 0,1 1-36 0,-1-1 33 16,-3 2-35-16,-5 0 35 0,-1 1-35 0,-1 0 33 16,-1 1-5-16,-1-1-2 0,0 0 1 0,-2 0-5 15,-2 2 2-15,-1 0-7 0,-2-2 5 0,1 1-4 16,-1 1 0-16,1-2 4 0,-2 1-2 0,1 1-5 15,0-1 2-15,-1-1 3 0,2 1-2 0,-1 0 0 16,1-1 1-16,-1 2 1 0,1-3 0 0,0 2 3 16,4-2 3-16,-4 2-2 0,4-2-3 0,-3 3 0 15,-1-2 1-15,-1 2-6 0,0-2 2 0,1 2-2 16,-2-1 4-16,1 0-4 0,-2 1 4 0,0 0 4 16,1 0-6-16,0-1-3 0,0 1 28 0,-1 0-37 15,0 0 39-15,0 1-40 0,1 0 34 0,-1-1-31 16,0 0 30-16,0 0-37 0,1 0 33 0,-1 1-35 15,1-1 37-15,0 1-33 0,-1-2 30 0,0 1-34 16,1 0 39-16,-2-1-43 0,2 2 40 0,-1-1-40 16,-1 1 38-16,-2-1-36 0,0 1 35 0,-1 0-36 15,3-2 40-15,0 2-40 0,-2-1 38 0,-1 1-37 0,0 0 36 16,0-1-38-16,1 1 40 0,0-1 0 0,-2 1-11 16,2 0 5-16,-1 0-9 0,1-1 5 15,-1 1-9-15,0 0 15 0,1 0-18 0,-1 0 3 0,-1-1 1 16,1 1-2-16,1 0 1 0,-1 1 0 0,-2-1-1 15,2 0 0-15,-1 0-2 0,0 0 1 0,-2 1 1 16,2-1-1-16,0 1 4 0,-2 0-4 0,1 0-1 16,0 1 2-16,-2-1 0 0,2 0 6 0,-1 1-9 15,-1 0 13-15,0-1-14 0,0 0 5 0,0 2 0 16,0-1-2-16,-2-1 3 0,2 1-2 0,-1 1-1 16,0-2 6-16,-1 2-6 0,-1-1 3 0,2 0-1 0,-2-2 1 15,1 3 2-15,-1-1-1 0,2-1 2 16,-2 0-1-16,2 1 0 0,-2-1 6 0,0 0 3 0,-1-1 12 15,2 1 12-15,-3-1 2 0,3 0-4 0,1 2-3 16,-3-1 0-16,2-1-10 0,-3 2-3 0,3-2 0 16,0 0-4-16,-1 1 4 0,1-1-9 0,-1 0 1 15,0 0-3-15,3 1 3 0,-1 0 3 0,0-1-2 16,2 0 3-16,-1 1 3 0,1-1-4 0,1 2 4 0,-1-2-2 16,1 1-2-16,0-1-1 0,-1 0 0 15,1 0 2-15,-1 1-6 0,-1-1 2 0,1 0 0 16,0 0-2-16,-2 0 5 0,0-1-7 0,0 1 1 0,0-1-5 15,-3 1 1-15,2 0 7 0,-1 0-10 0,-1 0-1 16,-1 0 1-16,1 0-2 0,-2 0 1 0,2-2 1 16,-1 2 29-16,-14 0-40 0,25 0 33 0,-25 0-33 15,24 0 2-15,-24 0 31 0,22 0-39 0,-22 0 36 16,22 0-39-16,-22 0 33 0,21 0-45 0,-21 0 21 16,18 2-52-16,-18-2 24 0,15 0-58 0,-15 0 30 15,14 0-69-15,-14 0 37 0,12 0-82 0,-12 0-14 0,0 0 32 16,13 0-97-16,-13 0 34 0,0 0-81 15,0 0 34-15,0 0-49 0,0 0-68 0,0 0-19 16,0 0-12-16,-13 1-59 0,13-1-477 0,-23 0-542 0</inkml:trace>
  <inkml:trace contextRef="#ctx0" brushRef="#br0" timeOffset="368526.9159">28719 6454 819 0,'-14'-9'707'0,"3"0"-105"0,1 1-66 16,0-2 2-16,0 3-22 0,1 0-42 15,2 1-14-15,-1 0-63 0,8 6-62 0,-11-10-58 16,11 10-59-16,-12-7-43 0,12 7-30 0,0 0-14 0,0 0 20 16,-13 3 3-16,13-3-9 0,-5 13-17 0,2-5-2 15,1 4-21-15,2 0-16 0,2 3-49 16,0 1 40-16,0 2-53 0,0 0 43 0,4 2-62 15,-1 0 41-15,1 1-50 0,2-1 46 0,-1 0-52 16,1-1 3-16,1 0-1 0,2-1 1 0,-3-2-1 0,1 0-2 16,1 2-13-16,-2-6-49 0,-1-1-52 0,0-1-50 15,-1-1-50-15,0-1-32 0,-1-1-19 0,-5-7-53 16,9 10-34-16,-9-10-70 0,8 5-14 0,-8-5-4 16,0 0-56-16,12-3-28 0,-12 3-46 15,10-12-296-15,-4 4-426 0</inkml:trace>
  <inkml:trace contextRef="#ctx0" brushRef="#br0" timeOffset="368748.5811">28884 6559 644 0,'11'-25'605'0,"1"0"-40"16,-2-3-17-16,0 2-2 0,0 0 5 16,-1 4 14-16,-3 1 47 0,2 2-51 0,-2 5 39 15,-1 0-121-15,0 0-71 0,-1 3-78 0,-1 2-68 16,-3 9-60-16,6-13-22 0,-6 13 5 0,0 0 43 0,0 0-108 16,15 8-120-16,-10 2 0 0,1 2 0 0,0 5 0 15,2 1 0-15,0 3 0 0,0 4 0 0,2 3 0 16,1-2 0-16,-2 2 0 0,2 1 0 15,1-1 0-15,0 0 0 0,-1 0 0 0,2 0 0 16,-1-1 0-16,1-2 0 0,0 1 0 0,0-2 0 0,-3-4 0 16,0-2-399-16,0-2-125 0,-2-4-61 0,0 1-70 15,-2-3-9-15,-2 0-90 0,-4-10-709 0,6 9-1083 16</inkml:trace>
  <inkml:trace contextRef="#ctx0" brushRef="#br0" timeOffset="369323.5342">28954 6697 1226 0,'-15'-5'776'0,"2"1"-132"0,1 0-70 16,2-1-48-16,-1 3 0 0,2-2-78 0,9 4 12 15,-19-6-87-15,19 6-16 0,-13-6-103 0,13 6-21 16,-12-2-83-16,12 2-5 0,0 0-65 16,-9-5 24-16,9 5-61 0,0 0 28 0,14 0-49 0,-14 0 32 15,29 0-46-15,-8 0 15 0,7 0-75 0,3 0 7 16,7 1-78-16,3-1 34 0,0 0-69 0,2 0 11 15,9-1-26-15,-2 0 35 0,0 1 18 0,0 0 29 16,-8-3 7-16,0 1 16 0,-3 1 14 0,-4-3 13 16,-6 3 20-16,-3-2 2 0,-3-1 10 0,-4 1 10 15,-2-2 35-15,-3 0-13 0,-1 0 36 16,-3-3 4-16,-2 2 10 0,-1-1 4 0,-7 7 11 0,6-14-5 16,-6 14 4-16,-1-13 5 0,1 13-1 0,-5-10-1 15,5 10 12-15,-10-12 2 0,10 12-10 0,-9-9-17 16,9 9-14-16,-11-7-15 0,11 7-5 0,0 0-8 15,-19 1 5-15,19-1 21 0,-15 9 2 0,8-3-8 16,1 1-6-16,0 3-41 0,1-2 37 0,1 4-48 16,0-1 40-16,2 0-44 0,2 0 41 0,1 1-42 15,1 0 39-15,2 0-42 0,1 0 43 0,2-1-44 16,0 1 2-16,2-3 9 0,2 1-3 0,-2-4 4 16,1 1 3-16,1 0 3 0,-1-2-1 0,-1-2 4 15,1 0 7-15,-10-3 23 0,17 4 11 0,-17-4 1 0,14 1 1 16,-14-1-2-16,12-4-4 0,-12 4 1 15,8-8-11-15,-8 8 67 0,7-15-94 0,-7 15 68 16,3-19-81-16,-3 19 76 0,-2-22-92 0,1 10 71 16,-1 2-69-16,1-2 36 0,1 12-18 0,-4-19 0 0,4 19 0 15,-2-15 0-15,2 15 0 0,-2-12 0 0,2 12 0 16,0 0 0-16,2-11 0 0,-2 11 0 16,0 0 0-16,0 0 0 0,19 2 0 0,-10 3 0 0,3-1 0 15,2 3 0-15,2 0 0 0,0-2-25 0,6 5-148 16,-3-2-53-16,0 1-133 0,1 0-74 0,-1 1-69 15,1-2-61-15,1 2-70 0,-1-3-200 0,-1 1-580 16,-3-2-1017-16</inkml:trace>
  <inkml:trace contextRef="#ctx0" brushRef="#br0" timeOffset="369673.8182">30097 6642 405 0,'-5'-13'965'0,"0"3"-190"0,0 0-98 16,0 1-2-16,-1-1-45 0,2 2-48 0,-1-1-57 15,5 9-49-15,-7-13-65 0,7 13-91 0,-6-12-76 16,6 12-43-16,0 0-41 0,0 0-22 0,0 0-10 16,0 0-7-16,14 3-21 0,-5 3-12 0,3 3-67 15,-1 0 38-15,3 2-65 0,-2 0 51 0,3 1-59 16,-3 1 49-16,1 0-56 0,-1-2 55 0,-2 0-58 0,0-1 53 16,-1 1-51-16,-1-1 53 0,-1-1-57 15,-1-3 59-15,-6-6-61 0,10 13 62 0,-10-13-59 16,7 11 56-16,-7-11-54 0,0 0 56 0,3 8-55 15,-3-8 58-15,0 0-54 0,0 0 56 0,0 0-58 0,0 0 53 16,0 0-56-16,-5-10 55 0,5 10-61 0,-1-15 58 16,1 15-68-16,2-24 40 0,1 10-17 15,-1 1-11-15,3-4-13 0,-1 1-32 0,4-1-23 0,-1-1-6 16,0 0-42-16,3 2-64 0,1-1-42 0,1 0-31 16,1 3-47-16,0 0-76 0,0 3-48 15,0 0-81-15,0 3-27 0,1 0-156 0,-2 1-419 16,2 2-749-16</inkml:trace>
  <inkml:trace contextRef="#ctx0" brushRef="#br0" timeOffset="371591.3162">30681 6356 714 0,'2'-14'824'0,"-2"1"-115"0,1 1-44 0,-2-1-38 0,0-1 19 16,0 2-24-16,-1-5-57 0,0 4-51 0,1 0 67 15,-1 2-146-15,0 0-71 0,2 11-78 0,-2-17-67 16,2 17-54-16,-2-10-36 0,2 10-20 0,0 0-92 15,0 0-17-15,4 15 0 0,-1-5 0 0,2 7 0 16,1 2 0-16,3 3 0 0,0 5 0 0,0 0 0 16,3 3 0-16,-1-2 0 0,-1 2 0 0,2-2 0 15,1 6 0-15,0-4 0 0,-1-2 0 0,-1 0 0 16,1-1 0-16,-1-2 0 0,-1 0 0 0,-1-4 0 16,-1 0 0-16,-2-2 0 0,0-3 0 0,0-2 0 15,0-2 0-15,-3-1 0 0,1-1 0 0,-4-10 0 0,5 18 0 16,-5-18 0-16,2 10 0 0,-2-10 0 15,0 0 0-15,-7 9 0 0,7-9 0 0,-13-2 0 16,13 2 0-16,-19-7 0 0,5 3 0 0,2-2 0 16,-3-3 0-16,0 3 0 0,0-1 0 0,-2-1 0 0,1 2 0 15,-2-1 0-15,-1 2 0 0,0 2 0 16,0-2 0-16,-2 4 0 0,1 0 0 0,0 1 0 16,0 2 0-16,2 1 0 0,0 0 0 0,2 3 0 0,1-4 0 15,2 5 0-15,1 0 0 0,3 0 0 0,3-1 0 16,6-6 0-16,-7 15 0 0,7-15 0 0,3 12 0 15,2-5 0-15,3-1 0 0,5 0 0 0,1-2 0 16,3 0 0-16,2 1 0 0,2-3 0 0,0 1 0 16,2-2 0-16,3-1 0 0,-2 0 0 0,2 0 0 15,-1-3 0-15,0 1-12 0,-2-1-61 0,0-1 60 16,-1-2-46-16,-3 0 72 0,0-1-55 0,0-2 60 16,-3-1 2-16,1-1 0 0,-5 1-17 0,1-3 10 15,-1 3 3-15,-2-2 10 0,1 3-4 0,-3-2 26 16,-1 1-48-16,0 2 0 0,-1 0 0 0,0 1 0 15,-6 7 0-15,8-12 0 0,-8 12 0 0,7-10 0 16,-7 10 0-16,6-8 0 0,-6 8 0 0,0 0 0 16,0 0 0-16,0 0 0 0,0 0 0 0,14 3 0 15,-14-3 0-15,6 11 0 0,-6-11 0 0,7 13 0 16,-7-13 0-16,8 15 0 0,-8-15 0 0,9 16 0 0,-4-8 0 16,0 0 0-16,1-1 0 0,-6-7 0 15,10 15 0-15,-4-8 0 0,-6-7 0 0,12 11 0 16,-12-11 0-16,12 11 0 0,-12-11 0 0,11 7-53 15,-11-7 42-15,11 2-72 0,-11-2 63 0,0 0-53 0,17-1 52 16,-17 1 4-16,11-6-3 0,-11 6 5 16,10-13-3-16,-10 13 2 0,9-17 9 0,-5 9 8 15,-1 0-15-15,-3 8 6 0,7-16 3 0,-7 16 3 16,6-14-3-16,-6 14 2 0,6-12 2 0,-6 12-11 0,4-9-4 16,-4 9-1-16,0 0 2 0,7-9 7 0,-7 9 5 15,0 0 12-15,0 0 6 0,18 1-1 16,-18-1 5-16,12 4 2 0,-12-4-2 0,15 8-3 0,-5-3 8 15,-1-2-7-15,5 2 2 0,-1 0-6 0,2 1-3 16,1-3 4-16,2 2-12 0,0-1 7 0,1 0 1 16,0-2-7-16,1 0 1 0,0 1 0 0,0-2-2 15,-1 0 11-15,0-2-5 0,-4 1-2 0,0-1 10 16,1-2 15-16,0 1 40 0,-4-2 1 16,0-1-71-16,0-2-1 0,-3 0 0 0,-1-3 0 0,0-1 0 0,-3-1 0 15,-2-3 0-15,0 2 0 0,-2-1 0 16,-2 0 0-16,0-3 0 0,-2 2 0 0,0 0 0 15,-1 1 0-15,-2 1 0 0,1 1 0 0,-1 4 0 0,0-1 0 16,0 2-99-16,-3 3-85 0,9 4-61 16,-16-4 17-16,16 4-39 0,-15 1 21 0,15-1-48 0,-13 10 2 15,13-10-28-15,-8 14-20 0,8-14-9 0,-2 18-7 16,4-8-33-16,2 0 62 0,2 2-11 0,3-2 68 16,3 1 0-16,3-1 43 0,4 2 16 0,0-4 29 15,4 0 28-15,1-1 47 0,0-1 47 0,-1-2 55 16,2 1 44-16,-4-3 45 0,0-1 62 0,-1 1 77 15,-1-2 47-15,-2-2 40 0,0 0 44 0,-1 0 29 16,-2 0-9-16,0-2 16 0,-2-1-15 0,-3 0-26 0,0-2-29 16,1 0-47-16,-4 0 15 0,0-1-64 0,-1-1 13 15,-2 1-66-15,-3 8 2 0,2-15-57 0,-2 15 8 16,-3-13-62-16,3 13 14 0,-7-11-36 0,7 11 18 16,-11-5-45-16,11 5 37 0,-16 0-44 0,16 0 25 15,-19 7-31-15,8-3 36 0,0 4-43 0,1 0 38 0,-1 0-28 16,2 3-5-16,0-1-1 0,1 2 3 15,2-1 5-15,2-1-5 0,1 1 4 0,0-2 7 16,3-9-12-16,0 21 4 0,0-21-6 0,4 18 5 16,0-8 7-16,2-3-5 0,0 1 9 0,3-1-12 15,0-1-4-15,-1 1-22 0,3-5-10 0,-1 3-6 0,0-3 8 16,-10-2 7-16,20 3 11 0,-20-3 7 16,17 2-5-16,-17-2 7 0,15-5 1 0,-15 5 2 15,12-7 36-15,-12 7-44 0,12-12 38 0,-12 12-31 0,7-16 35 16,-7 16-44-16,4-19 31 0,-4 19-34 0,3-17 41 15,-3 17-39-15,1-15 31 0,-1 15-31 0,0-14 35 16,0 14-34-16,0 0 24 0,1-14-41 0,-1 14 32 16,0 0-40-16,0 0 44 0,1-12-31 0,-1 12 31 0,0 0-32 15,0 0 36-15,0 0-30 0,10 7-16 16,-10-7-76-16,9 6 1 0,-9-6-97 0,13 9-20 16,-13-9-80-16,17 7-29 0,-6-4-47 0,0 1-31 0,0 0-26 15,0-1-13-15,1 0 60 0,1 0 20 0,1-1 28 16,-2 0 35-16,-1-1 57 0,-11-1 41 0,20 2 37 15,-20-2 62-15,13-2 55 0,-13 2 47 0,11-4 58 16,-11 4 46-16,8-7 40 0,-8 7 37 0,5-14 42 16,-5 14-2-16,3-16 39 0,-3 16 7 0,2-20 0 0,-2 20 11 15,2-22 20-15,1 10 28 0,-3 12 20 16,2-19 16-16,-2 19-3 0,3-16-14 0,-3 16-74 0,2-13-17 16,-2 13-68-16,0 0 46 0,9-10-27 15,-9 10 18-15,14 5-33 0,-14-5-23 0,15 9-22 0,-6-2-133 16,1 2 0-16,-1 1 0 0,0 2 0 0,2 1 0 15,0 1 0-15,0 2 0 0,2 0 0 0,-3-2 0 16,2 3 0-16,1-2 0 0,-2 1 0 0,0-1 0 16,-2-1 0-16,-1 0 0 0,0-3 0 0,-1 1 0 15,-2-2 0-15,-1 1 0 0,-1-3 0 0,-3-8 0 0,4 15 0 16,-4-15 0-16,-1 12 0 0,1-12 0 0,0 0 0 16,-7 10 0-16,7-10 0 0,0 0 0 15,-14 0 0-15,14 0 0 0,-9-6 0 0,9 6 0 0,-6-9 0 16,6 9 0-16,1-15 0 0,-1 15 0 0,5-18 0 15,-1 9 0-15,2 0 0 0,3 0 0 0,-1 0 0 16,1-1 0-16,3 1 0 0,-1 1 0 0,1 0 0 16,2 1 0-16,1-1 0 0,0 1 0 0,1 0 0 15,3 0 0-15,-2-1 0 0,-1 2 0 0,3-2 0 0,-2 1 0 16,0-1 0-16,0 1 0 0,1-1 0 16,-1-3 0-16,0 2 0 0,0 0 0 0,-4-2 0 0,-2 1 0 15,2-2 0-15,-3 1 0 0,-2-2 0 16,2 1 0-16,-3 0 0 0,-2 1 0 0,-2 0 0 0,-1 1 0 15,-2 10 0-15,1-17 0 0,-1 17 0 0,-4-14 0 16,4 14 0-16,-10-5 0 0,10 5 0 0,-18 3 0 16,8-1 0-16,-4 6 0 0,2 1 0 0,-3 4 0 15,-1 1 0-15,2 2 0 0,-1 1 0 0,3 1 0 16,0 1 0-16,3 0 0 0,3 1 0 0,3 0 0 0,2-4 0 16,5 1 0-16,4 2 0 0,5 1 0 15,4-1 0-15,6-2 0 0,2 0 0 0,8-1 0 16,3-3 0-16,3-2 0 0,5-1 0 0,-7-6 0 0,2 0 0 15,1-3 0-15,-2-1 0 0,-1-3 0 0,-3-1-856 16,-2-4-364-16,-6-4-708 0,-2-2-1658 0</inkml:trace>
  <inkml:trace contextRef="#ctx0" brushRef="#br0" timeOffset="373675.5919">25678 898 68 0,'-12'-27'798'16,"1"2"-183"-16,2-2-31 0,-3 4-68 0,2 3-44 15,3 2-85-15,-3-1 60 0,4 6-135 0,-1 1 5 16,3 0-131-16,-1 4 29 0,5 8-115 0,-6-11 61 0,6 11-58 16,0 0 125-16,0 0-79 0,4 17 38 0,5 2-37 15,1 8 25-15,5 9-69 0,0 2 13 16,1 6-59-16,4 9 31 0,0 0-59 0,3-2 32 16,-2-1-53-16,3-2 5 0,0-10-7 0,1-3 6 0,4-4 70 15,3-4 19-15,4-3-5 0,8-7 59 0,4-8-32 16,8-4 29-16,7-7-40 0</inkml:trace>
  <inkml:trace contextRef="#ctx0" brushRef="#br0" timeOffset="377717.7815">25627 866 486 0,'0'0'401'0,"0"0"-36"16,-1-17-32-16,1 17-6 0,0 0-29 0,-3-15-20 15,3 15-26-15,-4-8-27 0,4 8-17 0,-5-9-27 16,5 9-33-16,0 0-27 0,-4-9-23 0,4 9-19 16,0 0-20-16,0 0-2 0,0 0 0 0,-7-7 17 15,7 7-2-15,0 0 3 0,0 0 2 0,-3 13 7 16,3-13 8-16,2 13 0 0,-2-13 32 0,3 22 13 16,-1-8-30-16,1 0-15 0,1 4-6 0,-1 0 2 15,1-1-85-15,-1 5 83 0,-1 2-84 0,4-1 73 16,-2 2-84-16,0-1 82 0,2 1-79 0,-2-2 72 15,1 1-75-15,1 0 68 0,-2-2-67 0,4 0 84 16,-1-3-26-16,1-2 42 0,1 0 44 0,5-1 28 16,-1-4 34-16,4-2 19 0,2-3-8 0,4-2-5 15,3-2-2-15,2-7 13 0,5 0-20 16,8-5-26-16,2-3-31 0,-1-3-7 0,2-3-25 0,4-7-16 16,4-5-18-16,-3 1-50 0,-2-6-22 0,3-1 0 15,3-8 0-15,-5 2 0 0,-3-3-56 0,4 1-82 16,-6 1-76-16,-2 1 3 0,-5 1-94 0,1 3-1 15,-7 5-134-15,-3 3-59 0,-2 1-115 0,-1 4-51 16,-2 5-100-16,-3-2-491 0,2 6-865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7-25T09:58:46.1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2146 1014 253 0,'0'-13'625'0,"0"0"-68"0,0 13-5 0,-1-22-37 16,-1 9-5-16,1 2-8 0,-2-4-25 0,0 1-38 0,-1 0-42 16,2-1-35-16,-1 1-21 0,0 2-9 0,-2 0-73 15,2 2 30-15,0 1-63 0,-3-1 5 0,6 10-60 16,-4-16-18-16,4 16-59 0,-5-11 4 16,5 11-32-16,0 0-15 0,0 0-19 0,0 0 25 0,-12 4-29 15,9 4 22-15,1 4-24 0,-3 5 24 0,2 1 16 16,1 4 9-16,-2 3-4 0,2 6-29 0,-1 3 8 15,0 0-27-15,0 2 6 0,3 2-28 0,-2 1 2 16,4-1-16-16,-2 6 19 0,3 0 15 0,0 1-7 16,1-1-24-16,1-1 22 0,0-1-11 0,0 0 13 15,1-7-21-15,0-1 29 0,-1-2-30 0,0-1 20 16,-1-1-17-16,2-5 27 0,-3-2-36 0,0-2 22 16,1-3-30-16,-2-2 32 0,0-1-16 0,0-3 36 15,-1 0-36-15,1-2 13 0,-2-10-7 0,2 18 0 16,-2-18 0-16,1 14 0 0,-1-14 0 0,0 0 0 15,1 17 0-15,-1-17 0 0,0 0 0 0,2 12 0 16,-2-12 0-16,0 0 0 0,0 0 0 0,3 12 0 16,-3-12 0-16,0 0 0 0,0 0 0 0,0 0 0 15,3 8 0-15,-3-8 0 0,0 0 0 0,12 1 0 16,-12-1 0-16,22-2 0 0,-5-1 0 0,5 0 0 16,4-3 0-16,6 0 0 0,2-1 0 0,2-1 0 15,8 0 0-15,-2 0 0 0,0 1 0 0,-4 2 0 0,-2-1 0 16,-1 0 0-16,-1 1 0 0,-5 2 0 0,-2-2 0 15,-1 3 0-15,-4-2 0 0,-2 2-249 0,-2 0-2 16,-3 0-81-16,-2 0 26 0,1-1-152 0,-3 0-77 16,-1-2-150-16,-2 2-104 0,-8 3-667 0,14-11-1073 15</inkml:trace>
  <inkml:trace contextRef="#ctx0" brushRef="#br0" timeOffset="189.0113">3051 1500 175 0,'0'0'584'0,"-11"-6"-138"0,11 6-129 16,-12-5-20-16,12 5-92 0,-12-6-69 0,12 6-62 16,-11-6-74-16,11 6-90 0,-12-6-112 0,12 6-130 15,-9-2-172-15,9 2-1 0</inkml:trace>
  <inkml:trace contextRef="#ctx0" brushRef="#br0" timeOffset="1447.7914">3294 1461 249 0,'0'0'954'0,"0"0"-296"0,-2-12-18 0,2 12-120 0,-7-9 28 15,7 9-84-15,-15-13 21 0,5 6-124 0,1 0 31 16,-5 0-79-16,0-1-12 0,-2 2-91 0,0 1 27 16,-2-1-80-16,0 2 9 0,1 1-63 0,-2 2 23 15,0 2-54-15,0 1 26 0,-1 2-25 0,0 4 28 16,0 3 13-16,-2 3 4 0,3 5 27 0,0 0-27 16,3 1 14-16,2 3-2 0,3-1-32 0,3 0-16 15,2 0-56-15,3 0-26 0,3-3 0 0,2 3 0 16,5 0 0-16,1-1 0 0,2-1 0 0,6 1 0 15,1-2 0-15,4-1 0 0,2-4 0 0,-1-1 0 16,0-2 0-16,-1-2 0 0,1-4 0 0,0 2 0 16,-2-3 0-16,-2-2 0 0,2-1 0 0,-2-1 0 15,-1-2 0-15,0-1 0 0,-3-3 0 0,0-2 0 16,-2-1 0-16,0-4-12 0,-1-4 16 0,-2-1-21 0,-2-2 3 16,-2-2 6-16,-2-1-5 0,0-1 9 0,-1 0-10 15,-2 1 14-15,-1 2 10 0,-1 2 23 0,0 0 2 16,-2 1-35-16,1 1 0 0,0 1 0 15,-1 2 0-15,0 2 0 0,1 1 0 0,0 1 0 0,3 10 0 16,-6-11 0-16,6 11 0 0,0 0 0 0,0 0 0 16,-13 3 0-16,13-3 0 0,-3 13 0 0,3-13 0 15,3 21 0-15,1-7 0 0,3-1 0 0,2 1 0 16,2 2 0-16,3-1 0 0,1 0 0 0,3 0 0 16,2-1 0-16,2 1 0 0,-2-5 0 0,0 2 0 15,0-4 0-15,1 1 0 0,-4-4 0 0,1 1 0 16,0-2 0-16,-1-1 0 0,-3-3 0 0,1 0 0 15,-3-3 0-15,2 2 0 0,-2-6 0 0,1-2 0 16,-4-2 0-16,1 0 0 0,-2-3 0 0,0 1 0 16,-1-2 0-16,-1 3 0 0,-1-1 0 0,-1 4 0 15,0-1 0-15,-1 0 0 0,-3 10 0 0,3-16 0 16,-3 16 0-16,4-13 0 0,-4 13 0 0,2-11 0 16,-2 11 0-16,0 0 0 0,3-8 0 0,-3 8 0 0,0 0 0 15,0 0 0-15,11 5 0 0,-11-5 0 16,11 10 0-16,-4-3 0 0,1-2 0 0,3 4 0 15,0-1 0-15,1 0 0 0,2 1 0 0,-1-1 0 0,2-1 0 16,0 0 0-16,1-1 0 0,0 0 0 0,1-1 0 16,-1 0 0-16,1-1 0 0,-1-1 0 15,1-1 0-15,-4 0 0 0,1-1 0 0,-2-2 0 0,1-1 0 16,-2-1 0-16,0-1 0 0,2-5 0 0,-1-1 0 16,-3-2 0-16,1-4 0 0,-3 0 0 0,-1-1 0 15,-1 1 0-15,-1-1 0 0,-1-1 0 0,-1 0 0 16,-1 2 0-16,0 0 0 0,-1 3 0 0,-1 0 0 15,1 13 0-15,0-23 0 0,0 23 0 0,0-15 0 16,0 15 0-16,0-12 0 0,0 12 0 0,0 0 0 16,0 0 0-16,0 0 0 0,11 7 0 0,-6 5 0 15,2 3 0-15,3 5 0 0,1 6 0 0,4 8 0 16,-2 3 0-16,4 5 0 0,-1 2 0 0,4 9 0 16,0 2 0-16,1 2 0 0,1 4 0 0,-1-2 0 0,0 1 0 15,-1-1 0-15,-2 0 0 0,-2-1 0 0,-2-2 0 16,-3-8 0-16,-3-2 0 0,-2-2 0 15,-2-8 0-15,-4-1 0 0,-1-7 0 0,-2-2 0 0,-2-2 0 16,-2-3 0-16,-4-2 0 0,0-3 0 0,-3-4 0 16,-2-4 0-16,-3-3 0 0,0-4 0 15,-6-4 0-15,-4-6 0 0,0-3 0 0,-3-5 0 0,2-6-41 16,2-1-88-16,4-1 9 0,4-2 6 0,5 0-18 16,5 0 47-16,2-1 11 0,4-1 14 0,2 1 9 15,3 1 36-15,3-5-20 0,4 1 24 0,4-4-18 16,6 0 34-16,3-1-29 0,1 1 37 0,10-6-36 15,4 3 32-15,0 2-35 0,-3 7 36 0,8-5-38 16,-6 8 39-16,1-2-41 0,1 2 31 0,0 0-41 0,-2 2 29 16,-1 0-41-16,0 2 49 0,-2 1-32 15,-4 0 41-15,-3 2-33 0,-3 1 4 0,-3 1 52 0,-4 2-13 16,-1 0 60-16,-1-1-30 0,-3 2 56 0,-3-1-18 16,-2 0 17-16,-1 1-28 0,-2 3 3 15,-2-1 3-15,-3 1-15 0,0 1 36 0,-1 1-8 0,-2 1-18 16,-2 2-19-16,-1 1-11 0,9 5-10 0,-20-3-16 15,6 4-18-15,2 4 0 0,-3 0 0 0,1 4 0 16,2 2 0-16,-2 2 0 0,2 0 0 0,1 3 0 16,2 0 0-16,2 3 0 0,3-2 0 0,2-1 0 0,3 1 0 15,3 1 0-15,4 1 0 0,6-1 0 16,1 1 0-16,5 0 0 0,3-3 0 0,3-1 0 16,3-2 0-16,0-1 0 0,1-2-185 0,1-2-427 0,0-1-97 15,-4-2-115-15,1-2-105 0,-2 1-633 0,0-3-1207 16</inkml:trace>
  <inkml:trace contextRef="#ctx0" brushRef="#br0" timeOffset="1989.6092">5185 1473 1305 0,'-3'-10'993'0,"0"-2"-177"0,-1 2 48 16,4 10-80-16,-5-17-31 0,5 17-120 0,-4-16-82 15,4 16-83-15,-3-14-74 0,3 14-78 16,0 0-60-16,1-17-198 0,-1 17-58 0,9-4 0 0,-9 4 0 15,20 1 0-15,-6 2 0 0,3 3 0 0,3 3 0 16,4 4 0-16,2 1 0 0,-2 3 0 0,4 3 0 16,-6-2 0-16,3 4 0 0,-4 1 0 0,-5-2 0 15,2 0 0-15,-2 1 0 0,-4-3 0 0,-1-1 0 16,1 0 0-16,-5 0 0 0,-3-3 0 0,0-2 0 16,-3-1 0-16,1 0 0 0,-2-12 0 0,-3 19 0 15,3-19 0-15,-8 13 0 0,8-13 0 0,-13 6 0 0,13-6 0 16,-14 2 0-16,14-2 0 0,-16-4 0 0,16 4 0 15,-13-12 0-15,8 4 0 0,1-2 0 0,2-2 0 16,-2 1 0-16,4-1 0 0,2-1 0 0,0-1 0 16,2 0-35-16,2-3 0 0,4 1 2 0,2-1 8 15,0 0 5-15,3 2 3 0,2-3-4 0,3 1-2 16,-2 4 0-16,3-3 0 0,0 0 8 0,0 0 0 16,0 2 7-16,-2 1-3 0,3-1 2 0,-3 1 5 0,-1 1 2 15,-1 0 2-15,0 1 21 0,-2-1-22 16,0-1 10-16,-1 3 1 0,-3-1 14 0,1 0 41 15,-3 0 3-15,-2 2 16 0,0-2-45 0,-3 2-39 0,-1-1 0 16,-3 10 0-16,0-16 0 0,0 16 0 0,-7-15 0 16,7 15 0-16,-14-10 0 0,14 10 0 0,-17-6 0 15,17 6 0-15,-18 2 0 0,18-2 0 0,-18 5 0 16,10 2 0-16,1 1 0 0,0 2 0 16,3 2 0-16,0 0 0 0,3 2 0 0,2 0 0 0,4 2 0 15,2 3 0-15,4 0 0 0,5 2 0 0,3 1 0 16,6 0 0-16,3 2 0 0,2-4 0 0,2 0 0 0,4-2 0 15,1 0 0-15,4-2 0 0,1-1 0 16,3 0-133-16,0-4-561 0,3 0-28 0,-2-3-84 0,-1 1-65 16,-7-3-702-16,-2-2-1218 0</inkml:trace>
  <inkml:trace contextRef="#ctx0" brushRef="#br0" timeOffset="2448.1272">6686 888 655 0,'-4'-44'956'0,"-1"1"-82"0,1 11-83 16,-2 1-14-16,2 7-54 0,0 2-42 0,2 4-89 0,-1 2-57 16,0 2-161-16,1 1-32 0,2 13-101 15,-1-10 69-15,1 10 8 0,0 0-296 0,2 15-22 0,1 0 0 16,1 9 0-16,1 6 0 0,3 10 0 0,0 3 0 16,0 3 0-16,2 4 0 0,2 10 0 0,1-1 0 15,0 3 0-15,2-1 0 0,1 0 0 0,-1-3 0 16,1-1 0-16,-3-10 0 0,2-1 0 0,-3-3 0 15,0-4 0-15,0-2 0 0,-3-6 0 0,0-3 0 0,-1-5 0 16,-2-2 0-16,0-5 0 0,-2 0 0 0,1-2 0 16,-2-4 0-16,-3-10 0 0,6 13 0 15,-6-13 0-15,0 0 0 0,0 0 0 0,0 0 0 16,-6-10 0-16,1 0 0 0,-1-4 0 0,-3-4 0 0,-1-1 0 16,-2-5 0-16,-1 2 0 0,-3-2 0 0,2 3 0 15,-2-1 0-15,0 2 0 0,-2 1 0 0,1 2 0 16,1 5 0-16,-4 2 0 0,0 1 0 0,-3 4 0 15,-2 3 0-15,1 2 0 0,-4 3 0 0,-3 3 0 16,0 5 0-16,-3 5 0 0,1 2 0 0,3 2 0 16,3 1 0-16,7 0 0 0,1 1 0 0,6 1 0 0,3-3 0 15,5 2 0-15,4-2 0 0,6 0 0 0,5 0 0 16,7 0 0-16,5-2 0 0,5-2 0 0,3-3 0 16,3-3 0-16,1-5 0 0,1 0 0 0,1 0 0 15,-5-5 0-15,0 0-634 0,-3-4-447 0,4-1-958 16,-6-1-1797-16</inkml:trace>
  <inkml:trace contextRef="#ctx0" brushRef="#br0" timeOffset="3266.1042">8377 1125 703 0,'-3'-34'940'0,"-1"2"-145"0,-3 3-132 0,0 1-106 0,0 5 23 15,-1 2-74-15,1 2 40 0,-1 1-89 0,2 5-48 16,1 0-110-16,0 6-45 0,5 7-59 0,-9-5 38 16,9 5-4-16,-12 12-57 0,7 1 18 0,-2 6-26 15,1 5-18-15,-2 8-28 0,2 1-83 0,1 9-35 16,2 2 0-16,0 0 0 0,1 1 0 0,1 2 0 0,1-3 0 15,1 1 0-15,-1-6 0 0,1-2 0 0,0 0 0 16,0-1 0-16,-1-1 0 0,0-6 0 0,-1-2 0 16,1 0 0-16,-2-4 0 0,1-3 0 0,-1-2 0 15,0-2 0-15,0-2 0 0,0-3 0 0,2-11 0 16,-5 18 0-16,5-18 0 0,0 0 0 0,0 0 0 16,-12-4 0-16,9-8 0 0,0-5 0 0,3-7 0 15,0-10 0-15,5-11 0 0,1-6 0 0,3-13 0 16,3-5 0-16,1-4 0 0,3-3 0 0,-2-2 0 15,2-1 0-15,-2-1 0 0,2 4 0 0,-2 1 0 16,4 4 0-16,-4 4 0 0,0 8 0 0,-2 12 0 0,-2 4 0 16,0 6 0-16,-2 6 0 0,-2 8 0 0,1 3 0 15,-1 6 0-15,1 6 0 0,-7 8 0 0,13-4 0 16,-5 10 0-16,3 7 0 0,0 5 0 0,3 8 0 16,0 11 0-16,1 6 0 0,1 1 0 0,4 9 0 15,0 2 0-15,1 2 0 0,1 2 0 0,1-1 0 16,2 2 0-16,2-1 0 0,0 0 0 0,0-1 0 15,1 0 0-15,-1-2 0 0,-2 0 0 0,1-4 0 0,-2-2 0 16,-5-8 0-16,-1-4 0 0,-1-1 0 0,-3-3-254 16,-3-7-185-16,-2-7-19 0,-2 0-141 0,-3-3-49 15,-1-3-72-15,-3-14-170 0,1 17-436 0,-1-17-930 16</inkml:trace>
  <inkml:trace contextRef="#ctx0" brushRef="#br0" timeOffset="3465.276">8486 1416 324 0,'-41'-10'963'0,"8"2"-156"0,0 1-158 16,7 2 57-16,0-1-40 0,5 0-8 0,2 1-92 15,3 0-50-15,0 0-87 0,5 1-96 0,2-1-65 0,9 5-48 16,-4-10-40-16,4 10-38 0,21-13-12 16,1 7-50-16,10-1-3 0,11-1-25 0,7 2-57 0,3 1-66 15,4 2-124-15,0 2-52 0,2 1-176 16,1 3-70-16,-2-1-130 0,-1 4-91 0,-2 0-148 0,-4-1-448 15,-1 1-912-15</inkml:trace>
  <inkml:trace contextRef="#ctx0" brushRef="#br0" timeOffset="3832.9913">9321 1302 275 0,'0'-13'1026'0,"0"1"-158"0,0-1-95 15,-2 0 96-15,1 0-100 0,0 0-71 16,-1-1-21-16,1-1-90 0,1 5-63 0,0-3-73 15,0 13-79-15,0-21-70 0,0 21-302 0,4-16 0 0,-4 16 0 16,10-9 0-16,-10 9 0 0,16-1 0 0,-4 6 0 16,2 2 0-16,4 4 0 0,2 5 0 0,1 2 0 15,2 2 0-15,2 4 0 0,1 1 0 0,-3 3 0 16,1-1 0-16,-1-1 0 0,-6-4 0 0,1 1 0 0,-3 0 0 16,0-3 0-16,-6 0 0 0,1-3 0 15,-4-1 0-15,0-2 0 0,-2-1 0 0,0-3 0 0,-4-10 0 16,2 17 0-16,-2-17 0 0,-2 12 0 0,2-12 0 15,-13 6 0-15,13-6 0 0,-15-1 0 0,6-3 0 16,0-1 0-16,-2-4 0 0,2-2 0 0,1-2 0 16,0-1 0-16,1-4 0 0,2 2 0 0,2-1 0 15,2-1 0-15,1 0 0 0,3 0 0 0,3-1 0 16,3 0 0-16,2 0 0 0,1 3 0 0,7-1 0 16,2 0 0-16,2 3 0 0,3 0-85 0,2 4-384 0,0 1-140 15,3 2-17-15,0 0-73 0,-3 4-25 16,-1 1-8-16,2-1-616 0,-1 2-950 0</inkml:trace>
  <inkml:trace contextRef="#ctx0" brushRef="#br0" timeOffset="4618.1326">10232 1198 539 0,'0'0'729'0,"12"-9"-72"15,-12 9 12-15,4-9-22 0,-4 9-83 0,1-11 36 16,-1 11-58-16,-4-14 8 0,4 14-27 0,-11-11-85 16,11 11-16-16,-10-11-55 0,10 11-46 0,-10-9-63 15,10 9-39-15,-14-4-73 0,14 4-146 0,-14 4 0 16,4 1 0-16,2 4 0 0,0 1 0 0,1 4 0 0,1 0 0 15,2 4 0-15,2 1 0 0,2 1 0 16,2 5 0-16,4-1 0 0,3 3 0 0,3 2 0 0,6 2 0 16,2-2 0-16,3 0 0 0,1-1 0 0,3-1 0 15,-1-4 0-15,-4-5 0 0,1 0 0 0,0-3 0 16,0-2 0-16,-4-3 0 0,1-2 0 0,-3-3 0 16,1-1 0-16,-2-4 0 0,-1 0 0 0,1-4 0 15,-2-1 0-15,-1-4-13 0,2-3-44 0,-4-3 7 16,-1-4-20-16,0-6 55 0,-2-6 9 0,-3-1 2 15,2-12-2-15,-4-1-9 0,-1-3 19 0,-1-3 2 16,-2-3 5-16,-1-2 37 0,-1 1-17 0,-4-9 74 0,1 13-74 16,-1 2-31-16,-2 5 0 0,-1 2 0 0,3 10 0 15,0 2 0-15,0 7 0 0,0 1 0 0,2 7 0 16,-1 0 0-16,2 5 0 0,4 10 0 0,-11-8 0 16,11 8 0-16,-13 8 0 0,8 3 0 15,1 7 0-15,0 4 0 0,2 4 0 0,2 4 0 0,3 7 0 16,2 7 0-16,2 1 0 0,1 2 0 0,3 0 0 15,1 2 0-15,1-2 0 0,0-1 0 0,-1-1 0 0,1-1 0 16,-1-2 0-16,0-5 0 0,-1-1 0 0,-2-5 0 16,1-3 0-16,-3-5 0 0,-1-1 0 15,0-2 0-15,-2-4 0 0,2-2 0 0,-2-2 0 0,-1-1 0 16,1-3 0-16,-4-8 0 0,6 11 0 0,-6-11 0 16,0 0 0-16,18 0 0 0,-18 0 0 0,15-11 0 15,-5 3 0-15,1-3 0 0,0 1 0 0,1-2 0 16,-2 2 0-16,1-1 0 0,-1 2 0 0,-1-1 0 15,-2 3 0-15,0 0 0 0,1 0 0 0,-8 7 0 16,10-12 0-16,-10 12 0 0,9-8 0 0,-9 8 0 16,8-6 0-16,-8 6 0 0,0 0 0 0,13-4 0 15,-13 4 0-15,11 1 0 0,-11-1 0 0,19 3 0 16,-19-3 0-16,21 5 0 0,-8-2 0 0,0-2 0 0,3 4 0 16,0-2 0-16,2 0 0 0,0-1 0 0,1 1 0 15,0-1 0-15,-2-1 0 0,2 1 0 0,-3-2 0 16,-2 0 0-16,1-2 0 0,1 0 0 0,-2-2 0 15,0-2 0-15,-1-1 0 0,0 0 0 0,-2 0 0 16,-2-2 0-16,1 0 0 0,-3 2 0 0,-1-2 0 16,-2 1 0-16,-4 8 0 0,9-15 0 0,-9 15 0 15,1-13 0-15,-1 13 0 0,0 0 0 0,0-16 0 0,0 16 0 16,0 0 0-16,0 0 0 0,-7-6 0 0,7 6 0 16,0 0 0-16,-3 11 0 0,3-11 0 15,1 13 0-15,-1-13 0 0,5 19 0 0,1-6 0 0,2-1 0 16,-2 1 0-16,3 0 0 0,0 1 0 0,1 2 0 15,0-4 0-15,1-1 0 0,-1 1 0 0,-2-2 0 16,1 0 0-16,-1-3 0 0,-1 0-403 0,-7-7-340 16,10 9-131-16,-10-9-138 0,0 0-621 0,0 0-1292 15</inkml:trace>
  <inkml:trace contextRef="#ctx0" brushRef="#br0" timeOffset="4815.8364">11179 1105 967 0,'-21'-28'1003'0,"5"6"-7"0,-1 0-19 0,0-1-191 16,3 1 52-16,2 4-98 0,1 0-86 0,3 5-12 16,0 0-154-16,1 1-388 0,2 3-100 0,-1-1 0 15,6 10 0-15,-3-10 0 0,3 10 0 0,0 0 0 16,14-1 0-16,-2 5 0 0,4 2 0 0,3 2 0 16,2 4 0-16,4 3-119 0,-3 2-583 0,2 2-147 0,-2-1-119 15,0 1-786-15,-1 2-1444 0</inkml:trace>
  <inkml:trace contextRef="#ctx0" brushRef="#br0" timeOffset="5101.1304">11678 924 1047 0,'-10'-36'1053'0,"2"5"-157"15,-3 1 56-15,3 4-17 0,0-1-122 0,0 5-323 16,2 3 162-16,0 3-99 0,1 1-86 0,1 3-134 0,-1 2-333 15,5 10 0-15,-5-9 0 0,5 9 0 16,0 0 0-16,5 17 0 0,0-3 0 0,1 8 0 0,3 7 0 16,5 8 0-16,-1 4 0 0,3 4 0 0,4 9 0 15,0 2 0-15,3-1 0 0,-1-2 0 0,2-1 0 16,-1 0 0-16,-2-10 0 0,-2-2 0 0,2-1 0 16,-5-2 0-16,2-2 0 0,-2-5 0 0,-3-5 0 15,-4-4 0-15,1-3 0 0,0-1 0 0,-4-4 0 0,1-2-305 16,-3-4-236-16,-4-7-107 0,9 11 14 0,-9-11-32 15,0 0 23-15,0 0 30 0,0 0 1 16,5-10 30-16,-5 10-343 0,-4-15-496 0</inkml:trace>
  <inkml:trace contextRef="#ctx0" brushRef="#br0" timeOffset="5453.5915">11924 1384 476 0,'-6'-8'586'16,"0"1"-1"-16,1 0 54 0,5 7-63 0,-12-12 86 16,12 12-44-16,-12-12 55 0,12 12-42 0,-9-7-3 15,9 7-89-15,-8-8-63 0,8 8-42 0,-6-6-63 16,6 6-74-16,0 0-297 0,0 0 0 0,8-9 0 15,-8 9 0-15,25-3 0 0,-6 1 0 0,2 1 0 16,7 1 0-16,3-1 0 0,7 1 0 0,-1-1 0 16,2 0 0-16,-1-2 0 0,2 3 0 0,-4-2 0 0,1-1 0 15,-3 0 0-15,-5 1 0 0,-2-2 0 0,0-1 0 16,-4-1 0-16,-3 0 0 0,-2 1 0 0,-3-3 0 16,-3 1 0-16,-1 0 0 0,-5 1 0 0,-6 6 0 15,5-13 0-15,-5 13 0 0,-4-12 0 0,4 12 0 16,-16-9 0-16,4 6 0 0,-1 2 0 0,-1 1 0 15,-3 1 0-15,-2 0 0 0,0 5 0 0,-1-1 0 16,1 2 0-16,2 3 0 0,0 1 0 0,2 0 0 16,3 1 0-16,4 0 0 0,3 1 0 0,1 0 0 0,6 1 0 15,0 0 0-15,7 0 0 0,5 3 0 0,3-1 0 16,8 0 0-16,0-2 0 0,4-2 0 0,1 0 0 16,1-4 0-16,2 0 0 0,1-1 0 0,0-2 0 15,1-1 0-15,-1-3 0 0,-5 3 0 0,-6-2 0 16,2-4-305-16,-8 0-623 0,0-1-221 0,-4-3-684 15,-6-1-1542-15</inkml:trace>
  <inkml:trace contextRef="#ctx0" brushRef="#br0" timeOffset="7433.4518">13337 1194 194 0,'3'-10'802'0,"-3"10"-212"0,2-15-55 0,-2 15-13 0,-2-17 10 16,2 17-43-16,-7-16-93 0,1 7 29 0,-2 2-106 15,1 0 21-15,-3 1-95 0,-1-1 14 0,1 3-81 16,-1 0 23-16,0 3-58 0,-3 2 45 0,1 2-55 16,-3 3 34-16,1 4-39 0,-1 3 29 0,1 4-27 15,0 4-96-15,2 1 89 0,2 3-17 0,6-2-14 16,-1 2-5-16,3 0-30 0,3 0 27 0,3 1-40 16,3 1 18-16,6 0-10 0,1-2-8 0,5-1-35 15,8-1 31-15,4-2-9 0,7-5-36 0,1-1 25 0,2-5-28 16,3-1 36-16,3-5-38 0,-5-1 23 0,2-3-52 15,-1-4 23-15,4 0-15 0,-2-4-11 0,-1 0-30 16,-2-3 21-16,-3-3-15 0,-5-3 14 0,-1-2 11 16,-3-3 8-16,-2-6 34 0,-5-3-33 0,-4-4 34 15,-4-3-28-15,-3-3 24 0,-4-4-33 0,-5-3 33 16,-4-3-26-16,-3 0 30 0,-1-3-33 0,-3-5 45 16,-3 1-30-16,-3 1 58 0,1 11 17 0,1 2 31 0,-3 0 62 15,0 4-33-15,0 4 45 0,3 4-58 0,2 7-27 16,1 4-79-16,0 5 0 0,3 0 0 15,0 5 0-15,7 11 0 0,-11-9 0 0,11 9 0 0,-9 4 0 16,5 4 0-16,2 7 0 0,-2 2 0 0,4 8 0 16,0 4 0-16,3 7 0 0,0 7 0 0,1 3 0 15,3 0 0-15,1 2 0 0,4 2 0 0,1 8 0 16,5-3 0-16,-2 0 0 0,4-2 0 0,-3-10 0 16,0-1 0-16,3-2 0 0,-4-3 0 0,2-2 0 15,-1-3 0-15,-5-5 0 0,1-3 0 0,-4-4 0 16,1-3 0-16,-4-2-262 0,-1-2-108 0,1-2 19 0,-4-3-9 15,-2-8 47-15,5 12-76 0,-5-12 77 0,0 0-20 16,0 0 104-16,0 0-2 0,-9-4 94 16,9 4-14-16,-9-10 90 0,3 2 15 0,-2-1 136 0,1-1-43 15,-3 0 143-15,3-2-41 0,-3 0 94 0,0 0-10 16,1 1 63-16,-3 0-34 0,4 0 29 0,-1-1 12 16,-1 1 15-16,3 0-18 0,1 1-48 0,0-1-48 15,3 3-39-15,3 8-31 0,-2-17-90 0,2 17-45 16,5-20 0-16,3 10 0 0,1 1 0 0,7 0 0 15,2 0 0-15,2 0 0 0,5 1 0 0,0 1 0 16,4 0 0-16,-2 3 0 0,-1 1 0 0,1 0 0 0,0 1 0 16,0 1 0-16,-1-1 0 0,-4 2 0 0,-2 0 0 15,-2 2 0-15,-1-1 0 0,-1-1 0 0,-4 3 0 16,0 0 0-16,-2 0 0 0,-1 1 0 0,1 2 0 16,-4 1 0-16,0 1 0 0,-3 1 0 0,1 0 0 15,-1 1 0-15,-1 0 0 0,0 2 0 0,-2-1 0 16,3 1 0-16,1 0 0 0,-2 0 0 0,1 0 0 15,1 1 0-15,1-3 0 0,-1 2 0 0,2-2 0 0,2 1 0 16,0-2 0-16,3-1 0 0,1-1 0 16,3-1 0-16,1-3 0 0,0 1 0 0,2-4 0 15,-3 0 0-15,3-3 0 0,-2-1 0 0,0-3 0 0,2-2 0 16,-2-3 0-16,0-2 0 0,-3-1 0 16,0-2 0-16,-1-1 0 0,-2 0 0 0,-1 0 0 0,-1 1 0 15,-1 2 0-15,-3 0 0 0,2 1 0 0,-3 3 0 16,-1 0 0-16,0 1 0 0,-2 10 0 0,5-16 0 15,-5 16 0-15,3-12 0 0,-3 12 0 0,0 0 0 16,0 0 0-16,0 0 0 0,0 0 0 0,0 0 0 16,4 11 0-16,-2-2 0 0,2 4 0 0,0 3 0 15,1-1 0-15,4 3 0 0,0 1 0 0,2 0 0 16,5 1 0-16,0 0 0 0,4 1 0 0,1-2 0 0,0-2 0 16,0 1 0-16,2-3-25 0,0-2-817 0,-6-1-92 15,3-4-171-15,-3 1-567 0,-2-3-1340 0</inkml:trace>
  <inkml:trace contextRef="#ctx0" brushRef="#br0" timeOffset="8100.7939">14993 1233 1375 0,'-4'-12'923'0,"1"2"-58"0,1 1-114 0,2 9 2 0,-5-18-95 16,5 18-60-16,0-17-69 0,0 17-97 15,5-13-54-15,-5 13-64 0,12-10-46 0,-2 7-35 0,-10 3-119 16,23-2-114-16,-4 4 0 0,-1 3 0 0,5 3 0 15,5 4 0-15,6 3 0 0,1 0 0 16,1 5 0-16,0 0 0 0,0 1 0 0,-4-1 0 0,-3 1 0 16,0 0 0-16,-8-4 0 0,-1 0 0 0,-5-1 0 15,-2-2 0-15,-3-1 0 0,-2-1 0 0,-1-1 0 0,-3 0 0 16,-4-11 0-16,1 16 0 0,-1-16 0 16,-8 14 0-16,8-14 0 0,-17 9 0 0,7-7 0 15,-5-2 0-15,2 0 0 0,-1-2 0 0,0-3 0 0,-2-1 0 16,3-1 0-16,-1-3 0 0,2 0 0 0,2-2 0 15,-1-1 0-15,5-1 0 0,1-1 0 0,1 1 0 16,3 0 0-16,2-2 0 0,4 0 0 0,3-1 0 16,4 0 0-16,3 1 0 0,5-1 0 0,4 0 0 15,1 3 0-15,4 0 0 0,3-2 0 0,5 3 0 16,-5 2 0-16,0 0 0 0,1 1 0 0,-1-1 0 16,0 3 0-16,-2-2 0 0,0 1 0 0,-2-1 0 0,1 1 0 15,-4-2 0-15,-4 0 0 0,0 0 0 0,-2-1 0 16,0 0 0-16,-4-2 0 0,0 0 0 0,-3 0 0 15,0 0 0-15,-3 1 0 0,-2-2 0 0,-1 2 0 16,-1-1 0-16,0 0 0 0,-5 1 0 0,0 3 0 16,-3-2 0-16,-1 1 0 0,-3 3 0 0,0 1 0 15,-4 1 0-15,-1 4 0 0,0 0 0 0,-1 5 0 16,-1 1 0-16,-1 4 0 0,-1 4 0 0,2 1 0 0,1 4 0 16,2 0 0-16,3 4 0 0,-1 0 0 15,7 2 0-15,0 0 0 0,4 2 0 0,3 0 0 0,4 5 0 16,3-3 0-16,7 5 0 0,2-2 0 0,5-1 0 15,3-3 0-15,2-2 0 0,4-2 0 0,0-1 0 16,4-3 0-16,1-3 0 0,2-2 0 0,2-2 0 16,3-3 0-16,2 3 0 0,2-7 0 0,-1-1 0 15,3-2 0-15,0-1 0 0,-3 0 0 0,-1-2 0 16,-8-1 0-16,-2 0 0 0,-2-1 0 0,-3 1 0 16,-6-1 0-16,-3 0 0 0,-2 0 0 0,-3 1 0 15,-3 0 0-15,-1 0 0 0,-2 1 0 0,-2-2 0 16,-3 1 0-16,-9 3 0 0,11-6 0 0,-11 6 0 15,0 0 0-15,-6-10 0 0,6 10-203 0,-24-8-2318 0,6 4-2345 16</inkml:trace>
  <inkml:trace contextRef="#ctx0" brushRef="#br0" timeOffset="9060.1734">1741 2796 524 0,'-27'0'637'0,"5"0"-135"0,1 2-47 0,2-4-69 16,2 2 12-16,3 0-52 0,-1 0-34 15,3-1-43-15,0-2-48 0,12 3-37 0,-14-4-28 0,14 4-34 16,0 0-15-16,-8-8-8 0,8 8-8 0,0 0 11 16,15-7 5-16,2 3 0 0,6-1-13 0,13 1 24 15,12-4-70-15,18-2 69 0,11-2-21 16,10 1 55-16,29-9-57 0,15 0 47 0,13-3-39 0,17-1 41 16,13-4-46-16,12 1 35 0,52-8-52 0,5 1 29 15,2 3-50-15,3 0 39 0,0 4-44 0,-2 2 16 16,-1 2 10-16,-45 9-8 0,1 1-4 0,-2 1-3 15,-2 1-6-15,-6 5-8 0,-8-1-9 0,-11 3-8 16,-9 1-3-16,-10 3-8 0,-12 0-2 0,-10 3-7 16,-30 0-1-16,-8-3-6 0,-6 1-4 0,-11 1-29 15,-15 0-46-15,-5-2-37 0,-6 1-63 0,-10-2-38 16,-4 0-51-16,-6 0-39 0,-3-1-51 0,-2 1-21 16,-6-4-152-16,-2 2 3 0,-3-1-91 0,-1 1-645 15,-6-1-866-15</inkml:trace>
  <inkml:trace contextRef="#ctx0" brushRef="#br0" timeOffset="9767.742">9200 2208 111 0,'-40'1'519'0,"1"0"-151"16,1 1-78-16,-1-1-66 0,-2 0-21 16,-6 1-11-16,-2 2 1 0,1-1 14 0,-3 0 11 15,1 0 14-15,0 1-9 0,-1 0-4 0,3-1-17 0,-2 1-27 16,0 0 49-16,3 0-75 0,0 1 60 0,8-1-75 15,2-1 50-15,2 2-81 0,5-3 50 0,4 2-85 16,1-2 57-16,4 0-89 0,3 1 58 0,1-2-83 16,3 1 67-16,1 1-76 0,2-2 74 0,11-1-48 15,-20 5 105-15,20-5-46 0,-11 2 31 0,11-2 11 16,0 0 37-16,0 0 20 0,5 8 17 0,10-8-7 16,9-2 4-16,16-2 12 0,17-2-47 0,26-4 46 15,17-2-63-15,36-4 14 0,15 0-35 0,16-2 22 16,18 2-58-16,13 0 9 0,58-3-15 0,10 2-12 0,3 1-73 15,9 1 0-15,9 4 0 0,3 1 0 16,7 0 0-16,3 2 0 0,4-1 0 0,3 3 0 16,1 1 0-16,-3 0 0 0,-4 3 0 0,-4 2 0 0,-10-1 0 15,-10 2 0-15,-9-1 0 0,-58 0 0 0,1 0 0 16,0 0 0-16,-2-2 0 0,-6 0 0 0,1-3 0 16,-1 3 0-16,-4-2 0 0,-2 1 0 0,-7-1 0 15,-6 1 0-15,-6-1 0 0,-7-1 0 0,-8 3 0 16,-7-4 0-16,-9 1 0 0,-8 0 0 0,-9 1 0 15,-27 0 0-15,-3 0 0 0,-8 1 0 0,-8-2 0 16,-9 3 0-16,-16-2 0 0,-9 3 0 0,-10-1 0 0,-9 1 0 16,-5-1-320-16,-1 0-153 0,-6-1-94 15,-7 1-170-15,-12 2-47 0,17-2-895 0,-17 2-1351 16</inkml:trace>
  <inkml:trace contextRef="#ctx0" brushRef="#br0" timeOffset="61637.2579">8635 8161 272 0,'0'0'424'0,"0"0"-86"15,-16 2-35-15,16-2-61 0,0 0 23 0,-16 0-23 16,16 0-21-16,0 0-33 0,-15-2 7 0,15 2-22 16,0 0 0-16,-14-4-9 0,14 4 13 15,0 0-19-15,-12-4 24 0,12 4-15 0,0 0 16 0,-11-6-39 16,11 6 13-16,0 0-46 0,-11-5 8 0,11 5-29 15,0 0 10-15,-9-7-17 0,9 7 7 0,0 0-19 16,-7-4 2-16,7 4-16 0,0 0 1 0,0 0-12 16,-8-7 4-16,8 7-4 0,0 0 3 0,0 0-8 15,-6-8 1-15,6 8-11 0,0 0-2 0,0 0-1 16,-2-12-9-16,2 12-7 0,0 0 2 0,2-14 3 16,-2 14-4-16,3-12 4 0,-3 12-6 0,7-14 9 15,-2 6-11-15,0 1 4 0,1-3-17 0,1 0 19 16,2 0-14-16,0 0 19 0,1 0-22 0,0-1 23 15,1 2-19-15,0-1 26 0,2 1-28 0,2-2 17 0,1 0-16 16,0 1 17-16,1 0-15 0,-1 1 22 16,-1 0-21-16,0 2 28 0,1-2-27 0,-2 3 33 15,3-2-22-15,-2 1 23 0,2 0-37 0,0 2 39 0,2-3-34 16,2 1 22-16,0 2-27 0,1-1 30 16,2-1-29-16,0 0 38 0,2 2-42 0,4-2 35 15,-1 0-26-15,5 1 31 0,-1 1-28 0,1-1 0 0,1 0 41 16,1 0-31-16,1 2 30 0,0-2-38 0,2 2 36 15,-1-1-38-15,-1 1 48 0,0 2-55 0,0-3 42 16,-1 3-34-16,0 1 41 0,0-1-32 16,1 0 37-16,-1 2-37 0,2-1 34 0,-1 2-42 0,0 1-1 15,2-2 2-15,7 4-3 0,-8-1 1 0,0 0-2 16,1 0 0-16,0 3 33 0,4 0-34 0,2 1 47 16,-2 2-34-16,0 1 39 0,1 0-45 0,-2 4 33 15,0 0-36-15,-2 1 41 0,-1 0-42 0,0 4 37 16,-1 0-39-16,0 3 41 0,-3 0-41 0,1 1 46 15,-2 1-42-15,2 3 3 0,-4-1-4 0,1 2 0 16,-1 1-1-16,0 2 2 0,-1-1 11 0,0 1-11 16,3 8 11-16,-4-7-13 0,-2 1-2 0,-1 1-2 15,0 1 0-15,-2 0-5 0,1 1 3 0,-3-2-1 16,1 2 1-16,-4-2-3 0,0 3 0 0,0-3 1 16,-2-2-2-16,-1 2 2 0,1 2-2 0,-4-9 2 15,-2 0 3-15,1 1 20 0,-3-1 7 0,0 0 5 16,0 0 10-16,-6-4-10 0,1-1 0 0,-1 2-7 0,-2 1 4 15,0-2 0-15,-2-2-4 0,0 0 27 0,-2 2-32 16,0 1 19-16,-3-1-23 0,0 0 32 0,-2 0-55 16,0 1 0-16,-2 2 0 0,-1-1 0 0,-1 0 0 15,0-2 0-15,-2 1 0 0,2-1 0 0,1-2 0 16,-2 2 0-16,0 1 0 0,0-2 0 0,-1 0 0 16,0 2 0-16,-1-3 0 0,1 1 0 0,-2-1 0 15,1 2 0-15,-2-2 0 0,0-1 0 0,-1 2 0 16,0-2 0-16,1-1 0 0,-3 2 0 0,0-2 0 15,-1-1 0-15,0 1 0 0,-3-2 0 0,-1 1 0 16,0 0 0-16,-4 2 0 0,0-1 0 0,1-2 0 16,1-1 0-16,-4 1 0 0,0 3 0 0,3-4 0 15,1 0 0-15,-4 2 0 0,4-2 0 0,-5 3 0 16,2-1 0-16,3-2 0 0,-1 0 0 0,-1-2 0 0,1 1 0 16,-1 0 0-16,0-2 0 0,-2 0 0 15,1-1 0-15,-1 1 0 0,0-2 0 0,-1-1 0 16,-1-1 0-16,0 0 0 0,-2 0 0 0,0-2 0 0,-2 0 0 15,0-1 0-15,-8 1 0 0,6-1 0 0,1-1 0 16,-3 1 0-16,2-3 0 0,-1 0 0 16,-1-1 0-16,-1 1 0 0,2-1 0 0,-2-1 0 0,-1-1 0 15,1 0 0-15,0 0 0 0,-2-1 0 0,-5-1 0 16,0-1 0-16,1 1 0 0,-2-3 0 0,3 0 0 16,0-1 0-16,2-1 0 0,-2 0 0 0,4-2 0 15,0-1 0-15,2-2 0 0,1 0 0 0,0-2 0 16,1 1 0-16,2-4 0 0,0-2 0 0,2 1 0 15,0-3 0-15,1-2 0 0,1-2 0 0,0 0 0 16,2-2 0-16,0-1 0 0,1-3 0 0,-1 2 0 16,3-4 0-16,-1 1 0 0,3-2 0 0,0-2 0 15,4 3 0-15,-1-3 0 0,2-1 0 0,3-1 0 16,1 0 0-16,3 1 0 0,0-1 0 0,2 0 0 0,3 0 0 16,1 3 0-16,1 1 0 0,2-2 0 15,1 1 0-15,0 0 0 0,2-1 0 0,1 0 0 16,0 2 0-16,2-2 0 0,0 3 0 0,2-1 0 0,0 1 0 15,2 0 0-15,1 1 0 0,-1 0 0 0,2 0 0 16,2 3 0-16,-1-1 0 0,1 2 0 16,3-1 0-16,-2 2 0 0,2 1 0 0,3 1 0 0,-2 0 0 15,2 0 0-15,0 1 0 0,1 2 0 0,0-2 0 16,0 3-24-16,2-3-22 0,-1 4-10 0,3-1-4 16,-1 0-7-16,1 2 3 0,0 0-5 0,2 0-13 15,1 1-5-15,0 0 37 0,1 3-46 0,1 0 25 16,1 0-60-16,0 1 14 0,1 2-55 0,1 1 13 15,0 0-28-15,0 0-7 0,4 1-11 0,-3 1-44 16,3 0-23-16,-1 2-60 0,1-1-40 0,0 3-22 16,-1-1-28-16,-2-1-82 0,-2 2-109 0,-2 1-356 15,-2-1-557-15</inkml:trace>
  <inkml:trace contextRef="#ctx0" brushRef="#br0" timeOffset="64238.7969">8922 8547 323 0,'-3'-9'675'0,"-1"-1"-175"0,0 1-24 0,0 0 12 16,1-2-60-16,-1 0 2 0,0 2-44 0,1-2-39 15,-1 0-49-15,1 3-43 0,-1-3-22 0,4 11-20 0,-5-17-11 16,5 17-27-16,-5-15-33 0,5 15-29 15,-3-12-27-15,3 12-22 0,0 0-15 0,-3-10-6 16,3 10-10-16,0 0-7 0,0 0-4 0,0 0-2 0,4 15 40 16,-4-15-51-16,3 19 25 0,-2-7-36 0,0 1 33 15,-1 1-37-15,1 3 29 0,0 0-35 0,-1-1 30 16,1 2-32-16,0 0 34 0,-1-1-32 0,1-1 33 16,-1 2-38-16,1-5 35 0,0 4-34 0,-1-4 31 15,0-1-36-15,1 0 38 0,-1-12-30 0,0 20 31 16,0-20-30-16,1 18 28 0,-1-18-28 0,-1 13 39 15,1-13-40-15,-3 10 31 0,3-10-37 0,0 0 38 16,-5 11-28-16,5-11 30 0,0 0-38 0,0 0 41 16,-9 8-40-16,9-8 35 0,0 0-34 0,0 0 36 15,0 0-39-15,0 0 35 0,-9 3-36 0,9-3 31 16,0 0-34-16,0 0 32 0,0 0-32 0,0 0 35 16,0 0-30-16,0 0 29 0,16-1-33 0,-16 1 31 15,19-2-47-15,-19 2 9 0,22-5-40 0,-5 2 31 0,0 1-23 16,0-3 4-16,1 3-10 0,1-4-8 15,4 1 16-15,0-1-3 0,0-1 6 0,0 0 3 16,0-2 7-16,1 0-6 0,-1 0 18 0,-2-1-5 0,0 0 19 16,-2-1-7-16,-1 1 12 0,1-1-3 0,-3 2 19 15,-2 0-9-15,-3 0 37 0,0 0 4 0,0 0-3 16,-3 0 36-16,0 0 5 0,-1 3 13 16,-7 6-13-16,10-14-11 0,-10 14 0 0,7-13-7 0,-7 13-9 15,4-10 7-15,-4 10-1 0,0 0-11 0,2-13-12 16,-2 13 2-16,0 0-11 0,0 0-2 0,-6-10-1 15,6 10-8-15,0 0-4 0,-13 3 5 0,13-3 3 16,-13 9 28-16,7-3-26 0,-1 3 45 0,0-2-43 16,-2 5 32-16,3-2-37 0,0 0 25 0,0 2-43 15,1-1 40-15,0-1-38 0,2 1 34 0,1 0-44 16,2-11 42-16,-3 20-38 0,3-20 33 0,1 20-36 16,-1-20 31-16,3 18-36 0,-3-18 29 0,6 15-37 15,-6-15 15-15,10 14-45 0,-10-14 23 0,13 7-29 16,-13-7 28-16,15 4-24 0,-15-4 26 0,16 0-17 15,-16 0 38-15,19-5-24 0,-11 0 27 0,1-1-25 16,0-4 42-16,0 0-29 0,-1-2 26 0,-1-2-26 16,0-2 27-16,-1 1-20 0,-1-1 5 0,-1 0 7 0,0 0 17 15,-1 0 8-15,-1 1 2 0,0 2 21 0,-1 1 4 16,-1 0 15-16,0 12 6 0,1-20-4 16,-1 20-11-16,1-16-14 0,-1 16-8 0,0-12-13 0,0 12 0 15,0 0-4-15,0 0-6 0,-2-10 1 0,2 10 1 16,0 0-3-16,0 0 15 0,-4 9 4 15,4-9 41-15,0 0-47 0,0 17 33 0,0-17-40 16,4 12 30-16,-4-12-43 0,5 16 32 0,-5-16-41 0,6 15 37 16,-6-15-35-16,9 15 31 0,-9-15-39 0,11 13 37 15,-11-13-37-15,11 12 36 0,-11-12-34 0,13 8 35 16,-13-8-41-16,15 5 36 0,-15-5-30 0,15 1 35 16,-15-1-40-16,16-3 36 0,-16 3-34 0,16-8 36 15,-8 2-37-15,-1-2 33 0,-1-1-37 0,1-2 6 16,-2-1 5-16,1 2 3 0,-2-1 4 0,-1 1 9 0,1-1 20 15,-4 11 6-15,5-18 12 0,-5 18 19 16,3-17 7-16,-3 17-6 0,3-12-10 0,-3 12-20 16,2-11-1-16,-2 11-8 0,0 0-6 0,0 0-3 0,0 0 0 15,0 0 14-15,0 0 3 0,0 0-6 0,0 0 3 16,0 0 4-16,4 13 3 0,-4-13-7 16,2 12-8-16,-2-12-7 0,4 13 4 0,-4-13-4 15,6 16-3-15,-6-16-1 0,9 17-6 0,-4-11 9 0,2 1-12 16,0-1 1-16,1-2-1 0,1 0-2 0,2 1 0 15,1-1-4-15,1-2 6 0,0-1-5 16,0 1-4-16,-13-2 3 0,26-1 3 0,-14-1 2 0,-1 0 2 16,-1-2-8-16,0-2 2 0,-1 0-2 0,-2 0 3 15,0-4-1-15,0-2-2 0,-2 0 9 0,-1-1-3 16,-1 2-3-16,0-1 6 0,0 0-4 0,-1 0 8 16,-2 12 20-16,3-19 31 0,-3 19 8 0,2-15-32 15,-2 15-6-15,2-13-32 0,-2 13 0 0,0 0 0 16,5-9 0-16,-5 9 0 0,0 0 0 0,5 7 0 15,-5-7 0-15,5 15 0 0,-1-4 0 0,-2 1 0 16,2 4 0-16,0 1 0 0,2 4 0 0,-1 0 0 16,0 3 0-16,1 0 0 0,0 4 0 0,2 0 0 15,-3 0 0-15,1 0 0 0,-1-3 0 0,-1 0 0 0,-2 0 0 16,0-1 0-16,-1-2 0 0,-1-1 0 16,-2 0 0-16,0-2 0 0,-2-1 0 0,-1-1 0 15,-2-2 0-15,-3 2 0 0,1-5 0 0,-2-1 0 0,-1-1 0 16,-4-3 0-16,0-2-113 0,1-1-9 0,-3-2-3 15,3-2 8-15,-2 0 45 0,2-5-32 16,0 2 35-16,2-4-42 0,0 0 30 0,3-1-36 0,1-1 54 16,4 0-24-16,-1-1 51 0,3 0-30 0,3 10 38 15,2-24-35-15,3 11 35 0,1-3-38 0,4 1 18 16,1-2-53-16,4 1 41 0,3-2-27 0,-1 0 35 16,2 0-25-16,-2 3 29 0,3-1-20 0,-4 2 35 15,1 1-13-15,1 0 13 0,-3 1-3 0,0-1 18 16,-1 1 7-16,-2 1 3 0,0 1 4 0,-2 0 6 15,-1 0 6-15,0 1 7 0,-3 0 26 0,0 2-4 16,-6 7 5-16,8-14-5 0,-8 14-4 0,7-13-11 16,-7 13-5-16,2-12 8 0,-2 12 0 0,0 0-4 15,-4-10 2-15,4 10-11 0,0 0 2 0,-7-5 18 16,7 5-6-16,0 0 2 0,-9 3 29 0,9-3 38 16,-6 8-51-16,6-8 33 0,-3 11-41 0,3-11 29 15,-1 14-45-15,1-14 29 0,2 16-40 0,2-6 33 0,0-1-43 16,1 2 32-16,1-4-48 0,3 4-4 0,0-3-113 15,1 2-57-15,3-2-62 0,0-1-85 16,2-1-54-16,0 1-63 0,2-2-22 0,-1 1-75 0,2-2-165 16,-3 0-354-16,2-1-687 0</inkml:trace>
  <inkml:trace contextRef="#ctx0" brushRef="#br0" timeOffset="64571.7212">10298 8600 30 0,'-1'-12'834'16,"1"12"-180"-16,-1-12-38 0,1 12-49 0,-3-10-11 15,3 10-37-15,0 0-63 0,-1-17-48 0,1 17-59 16,0 0-66-16,1-14-50 0,-1 14-41 0,0 0-4 16,5-9-20-16,-5 9-28 0,0 0 7 0,14 2-61 15,-14-2 13-15,12 7-52 0,-12-7 23 0,17 10-45 16,-10-4 28-16,0 2-44 0,0 1 30 0,1-2-40 16,-1 2 31-16,-1 0-39 0,-1-1 34 0,0 1-37 15,1-1 36-15,-2 0-42 0,-4-8 39 0,6 15-41 16,-6-15 45-16,5 10-36 0,-5-10 37 0,3 11-36 0,-3-11 38 15,0 0-38-15,0 0 38 0,-5 8-29 0,5-8 75 16,0 0-5-16,-11-2 53 0,11 2-62 16,-8-10 35-16,8 10-60 0,-8-15 30 0,4 4-53 15,1 1-5-15,0-1 38 0,0-1-49 0,2 0 0 0,1 0-11 16,1 0-34-16,1-1-39 0,1 1-60 0,1 2-75 16,2-2-30-16,2 2-59 0,1 0-78 0,0 1-63 15,-1 3-53-15,3 0-102 0,-1 1-138 0,0 1-405 16,2 1-765-16</inkml:trace>
  <inkml:trace contextRef="#ctx0" brushRef="#br0" timeOffset="64921.7446">10573 8532 498 0,'0'0'900'0,"0"0"-184"0,0 0-63 16,-8-8-62-16,8 8-45 0,0 0-46 0,0-17-70 15,0 17-54-15,6-16-44 0,-1 3-51 0,2 5-34 16,-1 0-40-16,2-3-44 0,3 3-31 0,1 0-26 15,0-1-19-15,2 3-14 0,0 1-15 0,2 0-12 16,-3 2-10-16,1 3-8 0,0 0-4 0,-1 3-2 0,1 1-6 16,0 3-1-16,-1 0-6 0,-1 3 3 0,0 1-8 15,-3 2 4-15,-2 0 33 0,0 3-43 0,-2-1 38 16,1 0-42-16,-4 2 35 0,0-1-43 0,-2 0 40 16,0 1-35-16,-2-3 36 0,0 1-37 0,-3-2 51 15,1 1-6-15,-1-6 91 0,-1 3-25 0,1-3 34 16,-2 0-5-16,-2-4-9 0,0 1-2 0,9-5-19 15,-22 3-51-15,22-3-49 0,-26-3 0 0,12-2 0 16,-2-1 0-16,1-2 0 0,-1-3 0 0,2 0 0 16,2-3 0-16,-1-2 0 0,4 0 0 0,2-2 0 15,0-2 0-15,3 2-64 0,3-1-150 0,0 1-54 16,1 2-59-16,4-1-23 0,-1 1-45 0,1 2-91 16,-1 3-75-16,2 0-67 0,-1 3-209 0,-4 8-448 15,9-13-890-15</inkml:trace>
  <inkml:trace contextRef="#ctx0" brushRef="#br0" timeOffset="65758.6312">8965 9255 536 0,'0'-21'713'0,"0"21"-106"0,-2-21-27 0,2 21-6 16,-3-19-29-16,3 19-40 0,-2-19-48 0,2 19-49 16,-3-17-20-16,3 17-41 0,-2-12-56 0,2 12-53 15,-2-11-52-15,2 11-36 0,0 0-18 0,0 0 4 0,0 0 5 16,0 0 21-16,0 0-8 0,-1 18-16 16,2-5 26-16,-1 3-28 0,0 3-23 0,1 2-17 15,0 3-15-15,0 1-8 0,1 1-16 0,-1 1-2 0,1 0-27 16,0 0-28-16,1-1 0 0,0 0 0 0,0-1 0 15,1 0 0-15,1-2 0 0,0-2-87 0,-1-1-130 16,1-2-69-16,-1-1-62 0,1-2-28 0,2-2-60 16,-2-1-39-16,-1-1-56 0,1-3-25 0,-5-8-26 15,8 13-103-15,-8-13-447 0,9 6-747 0</inkml:trace>
  <inkml:trace contextRef="#ctx0" brushRef="#br0" timeOffset="65999.4606">9095 9322 31 0,'1'-21'850'0,"0"2"-150"16,0 1-66-16,-1 0-5 0,2 1-28 0,1 1-5 16,-3 3-55-16,1 1-81 0,-1 12-81 0,2-19-44 15,-2 19-7-15,4-11-17 0,-4 11 10 0,0 0-37 0,10 5-8 16,-10-5-12-16,9 13 19 0,-3-1-66 0,-2 3-66 16,1 1-151-16,0 3 0 0,1 1 0 15,-1 1 0-15,2 1 0 0,-2 1 0 0,2-3 0 0,-1 4 0 16,0-4 0-16,1 2 0 0,-1-1 0 0,0-2 0 15,0 0 0-15,-1-2 0 0,1-2-173 0,-1 2-249 16,0-3-52-16,1-1-89 0,-2-1-70 16,0-1-42-16,-1-1-91 0,-3-10-659 0,8 15-1034 0</inkml:trace>
  <inkml:trace contextRef="#ctx0" brushRef="#br0" timeOffset="66566.0571">9082 9557 304 0,'-13'-6'800'0,"1"4"-165"15,1-3-45-15,1 1-30 0,0 1-8 0,10 3-28 16,-17-7-90-16,17 7-38 0,-14-5-96 0,14 5-16 16,-12-4-87-16,12 4-5 0,-10-4-74 0,10 4 8 15,0 0-54-15,0 0 17 0,0 0-50 0,0 0 28 16,0 0-48-16,12-5 26 0,-12 5-45 0,19 0 14 16,-5 0-87-16,1 1-15 0,0-1-44 0,4-1-26 15,1 1-26-15,1-2-27 0,0 0 8 0,1 1-11 16,1-1 57-16,-1 0 19 0,-2-1 29 0,1 2 22 0,-4-3 21 15,0 2 18-15,-2 0 33 0,-3-1 38 16,-1 0 19-16,-11 3 50 0,19-6-4 0,-19 6 23 16,13-5-2-16,-13 5 0 0,9-7 1 0,-9 7-9 15,0 0 14-15,4-12-27 0,-4 12 37 0,0 0-31 0,-5-9 28 16,5 9-33-16,0 0 39 0,-10-8-41 0,10 8 32 16,0 0-57-16,-11-1 29 0,11 1-45 15,0 0 32-15,-14 5-32 0,14-5 44 0,-8 8-47 0,8-8 28 16,-7 14-41-16,7-14 28 0,-6 17-44 0,6-17 30 15,-3 18-39-15,3-18 45 0,0 16-58 16,0-16 1-16,4 19 6 0,-4-19-5 0,7 17 5 0,-2-8-4 16,0-1-9-16,2-2-12 0,-1 0-1 0,2-1-2 15,-8-5 35-15,17 8-34 0,-17-8 41 0,17 3-33 16,-17-3 39-16,15 1-35 0,-15-1 40 0,13-3-36 16,-13 3 48-16,11-7-46 0,-11 7 42 0,11-12-36 15,-11 12 42-15,7-16-41 0,-5 6 34 0,1-1-35 16,-2-1 36-16,0-1-33 0,0 1 34 0,-1-1-33 15,-1 1 65-15,1 12-16 0,0-22 6 0,0 22-1 16,0-17-1-16,0 17-4 0,-1-16-10 0,1 16-6 16,-2-13-10-16,2 13-10 0,0 0-1 0,0 0-1 15,0 0-1-15,0 0 37 0,0 0-50 0,0 0 43 0,14 5-51 16,-9 3 48-16,1 0-53 0,1 0 43 0,1 2-63 16,2 0-54-16,0 1-132 0,-2-1-73 15,4 0-54-15,0 1-38 0,4 0-80 0,-2 0-79 0,-1-2-110 16,2-1-784-16,-2 0-1054 0</inkml:trace>
  <inkml:trace contextRef="#ctx0" brushRef="#br0" timeOffset="66922.7033">9643 9540 941 0,'-6'-11'736'0,"0"1"-76"16,1 0-41-16,-1 0 1 0,3 0-52 0,-1 0-21 15,0 0-86-15,2 0-17 0,2 10-99 0,-4-16-28 16,4 16-103-16,-1-14-11 0,1 14-69 0,3-10 11 15,-3 10-25-15,9-5 17 16,-9 5-66-16,16 1 30 0,-16-1-64 0,19 6 40 0,-8-1-63 0,0 1 43 0,0 0-57 16,2 3 41-16,-1-1-51 0,1 0 48 15,-3 1-51-15,1 0 43 0,0-1-53 0,-2 2 49 16,-2-3-50-16,0 0 47 0,0 1-46 0,-7-8 50 0,11 12-49 16,-11-12 61-16,7 11-60 0,-7-11 54 15,4 7-55-15,-4-7 54 0,0 0-52 0,0 0 66 0,0 0-64 16,0 0 58-16,0 0-56 0,0 0 58 15,0 0-55-15,-9-5 56 0,9 5-64 0,-3-14 56 0,3 14-62 16,-2-21 64-16,2 21-69 0,0-23 55 0,1 10-60 16,1 1-4-16,0 0-13 0,1 0-26 0,0 1-25 15,0 1-38-15,1-1-38 0,1 1-56 0,-2 1-34 16,3 0-66-16,-2 1-50 0,2 0-76 0,0 2-55 16,-6 6-85-16,14-11-213 0,-14 11-293 0,12-8-726 15</inkml:trace>
  <inkml:trace contextRef="#ctx0" brushRef="#br0" timeOffset="67939.6662">10013 9193 699 0,'-2'-15'794'0,"1"0"-137"0,0 2-8 0,1 0-22 0,-1 0-12 15,1-1-69-15,-1 0-50 0,0 2-41 16,1 12-50-16,0-21-51 0,0 21-78 0,-1-17-56 15,1 17-46-15,-1-11-27 0,1 11 3 0,0 0 25 0,0 0 3 16,0 0-20-16,15 8 44 0,-10 0-37 0,1 4-116 16,0 3-49-16,1 3 0 0,0 2 0 0,2 1 0 15,-2-1 0-15,1 9 0 0,0-3 0 0,3 1 0 16,-1 0 0-16,-1 0 0 0,1-1 0 0,0-1 0 16,-2-2 0-16,1-2 0 0,-2-1 0 0,0 0 0 15,1-1 0-15,-2 0 0 0,0-4 0 0,-1-3 0 16,-2 0 0-16,1-2 0 0,0 0 0 0,-4-10 0 15,5 16 0-15,-5-16 0 0,4 12 0 0,-4-12 0 16,0 0 0-16,0 0 0 0,-2 11 0 0,2-11 0 16,0 0 0-16,-9-4 0 0,9 4 0 0,-9-11 0 0,2 4 0 15,-1-3 0-15,-2 0 0 0,2 0 0 16,-2-2 0-16,2 2 0 0,-1-1 0 0,-1 1 0 16,-1 2 0-16,1-2 0 0,0 3 0 0,-1 0 0 0,2 2 0 15,-1 1 0-15,-2 1 0 0,12 3 0 16,-23-1 0-16,23 1 0 0,-22 4 0 0,10 0 0 0,2 2 0 15,-1 2 0-15,-1 0 0 0,3 1 0 0,1 2 0 16,0-1 0-16,3-1 0 0,1 1 0 0,0-1 0 16,4-9 0-16,-1 19 0 0,1-19 0 0,4 15 0 15,-4-15 0-15,10 14 0 0,-1-9 0 0,0-1 0 16,1-1 0-16,2 0 0 0,0-2 0 0,1-1 0 16,0 0 0-16,0 0 0 0,2-1 0 0,-2 0 0 15,0-3-43-15,-1 1-1 0,1-1 5 0,0-2 14 16,-2 0 2-16,2-1 6 0,-3 0 4 0,0-2 4 15,0-1 1-15,-2-1 5 0,1 3-1 0,-4-3 1 16,2 3 2-16,-1-2 8 0,-2 2 10 0,2-1 5 16,-6 9 13-16,7-15 3 0,-7 15 18 0,7-12-4 15,-7 12-47-15,5-8-5 0,-5 8 0 0,0 0 0 16,6-10 0-16,-6 10 0 0,0 0 0 0,0 0 0 16,0 0 0-16,7 7 0 0,-7-7 0 0,3 10 0 0,-3-10 0 15,5 11 0-15,-5-11 0 0,7 13 0 0,-7-13 0 16,7 14 0-16,-7-14 0 0,8 13 0 15,-8-13 0-15,7 14 0 0,-7-14 0 0,8 10-18 16,-8-10-86-16,7 9 5 0,-7-9 7 0,6 6 13 0,-6-6 3 16,0 0 1-16,11 4 48 0,-11-4-32 0,0 0 35 15,10-7-43-15,-10 7 42 0,6-13-45 0,-2 4 32 16,0 0-35-16,-1-3 42 0,3 0-26 0,-2 1 44 16,-1-3-33-16,1 3 10 0,-1 0 9 0,1 0 5 15,0 0 9-15,-4 11 6 0,5-18 3 0,-5 18 4 16,7-13 4-16,-7 13 14 0,5-7 14 0,-5 7 10 15,0 0 3-15,11-4 0 0,-11 4-10 0,0 0-3 16,14 5-4-16,-14-5 36 0,9 8-53 0,-9-8 39 16,13 9-41-16,-4-3 34 0,0-2-48 0,1 0 41 0,1 1-45 15,0-2 42-15,0 0-48 0,1 0 44 16,0-2-45-16,0 1 45 0,-12-2-46 0,23 1 47 16,-23-1-48-16,23-1 54 0,-23 1-51 0,20-6 2 15,-12 1 5-15,1-1 36 0,-2-1 18 0,0 0 5 0,-2-4 20 16,-1 0 0-16,-2 0-6 0,-2-3-3 0,0 0-16 15,-2-1 28-15,-1-2-38 0,-1 2 22 16,0-1-30-16,-3 2-17 0,1 2-11 0,0 0 0 0,-1 0 0 16,0 5 0-16,0-1 0 0,0 3 0 0,7 5 0 15,-14-5 0-15,14 5-68 0,-14 1-68 0,14-1-41 16,-11 8-54-16,11-8-62 0,-10 13-36 0,10-13-21 16,-4 14-44-16,4-14-25 0,1 19-45 0,2-11-15 15,2 3-23-15,0-3-60 0,3 4-33 0,0-4-403 16,3 0-595-16</inkml:trace>
  <inkml:trace contextRef="#ctx0" brushRef="#br0" timeOffset="68333.5005">10718 9322 167 0,'13'-3'559'0,"-1"1"-109"0,-2-2-64 0,-1-2 8 0,1 0-17 15,-1 0 10-15,-2-1-3 0,2-1 7 0,-4-1-16 16,1 0-7-16,-2 0-13 0,0 0-13 0,-4 9-11 16,4-18-17-16,-4 18-31 0,1-14-28 0,-1 14-15 15,-4-11-48-15,4 11-8 0,-6-9-40 0,6 9-10 16,-11-6-30-16,11 6-2 0,-14-2-10 0,14 2-9 15,-16 2-16-15,16-2-4 0,-18 7-11 0,10-1-6 16,-1 0-8-16,1 1 7 0,0 1-21 0,1 1-2 16,2 0-3-16,-2 0-2 0,3 1-5 0,1 1-2 15,1-1 0-15,2-10 0 0,-2 17-20 0,2-17-20 16,0 16-16-16,0-16-14 0,4 13-5 0,-4-13-14 0,7 11 26 16,-7-11-35-16,8 8 44 0,-8-8-23 0,10 3 35 15,-10-3-34-15,0 0 12 0,16 0 9 0,-16 0 8 16,10-6 8-16,-10 6 8 0,11-8 4 0,-6 0 3 15,2-1 4-15,-3 1 5 0,1 0 3 0,-1-2 1 16,0 2 0-16,0-2 3 0,-4 10 3 0,7-17 24 16,-7 17 12-16,4-13 5 0,-4 13 3 0,5-12-10 15,-5 12-9-15,3-9-11 0,-3 9-6 0,0 0-1 16,6-8-1-16,-6 8-2 0,0 0-4 0,0 0 0 16,13 1-1-16,-13-1-3 0,9 5-13 0,-9-5-57 15,10 6-72-15,-10-6-90 0,16 8-62 0,-16-8-89 16,18 6-118-16,-18-6-61 0,21 5-81 0,-21-5-168 0,19 1-329 15,-19-1-752-15</inkml:trace>
  <inkml:trace contextRef="#ctx0" brushRef="#br0" timeOffset="68840.8203">10988 9158 782 0,'0'0'689'16,"-1"-14"-78"-16,1 14-15 0,-1-13-16 15,1 13-29-15,1-13-48 0,-1 13-81 0,1-12-56 0,-1 12-64 16,4-10-40-16,-4 10-15 0,5-8-16 0,-5 8-23 15,9-4-37-15,-9 4-28 0,14-1-25 16,-14 1-8-16,13 5-31 0,-13-5-4 0,17 9-24 0,-9-3-10 16,0 2-9-16,2-1-7 0,-2 3-1 0,1 0-9 15,1 1-6-15,-3-3 2 0,-1 2-5 0,-1-1-1 16,-1 0-2-16,-1-1 1 0,-3-8 0 0,7 16-2 16,-7-16 1-16,0 13 1 0,0-13-1 0,-4 10 5 15,4-10-4-15,-6 9 1 0,6-9 3 0,-9 3-2 16,9-3 1-16,0 0 0 0,-13-1 0 0,13 1 5 15,-10-6-3-15,10 6 2 0,-6-11-9 0,6 11 2 16,-3-13 11-16,3 13-19 0,2-19 15 0,1 9-20 16,3-3 2-16,-1 0 0 0,2 1-4 0,0-1 1 15,0 1 1-15,0 1 2 0,1-2 1 0,0 2-2 0,-1-1 6 16,0 1 5-16,1-1-9 0,-1 1 5 0,-1-1-2 16,0 2 1-16,-2-1-1 0,0 1 38 15,0 0-43-15,-1-1 37 0,0 1-43 0,-3 10 41 0,5-19-44 16,-5 19 40-16,2-16-44 0,-2 16 36 0,1-12-36 15,-1 12 38-15,0 0-41 0,0-15 39 16,0 15-41-16,0 0 46 0,0 0-44 0,-3-11 42 16,3 11-42-16,0 0 43 0,0 0-24 0,-14 6 20 0,14-6-38 15,-9 8 6-15,9-8 3 0,-9 13 3 0,3-5 4 16,2 0 0-16,-4 0-3 0,4-1 8 0,-1 4 0 16,2-3-1-16,-1 1 1 0,4-9 1 0,-3 20 12 15,3-20-16-15,3 15 9 0,-3-15-45 0,7 16-59 16,0-9-58-16,-7-7-103 0,18 9-65 0,-9-5-107 15,2-1-145-15,1-1-151 0,1-1-745 0,-13-1-1097 16</inkml:trace>
  <inkml:trace contextRef="#ctx0" brushRef="#br0" timeOffset="72074.6961">8593 6989 135 0,'9'-11'507'0,"-9"11"-147"15,13-12-14-15,-5 5-51 0,1-2-34 0,2 0-28 16,0 2-29-16,1-4-34 0,1 3-22 0,1-1-22 0,1-1-15 16,2-1-11-16,0-1-9 0,0 3-5 0,2-1 35 15,1 1-2-15,0 0-24 0,1 1-18 0,2-1 3 16,2 1-5-16,1-1 19 0,2 0-8 16,2 1-14-16,1-1-11 0,1 1-12 0,1 0 3 0,3 1-1 15,0 0-7-15,6-1 5 0,3 2-2 0,0-1-9 16,4 1-5-16,0 0 4 0,3 2-1 0,2-1 3 15,-2 1-3-15,3 1 5 0,-1-2 2 0,1 4-3 16,-2 0 1-16,2 1 1 0,-2 1-5 0,0 0-3 16,-1 0-5-16,1 3 8 0,0-1 4 0,-1 1-10 15,0 3 4-15,0-2-9 0,-2 1-1 0,1 1 0 16,-1 0-4-16,0 1 0 0,-1 2-2 0,0 0 2 16,-1-1 13-16,1 2 2 0,-2-1 6 0,1 1-8 15,0 0-4-15,-1 2 6 0,0-1-2 0,-1 0 6 16,-2 2-13-16,1-2 8 0,-3 1-7 0,-1 1-1 15,-1-1 9-15,-1 2 9 0,0-2 12 0,0 0 0 16,-2 1-5-16,1 1 9 0,-1-1-2 0,1 1 3 16,1 1 3-16,-1-1-11 0,-1 1-10 0,1 1-1 0,1 0 15 15,-1-1-6-15,0 1-2 0,-1 2-5 0,2-1-2 16,-1 1 1-16,0-1-1 0,-1 0-5 16,0 0 0-16,1 1-7 0,-1 0-6 0,-3 0 3 15,0-1-3-15,-1 1 1 0,0 1-3 0,-1-1-30 0,0 1 45 16,-1 0-40-16,0 0 42 0,1 2-29 0,1-1 15 15,-3 2 36-15,3 0-42 0,-3 0 33 0,1 1-36 16,0 1 39-16,-2 1-33 0,1 1 34 0,1-1-36 16,-2 2 38-16,-1-2-27 0,1 0 17 0,2 3-46 15,-4 0 44-15,-2 1-11 0,2 1-39 0,-5-2 47 16,3 2-52-16,-4 1 41 0,1-1-43 0,-2 1 42 16,0 0-45-16,-1 2 44 0,-2-1-40 0,1 0 6 15,-2 3 4-15,2-1 6 0,-3 2 49 0,-1 0-48 16,1 1 64-16,-1-1-68 0,-3 1 62 0,0 0-69 15,1 2 59-15,-3-2-62 0,-1 1 77 0,2 0-75 16,-5-6 58-16,1 1-63 0,-2 2 67 0,1-2-71 16,-1 1 2-16,-1-1 7 0,0 0 0 0,-2 0 5 15,2 0 9-15,-1 2 1 0,-2-2 7 0,2 1-4 0,-2 1 8 16,-2-2 0-16,2 1-8 0,-4-1 0 16,1 1 0-16,-2-2-3 0,-1 2-2 0,-1 4 6 15,-2-1-7-15,-2-1-2 0,0 1-1 0,0-1 1 0,-3 0 4 16,1 0-9-16,-4-2 0 0,2 0-6 0,-3 1 7 15,1-2-9-15,0-1 12 0,-1 0-16 16,0-1 26-16,0 0-19 0,1-1 12 0,-4 0-13 16,0 0 14-16,2-1-9 0,-2-1 15 0,1-1 28 0,1-2-43 15,0 2 0-15,2-4 0 0,-4 5 0 0,3-6 0 16,2 0 0-16,-4 0 0 0,0 5 0 0,-3-1 0 16,1-2 0-16,1 1 0 0,-2 1 0 0,2-2 0 15,-2 0 0-15,3-3 0 0,-4 3 0 0,1 0 0 16,0-5 0-16,-1 5 0 0,-1-2 0 0,-2 0 0 15,2 0 0-15,-1 0 0 0,3-4 0 0,-2 3 0 16,3-4 0-16,-1 0 0 0,-2 2 0 0,3-2 0 16,-3 0 0-16,1 1 0 0,1-1 0 0,-1 0 0 15,-1-1 0-15,0 0 0 0,1-1 0 0,-1 1 0 0,0 0 0 16,0-1 0-16,-1 0 0 0,-1 0 0 0,1-1 0 16,-2 0 0-16,1 0 0 0,-5 2 0 15,3-3 0-15,-3 3 0 0,-2-3 0 0,4-1 0 0,-5 2 0 16,2 0 0-16,-2-2 0 0,0 2 0 0,5-2 0 15,-5 2 0-15,2-1 0 0,3-2 0 16,0 2 0-16,0-1 0 0,-2-2 0 0,-1 3 0 0,4 0 0 16,0-3 0-16,0 3 0 0,0-3 0 0,1 2 0 15,-1-1 0-15,0 0 0 0,0-1 0 0,1 2 0 16,-3-3 0-16,1 0 0 0,-1 0 0 0,-1 1 0 16,-2-2 0-16,2-1 0 0,-3 1 0 0,2 0 0 15,-1-2 0-15,-1 2 0 0,-1-1 0 0,3 0 0 16,-2-2 0-16,0 2 0 0,2-1 0 0,0-2 0 15,0 0 0-15,1 1 0 0,-1 0 0 0,1-2 0 16,1 2 0-16,2-2 0 0,0 0 0 0,-3 0 0 16,0 2 0-16,3-3 0 0,0 1 0 0,1 0 0 15,-4 1 0-15,4 0 0 0,0-1 0 0,0 0 0 0,1 0 0 16,0 2 0-16,1-1 0 0,0-2 0 16,0 1 0-16,1-1 0 0,0 1 0 0,0 0 0 15,2-1 0-15,0 1 0 0,-1-1 0 0,3 0 0 0,0 0 0 16,-1-2 0-16,1 1 0 0,-3 0 0 0,2 0 0 15,-4 0 0-15,0 0 0 0,0-1 0 16,-2 0 0-16,1 2 0 0,-1-3 0 0,-2 2 0 0,-1-1 0 16,1-1 0-16,-2 0 0 0,-1 0 0 0,-6 0 0 15,1 0 0-15,-1-1 0 0,1-1 0 0,-2 2 0 16,1-3 0-16,0 2 0 0,1-1 0 0,0-1 0 16,0 1 0-16,2 0 0 0,-1-1 0 0,-1 0 0 15,1-1 0-15,-1 0 0 0,1 0 0 0,0-1 0 16,-2 0 0-16,-5-1 0 0,1 0 0 0,-3 0 0 15,1-1 0-15,-1 0 0 0,1-1 0 0,-2-1 0 16,2 1 0-16,-1 0 0 0,1-2 0 0,1 1 0 16,0-2 0-16,0 3 0 0,2-4 0 0,0 0 0 15,0 0 0-15,0 1 0 0,2 0 0 0,-1-2 0 0,1 2 0 16,0 0 0-16,0-2 0 0,1 1 0 16,-1 1 0-16,2 0 0 0,-2-1 0 0,2 1 0 15,0-1 0-15,6 3 0 0,-1-3 0 0,1 4 0 0,0-3 0 16,2 1 0-16,-2-3 0 0,2 1 0 0,1 0 0 15,-1 0 0-15,3-1 0 0,0 0 0 16,0-2 0-16,0 1 0 0,1 0 0 0,2-2 0 0,0 0 0 16,-1-2 0-16,1 0 0 0,2 0 0 0,1-2 0 15,-1 0 0-15,1-1 0 0,1 0 0 0,-1 0 0 16,-3-3 0-16,5 3 0 0,-1-1 0 0,1-1 0 16,1 1 0-16,0-2 0 0,2 0 0 0,0-1 0 15,1 0 0-15,0 0 0 0,1-2 0 0,-1-4 0 16,3 2 0-16,1 1 0 0,-3-7 0 0,2-1 0 0,0 0 0 15,1-2 0-15,1-2 0 0,-1 1 0 16,2-1 0-16,1-1 0 0,-1 0 0 0,1 1 0 16,0 1 0-16,1 0 0 0,1 4 0 0,-2-3 0 15,0-2 0-15,1 2 0 0,-1 0 0 0,1 5 0 0,1-1 0 16,-1 0 0-16,2 1 0 0,0-4 0 16,-1 3 0-16,1-1 0 0,0-1 0 0,1 1 0 15,0 0 0-15,1-1 0 0,-1 2 0 0,0-2 0 0,1 2 0 16,2 0 0-16,1-3 0 0,1 4 0 0,0-3 0 15,2 1 0-15,1 1 0 0,-1-1 0 16,2 0 0-16,0 2 0 0,0-2 0 0,1 3 0 0,1-3 0 16,-1 2 0-16,1 1 0 0,0-1 0 0,0 1 0 15,1 1 0-15,0 0 0 0,0 1 0 0,2 0 0 16,0 0 0-16,1 0 0 0,3-3 0 0,0 1 0 16,3 0 0-16,0 1 0 0,2 0 0 0,2 0 0 15,1 0 0-15,1 1 0 0,2 0 0 0,1-1 0 16,-2 1 0-16,3 0 0 0,-1 0 0 0,1-1 0 15,-1 1 0-15,-1 3 0 0,1-3 0 0,-2 3 0 16,1-1 0-16,0 0 0 0,-4 2 0 0,2-1 0 16,1 0 0-16,-1 2 0 0,0 0 0 0,-1 1 0 15,1-2 0-15,-2 6 0 0,4-5 0 0,-1 1 0 0,2 0 0 16,1 1 0-16,1 0 0 0,0 0 0 0,2 0 0 16,-1 2 0-16,2 0 0 0,-1 1 0 15,2 0 0-15,0 0 0 0,0 1 0 0,1 0 0 0,1 0 0 16,-1 0 0-16,0 1 0 0,0 2 0 15,1-1 0-15,0 0 0 0,-6 5 0 0,7-3 0 16,-2 0 0-16,2 0 0 0,0 0 0 0,1 1 0 0,1-1 0 16,1 0 0-16,1 1 0 0,0-2 0 0,1 2 0 15,0-1 0-15,-1 0 0 0,-2 2 0 0,0-2 0 16,0 1 0-16,-1-1 0 0,-1 2 0 0,-1-3 0 16,-5 4 0-16,0 0 0 0,0 1 0 0,-1-1 0 15,0 2 0-15,-1-1 0 0,-1 1 0 0,-2 1 0 16,0-1 0-16,-1 1 0 0,-1 1 0 0,2 0 0 15,0 0 0-15,0 0 0 0,-1 1 0 0,2-1 0 16,3-1 0-16,-3 1 0 0,0 1 0 0,1 2 0 16,-3-2 0-16,2 1 0 0,0-1 0 0,-1 1 0 15,0 2 0-15,-1-2 0 0,-1 2 0 0,1-1 0 0,-1-1 0 16,-2 3 0-16,0 0 0 0,-2-1 0 16,1 1 0-16,0-1 0 0,-2 1 0 0,2 1 0 15,-2-2 0-15,2 1 0 0,-3 1 0 0,2-2 0 0,0 2 0 16,-1 0 0-16,0-1 0 0,0 0 0 0,0 0 0 15,-2 0 0-15,2 0 0 0,-2 1 0 16,1-1 0-16,-3 2 0 0,1-2 0 0,-1 2 0 0,2-1-57 16,-2-1-8-16,0 2 36 0,0 0-78 0,-1-2 20 15,1 2-55-15,-1 0 20 0,-12 1-45 0,23-3 20 16,-23 3-66-16,19-2 10 0,-19 2-28 0,16 0-9 16,-16 0 5-16,14-1-23 0,-14 1-18 0,0 0-29 15,16 1-23-15,-16-1-29 0,0 0-5 0,0 0-43 16,0 0-105-16,0 0-533 0,-6 12-658 0</inkml:trace>
  <inkml:trace contextRef="#ctx0" brushRef="#br0" timeOffset="75900.8318">8526 7519 20 0,'-7'-13'521'0,"-1"1"-133"0,2 0-2 16,0-1-57-16,1 4 0 0,0-4-45 0,-1 0-46 16,2 1 16-16,0 0-30 0,1 1-24 15,0 0-17-15,1 1-24 0,0-1-21 0,2 11-9 0,-4-18-20 16,4 18-7-16,-2-17-17 0,2 17-16 0,-3-11-17 16,3 11-9-16,0 0-5 0,0 0 11 0,0 0 2 15,0 0 0-15,0 0 9 0,0 0 16 0,0 0-14 16,0 15-10-16,1-2-14 0,1-1-3 0,-1 3-4 15,1 1 8-15,-1 3-19 0,0 2 13 0,0 0-18 16,0 4 4-16,-1-2-12 0,0 1 1 0,0 3-3 0,-2-3 0 16,2-3-4-16,-2 2 3 0,0 2-4 15,1-6 1-15,-1 1 2 0,1-3-2 0,0 0 0 16,-2-4-1-16,1-1 2 0,2-1 2 0,0-11 3 16,-2 20-1-16,2-20-1 0,-1 11 3 0,1-11-6 0,0 0 2 15,-4 11-3-15,4-11 3 0,0 0-1 16,0 0 1-16,0 0 0 0,0 0-7 0,-6-8 5 15,6 8-1-15,0 0 0 0,1-13-4 0,-1 13 5 0,2-9 11 16,-2 9-20-16,4-12 11 0,-4 12-8 0,8-11 15 16,-8 11-18-16,13-14 11 0,-5 7-9 15,0 0 12-15,3-1-20 0,2 1 20 0,1 0-14 16,3-4 11-16,2 3-9 0,1 0 12 0,2-2-14 0,4 1 6 16,2-3-8-16,1 3 19 0,0-1-19 0,1 0 15 15,1 0-19-15,-1-1 0 0,-1 2-4 0,-1-1 4 16,-1 0 1-16,-4 1 4 0,-2-2-1 0,-1 3 2 15,-3-3 3-15,-1 2-2 0,-4 0 0 0,-1 0 4 16,-1-2 1-16,-2 1-3 0,-2 2 0 0,-1-3 3 16,-2 3-2-16,-3 8 0 0,2-18 2 0,-2 18-1 0,-2-18 2 15,-1 9 0-15,3 9 6 0,-10-15-2 16,5 8 4-16,5 7-2 0,-13-12-1 0,13 12 2 16,-13-9-4-16,13 9 0 0,-16-5 3 0,16 5-2 15,-15 0-1-15,15 0-1 0,-17 4 2 0,9 1-5 0,0 2 1 16,1 0 6-16,-1 1 4 0,2 0-2 15,1 4 4-15,1-2 0 0,0 2-6 0,2-2 7 16,1 2-6-16,1-12 13 0,1 23-16 0,1-11 13 0,2-1-14 16,1 2 9-16,1-3-12 0,2 1 14 0,0-1-13 15,2-2-7-15,1 2 9 0,3-5 7 16,0-1-11-16,2 2 1 0,0-4-14 0,1 0 5 16,2-1-10-16,-2-2 10 0,2-2-13 0,-3 1 17 0,1-3-14 15,-2 1 21-15,1-3-18 0,-3-1 22 16,0 0-17-16,-2-2 17 0,-1-1-18 0,-1-1 1 0,-1-3 1 15,-2 3 6-15,-1-2-3 0,0 0 6 0,0 0 2 16,-2 1 3-16,-1 0 27 0,0 2-3 0,0 1 0 16,0-1 13-16,-2 11 5 0,2-18-7 0,-2 18-4 15,1-14-9-15,-1 14-8 0,2-10-4 0,-2 10-3 16,0 0-2-16,0 0-4 0,0 0 5 0,0 0-6 16,0 0-1-16,0 0 4 0,8 10-7 0,-8-10 5 15,3 14-5-15,-3-14 6 0,5 15 1 0,-5-15-6 16,5 17 7-16,-1-8-5 0,-1 0 4 0,2-2-9 15,-1 2 4-15,3-2-2 0,-7-7 8 0,12 13 6 16,-12-13-11-16,15 7-3 0,-15-7 8 0,20 5-4 16,-20-5-1-16,22 2-6 0,-22-2 6 0,23-3-2 0,-12 0-1 15,0-1 0-15,-1 0 7 0,0-3-7 0,-2 1 3 16,1-3-3-16,-2 0 2 0,-1 1-2 16,-1-3 4-16,0 1 12 0,-2 0-13 0,0 1 25 15,-3 9 5-15,6-19 9 0,-6 19-5 0,3-16-2 0,-3 16-8 16,4-12-4-16,-4 12-6 0,2-11-10 0,-2 11 5 15,0 0-10-15,0 0 1 0,6-8-4 0,-6 8 3 16,0 0 1-16,7 9-1 0,-7-9 3 0,10 14-15 16,-5-3 21-16,1 0-12 0,1 3 11 0,0 2-13 15,1 2 11-15,1-1-10 0,-1 4-4 0,-1 0 11 16,1-2 8-16,-2 3-13 0,-1-2 14 0,-1 2-38 16,-1-4 34-16,-2 0-13 0,0 0 16 0,-2-1-10 15,-1 0 8-15,-1-1-14 0,-1 0 7 0,-2-2-11 16,0-2 15-16,-2 1-9 0,0-3 13 0,0-1-14 15,0-1 11-15,-2-4-16 0,1 2 19 0,9-6-16 16,-17 1 12-16,17-1-13 0,-15-3 10 0,15 3-8 16,-12-11 3-16,6 3-12 0,3 0-3 0,0-3-5 15,3-2-4-15,0 1-4 0,2-4 2 0,2 0-4 16,2 0-1-16,3-2-5 0,0-1 11 0,4 0-2 16,1-2-3-16,3 0 1 0,0 3-2 0,2-3 1 15,0 3 3-15,1-1-1 0,1 0 0 0,-2 2 4 0,2 0 0 16,-1 0 4-16,-5 3 1 0,1 0 6 0,-1 2 2 15,0-2 2-15,-4 5 0 0,0-2-1 0,-1 2 3 16,-2 0 2-16,-1 2 1 0,-1-2 4 16,-6 9-1-16,9-12-2 0,-9 12 3 0,3-12-2 0,-3 12 3 15,0 0 1-15,-1-15 1 0,1 15 1 0,0 0-2 16,-9-7 5-16,9 7-10 0,0 0 3 0,-14 0 5 16,14 0-1-16,-12 7 2 0,12-7 1 0,-13 11-1 15,7-5 2-15,1 3 2 0,0-1 2 0,2 1-3 16,-1 2 3-16,2-1-5 0,1 1 3 0,0 0-5 15,2 1 4-15,1-2 0 0,2 2-2 0,0 0-2 16,2-1 4-16,0 0-5 0,2-1 1 0,3 2 1 16,0-5 4-16,1 3-13 0,2-3-35 0,0 1-58 15,3-2-54-15,0 0-87 0,0-1-78 0,1 0-63 16,-1 0-100-16,1-3-150 0,-3 3-304 0,2-3-507 0</inkml:trace>
  <inkml:trace contextRef="#ctx0" brushRef="#br0" timeOffset="76960.0668">8846 7403 308 0,'0'0'332'0,"0"0"-32"0,-7-11-55 0,7 11-5 16,0 0-58-16,-9-10-16 0,9 10-40 0,-8-6 36 16,8 6-45-16,-7-5 31 0,7 5-19 0,-9-6-53 15,9 6 29-15,-10-5-26 0,10 5 33 0,-13-4-27 0,13 4 15 16,-14-3-1-16,14 3 22 0,-17-4-10 15,17 4-11-15,-16 0 1 0,16 0-4 0,-17 0-14 16,17 0-3-16,-16 2-14 0,16-2-19 0,-16 5 3 16,16-5 0-16,-16 9-8 0,16-9-6 0,-13 11 1 0,7-4-9 15,2 1-11-15,0 1 16 0,1 1-2 0,3-10-1 16,-4 21-7-16,4-21 0 0,1 22 11 0,-1-11-23 16,3 3 15-16,-1-4-17 0,0 3 9 0,1-1-16 15,-1 0-1-15,2-1-2 0,-1 0 2 0,1-1 2 16,1 1-1-16,1-1 1 0,0-2 1 0,1 0-1 15,0 1-5-15,2-4 6 0,0 0-1 0,0 0 0 16,1-1-3-16,2-1 0 0,-1-2 0 0,-11-1-3 16,23 0 6-16,-23 0-1 0,22-4 1 0,-11 0 9 15,-1-1-14-15,0 0 13 0,0-2-17 0,-1-1-1 16,0-2 5-16,-1 1 0 0,-2-4-3 0,0 2-1 16,-2-1 4-16,0 1 0 0,0-1 0 0,-2 0 2 15,-2 0 13-15,2 0 2 0,-2 12 7 0,-1-22 10 16,1 22 0-16,-1-18 6 0,1 18-7 0,-1-15-6 0,1 15-6 15,0-15-5-15,0 15-3 0,-1-12-6 16,1 12 2-16,0 0-2 0,1-11-3 0,-1 11-1 16,0 0 2-16,0 0 0 15,0 0-2-15,0 0 3 0,14 0 17 0,-14 0 0 0,10 8 1 0,-10-8-4 0,15 11 0 16,-7-5-3-16,1 2-2 0,2 1-2 16,-1-2-3-16,2 0 0 0,0 3 12 0,-1-2-16 15,2-1-16-15,-1 1-80 0,0-1-41 0,1-1-90 0,-1 3-77 16,1-3-62-16,-2-1-100 0,1 0-570 0,-1-1-646 15</inkml:trace>
  <inkml:trace contextRef="#ctx0" brushRef="#br0" timeOffset="77935.386">10218 7327 69 0,'0'0'632'0,"-11"-13"-122"0,11 13-61 16,-12-11-3-16,7 5-44 0,-1-1-61 0,-1-1-13 15,7 8-10-15,-11-10-18 0,11 10-42 0,-8-11-40 16,8 11-48-16,-7-8-38 0,7 8-27 0,-7-7-22 16,7 7-13-16,0 0-16 0,0 0-11 0,0 0-5 15,0 0-13-15,0 0 7 0,0 0-3 16,10 8-7-16,-4-1-3 0,1 0 0 0,1 3-7 15,1 0-4-15,-1 1 1 0,1 1-2 0,0 1-3 0,-1-1 0 16,0 3 4-16,-1-1 3 0,-1-1-2 0,0 1-9 16,-2 1 9-16,-1-2-10 0,-1-1 15 0,-1 0-16 15,-1 0 9-15,0-12-9 0,0 22-5 0,0-22 9 16,-4 17 9-16,4-17-9 0,-6 15 8 0,6-15-11 16,-7 12 20-16,7-12 0 0,-7 6 6 0,7-6 6 15,0 0-5-15,-13 2 35 0,13-2-6 0,-7-5-17 16,7 5-2-16,-7-10-9 0,7 10-1 0,-5-18-11 15,5 18 6-15,-2-23-19 0,2 10 17 0,1 1-16 16,0-3 8-16,2 0-5 0,-1 0-11 0,2-1 10 0,1 3-5 16,0-2 1-16,1 1-26 0,1 0-28 0,0 2-33 15,1 0-32-15,0 1-27 0,-1 2-45 16,0 1-53-16,0 0-36 0,0 3-54 0,-7 5 28 0,11-6-58 16,-11 6-51-16,0 0-143 0,16 0-251 0,-16 0-339 15</inkml:trace>
  <inkml:trace contextRef="#ctx0" brushRef="#br0" timeOffset="78234.8886">10601 7278 187 0,'0'0'785'0,"3"-15"-124"0,-3 15-23 0,4-12-54 15,-4 12-47-15,3-12-43 0,-3 12-111 0,0 0-81 0,2-13-68 16,-2 13-44-16,0 0 17 0,0 0 33 16,0 0-8-16,0 0-31 0,9 12 6 0,-7-3-20 15,1 5 20-15,0 0-43 0,0 2-66 0,0 2 16 0,-1 1-50 16,3 2 18-16,-2 1-45 0,1-1-7 16,0 0 2-16,1 2-11 0,-1 0-6 0,1-3 30 15,0 2-38-15,0-1 28 0,0-2-40 0,0-3 31 0,0 1-77 16,0-3-69-16,1 1-89 0,-2-3-38 0,0-1-47 15,0-2-75-15,-4-9-59 0,4 18-59 0,-4-18-63 16,2 13-200-16,-2-13-425 0,0 0-785 0</inkml:trace>
  <inkml:trace contextRef="#ctx0" brushRef="#br0" timeOffset="81679.2475">8710 5484 197 0,'0'0'246'16,"0"0"-35"-16,0-12-21 0,0 12-17 0,0 0 8 15,0 0-30-15,0-15 11 0,0 15-14 0,0 0 30 16,0 0-45-16,-2-12 30 0,2 12-55 0,0 0 30 16,0 0-48-16,0 0 32 0,0-11-37 0,0 11 29 0,0 0-30 15,0 0 20-15,0 0-24 0,0 0 9 16,2-13-21-16,-2 13 10 0,0 0-20 0,9-10 8 15,-9 10-12-15,13-6 9 0,-13 6 1 0,18-7 9 16,-4 1-19-16,0 0 17 0,4 2-18 0,1 0 15 0,4-2-16 16,3 0 3-16,0 0-8 0,6-1-11 15,2 1-6-15,1 0 5 0,1 0-5 0,1 0-4 16,8 0-5-16,-5 2 0 0,6 1-7 0,0-2-2 0,-5 4-2 16,8 0 0-16,-1-2-9 0,-5 3 6 0,6-2-2 15,-6 2-2-15,1 0 2 0,6 2-2 0,0-1 1 16,-1 1-7-16,-1 0 10 0,0 0-3 0,0 1 2 15,0-2 3-15,2 4 11 0,0-2-2 0,0 0-1 16,2 1 4-16,1-1-5 0,0 1 9 0,2-1-6 16,0 2 2-16,0-1 8 0,1 0 0 0,-2 1-2 15,-1 0 11-15,0 0 1 0,0 2-5 0,-3-3-4 16,2 1-2-16,0-1 18 0,-2 2-18 0,3-1 15 16,0 0-13-16,-1 0 9 0,0 2-16 0,1-1 12 15,-3 1-7-15,2 1 9 0,-2-3-12 0,-1 4 12 16,-1-1-16-16,-2 3 19 0,2-2-12 0,-3 2 1 15,0 1-1-15,-1 1 18 0,0-1-7 0,0 1-6 16,-3 1-6-16,3 2 1 0,-1-2 3 0,2 2-9 16,0-1 6-16,-1 2 1 0,2 2 5 0,0-1 0 15,6 3-6-15,-6-2 0 0,7 4 5 0,-8-4-6 16,7 3 1-16,-1 1-4 0,-1 1-26 0,-8-1 27 16,2-2-24-16,-4 1 22 0,7 5-18 0,-6-6 21 0,5 8-22 15,-7-4 34-15,-3 1-36 0,8 2 35 0,-6-1-10 16,0-1 1-16,4 5 0 0,-6-4 1 0,-1 2-9 15,-1-2-6-15,2 2 9 0,-2-1-5 16,-4 1-7-16,3 0 0 0,-2 1 3 0,-1-1-3 0,-1 0-6 16,0 1 12-16,-3-1 4 0,1 1-23 15,0-1 42-15,-2 2-31 0,2-2 35 0,-2 2-32 16,-1 0 12-16,1 1 44 0,-2-1-44 0,2 2 32 0,-1 1-35 16,-2-2 30-16,1 4-3 0,-2-2-2 0,3 2-5 15,-4-2-1-15,1 2-8 0,-2 1-4 0,0 0 1 16,1-1-2-16,-2 0 22 0,2 1 4 0,-5-2-37 15,2 2 33-15,-1-2-40 0,1 0 35 0,-1 1-31 16,0-1-4-16,-2 1 7 0,1-3 56 0,-1 5-29 16,-1-2 44-16,-2 0-52 0,3 0 43 0,-1-1-45 15,1 2 67-15,-3-1-70 0,2 2 68 0,1-2-68 16,-1 0 72-16,-1 1-89 0,1-1 77 0,-2 1-84 16,2-2 2-16,-2 0 7 0,2 0 1 0,-5-3 3 15,1-1 12-15,3 4-10 0,-4-3 34 0,1-1-22 0,-2 2-3 16,2 0-30-16,-2 1 0 0,-1-1 0 0,-1 2 0 15,-1 0 0-15,2 1 0 0,-3 0 0 16,-2 0 0-16,1 2 0 0,-2-1 0 0,0 1 0 0,0 1 0 16,0 0 0-16,-2 5 0 0,1 1 0 0,0-1 0 15,-1 0 0-15,-4 2 0 0,4 0 0 0,0-1 0 16,-3 2 0-16,3-1 0 0,-2-1 0 0,-1 3 0 16,-1-1 0-16,-1 0 0 0,0-2 0 0,-2 4 0 15,1-4 0-15,-2-1 0 0,-1 2 0 0,2 0 0 16,-2-1 0-16,0 0 0 0,-1 0 0 0,-1-1 0 15,2 0 0-15,-3 1 0 0,1-2 0 0,-2 2 0 16,1-1 0-16,-3 0 0 0,2-1 0 0,-1 1 0 16,0-3 0-16,-2 1 0 0,1 0 0 0,-2-3 0 15,-1 1 0-15,2-1 0 0,-4-2 0 0,1 1 0 16,1-1 0-16,-2-1 0 0,-1-1 0 0,1 0 0 16,0-1 0-16,-1 0 0 0,0 0 0 0,2-2 0 15,-2 0 0-15,0 2 0 0,-2-1 0 0,3-1 0 0,-5 0 0 16,2 1 0-16,-2-2 0 0,0 1 0 15,0-1 0-15,0 0 0 0,1-1 0 0,-1 0 0 16,2-2 0-16,0-1 0 0,-2-3 0 0,5 2 0 0,0 0 0 16,1-6 0-16,2 1 0 0,0 0 0 0,-1 0 0 15,2-3 0-15,-3 1 0 0,3-2 0 16,-3 1 0-16,2-1 0 0,-2-1 0 0,2 0 0 0,-2-1 0 16,-1 0 0-16,0 0 0 0,1-1 0 0,-4 0 0 15,4-1 0-15,-4-1 0 0,2 1 0 0,1-1 0 16,-4-1 0-16,1 2 0 0,-1-1 0 0,0 0 0 15,0 0 0-15,0 2 0 0,1-2 0 0,1 2 0 16,-1-1 0-16,0 0 0 0,2 0 0 0,-2 1 0 16,2-1 0-16,-1 0 0 0,2 0 0 0,-1 1 0 15,2-3 0-15,2 1 0 0,-2-2 0 0,2 3 0 16,-1-2 0-16,2 1 0 0,-3-2 0 0,1 0 0 16,0 3 0-16,-2-3 0 0,3-1 0 0,-2 0 0 0,2 0 0 15,-3-1 0-15,1 0 0 0,-1 1 0 0,1-1 0 16,2 1 0-16,-4-1 0 0,1 3 0 0,0-3 0 15,1 2 0-15,0-1 0 0,-2 1 0 16,0 3 0-16,-2-1 0 0,2-1 0 0,-1-1 0 0,-2 2 0 16,3 1 0-16,2-3 0 0,-4 1 0 0,1-1 0 15,1 2 0-15,-3-2 0 0,0 2 0 0,0-2 0 16,0 1 0-16,0-1 0 0,0-1 0 0,-2 1 0 16,1 0 0-16,-2 0 0 0,0-1 0 0,1 1 0 15,-2-1 0-15,2 2 0 0,-3-2 0 0,0 1 0 16,1 0 0-16,-1 2 0 0,1-2 0 0,1 2 0 15,-2-1 0-15,1 0 0 0,-1 1 0 0,0-2 0 16,-1 2 0-16,1 0 0 0,-5 0 0 0,-1 2 0 16,0-1 0-16,-1-1 0 0,1 1 0 0,1-1 0 15,-1 1 0-15,0 1 0 0,0-1 0 0,0 1 0 16,0-1 0-16,1 0 0 0,-1 0 0 0,-2 0 0 16,0 0 0-16,1 1 0 0,-1 0 0 0,-1 0 0 0,0 0 0 15,0-1 0-15,-3 2 0 0,1-1 0 0,-2-1 0 16,1 1 0-16,0 0 0 0,-1-1 0 0,1 0 0 15,0 0 0-15,2-1 0 0,-2-1 0 0,0 1 0 16,0-1 0-16,-2 0 0 0,2-2 0 0,0 1 0 16,-2-2 0-16,2-1 0 0,-3 2 0 15,2-1 0-15,-4-1 0 0,2 0 0 0,-3 1 0 0,0-1 0 16,0 1 0-16,-1-1 0 0,1 0 0 0,-1 2 0 16,1-1 0-16,-1 0 0 0,-1-1 0 0,3 0 0 15,-1 2 0-15,2-2 0 0,1 0 0 0,2 0 0 16,0-1 0-16,7 1 0 0,1-2 0 0,1-1 0 15,-1 0 0-15,1 1 0 0,-2 0 0 0,2-3 0 16,0 1 0-16,0-1 0 0,4-1 0 0,-1 0 0 16,-1-1 0-16,-4-1 0 0,-1 1 0 0,0-1 0 15,-1-2 0-15,0 0 0 0,-9-1 0 0,1-3 0 16,-2 0 0-16,-1 1 0 0,2-2 0 0,-2-2 0 16,2 1 0-16,-1 0 0 0,1-2 0 0,1 1 0 0,1-1 0 15,0 2 0-15,0-3 0 0,1 0 0 0,1 0 0 16,0-1 0-16,1 1 0 0,1-1 0 0,0 0 0 15,2 0 0-15,-2-2 0 0,2 2 0 0,0-2 0 16,-3 1 0-16,2-2 0 0,-2 0 0 0,-1-1 0 16,0-2 0-16,-8-4 0 0,1-2 0 15,1 0 0-15,-2-2 0 0,1 0 0 0,2-2 0 0,1-2 0 16,0 0 0-16,1 0 0 0,0 1 0 0,0 0 0 16,2-1 0-16,-1 1 0 0,1 0 0 0,0-1 0 15,0 1 0-15,-1-1 0 0,1 0 0 0,-1 1 0 16,0-2 0-16,-3 1 0 0,2-1 0 0,-2 0 0 15,0 1 0-15,-1-1 0 0,-1-2 0 0,2 1 0 16,-3 1 0-16,0-1 0 0,2 0 0 0,-2-1 0 16,0 2 0-16,2-2 0 0,-2 0 0 0,0-1 0 15,2-2 0-15,0-1 0 0,1-2 0 0,2-1 0 16,-1-3 0-16,4 0 0 0,2-5 0 0,1 1 0 16,2-3 0-16,1 0 0 0,3 0 0 0,0-2 0 0,3 0 0 15,-3 1 0-15,3 1 0 0,1-1 0 0,0 0 0 16,2-2 0-16,-1 2 0 0,1-2 0 15,2 1 0-15,0-2 0 0,1-1 0 0,0-1 0 0,2-4 0 16,-1 1 0-16,3 0 0 0,1-1 0 0,1-3 0 16,1 0 0-16,2-2 0 0,1 2 0 0,1-6 0 15,2 4 0-15,1 2 0 0,2 0 0 0,0 0 0 16,1 1 0-16,2 11 0 0,1-1 0 0,1 1 0 16,1 0 0-16,1 0 0 0,0 0 0 0,1 0 0 15,0 2 0-15,1-1 0 0,2 0 0 0,0 1 0 16,1 0 0-16,2 0 0 0,0 0 0 0,2 0 0 15,2 0 0-15,1 0 0 0,6-7 0 0,3-1 0 16,0 2 0-16,6 0 0 0,1 0 0 0,4-1 0 16,2 1 0-16,2-1 0 0,2 0 0 0,2 2 0 0,2-2 0 15,2 6 0-15,1-1 0 0,1 2-26 16,2 5-33-16,-1 1-53 0,1 3 55 0,-1 1-37 16,0 3 24-16,-1 0 2 0,1 4-6 0,1 0 19 0,-1 2 3 15,2 0 10-15,-1 0 10 0,4 0 0 0,-1 2 5 16,3-2 5-16,2 2 1 0,2-1 2 0,1-2-2 15,3 2 5-15,0 0 2 0,1 0 1 0,2-1 2 16,-1 2 6-16,0 1-4 0,-1-1 4 0,0 2-2 16,2-2-33-16,-1 3 40 0,1-2-31 0,1 2 37 15,1 3-32-15,0-1 40 0,-1 0-5 0,1 4-3 16,1-2-1-16,-3 3 0 0,-2-1-3 0,0 2 2 16,-1-1 0-16,0 2-2 0,-1-1 0 0,-8 3 3 15,8-3-4-15,0 1-2 0,-1 0 1 0,2-2-1 16,-9 7 0-16,9-6 4 0,-9 5-3 0,8-4-4 15,-7 3 5-15,0 1 4 0,-1 0-6 0,0-2-1 16,-2 1 1-16,1 0 2 0,-2 1-1 0,-2-2-2 16,-2 2 8-16,1 0-8 0,-3-1 2 0,1 1-2 0,-2 1 3 15,0-2-2-15,2 2-2 0,-1-1 13 16,0 0-15-16,1-2 3 0,-1 3-1 0,-1-2 2 16,0 1 1-16,-1 0 0 0,-1 1-3 0,-6 3 1 15,0-2 1-15,0 1 1 0,-1 0 4 0,-1-1-8 0,1 0-33 16,-3 1 41-16,1-1-28 0,-3 2 34 15,-3 0-34-15,-1 2 37 0,-1-2-36 0,0 0 41 16,-2 2-39-16,-1-2 35 0,-3 3-36 0,1-2 38 0,-2 1-73 16,0 1 22-16,-2-1-56 0,1 1 8 0,-4 1-63 15,-1 1-4-15,1 0-44 0,-9 4-26 16,14-7-21-16,-14 7-60 0,9-6-47 0,-9 6-47 0,0 0-13 16,0 0-89-16,0 0-119 0,0 0-421 0,-20 0-652 15</inkml:trace>
  <inkml:trace contextRef="#ctx0" brushRef="#br0" timeOffset="82328.5354">5926 6954 97 0,'-11'3'340'0,"11"-3"-54"0,-15 3-45 0,15-3 15 0,-13 3-42 16,13-3 27-16,0 0-19 0,-13 3-10 0,13-3 2 15,0 0-14-15,0 0-7 0,-12-6-4 0,12 6-15 16,0 0-20-16,0 0-4 0,3-15-17 0,-3 15 0 16,11-14-4-16,-2 5-4 0,2-3-9 0,5-1-12 15,5-2 3-15,2-1-4 0,8-4-12 0,5-1 0 16,1 0-10-16,5-1 0 0,10-6-6 0,3 2-13 15,2-2-7-15,4 0-6 0,4-1-5 0,2 2-5 0,3-7-3 16,4 5-3-16,5-2 6 0,16-5-22 16,-14 7-2-16,0 0-1 0,19-7-7 0,-2 3 2 15,-1-3 1-15,1 2-2 0,-15 6-3 0,0 1-3 0,0-1 5 16,-3 1-9-16,-2 2 3 0,-3 0 2 0,-4 1-1 16,-4 1 0-16,-4 0-2 0,-1 0 1 15,-5 1-5-15,-1 0 3 0,-12 3 2 0,1 1 1 16,-3-1 0-16,0 0-4 0,-3 2 15 0,-3-1-19 0,0 1 21 15,0-1-21-15,-2 2 14 0,1-1-15 0,-8 3 12 16,2 0-13-16,-1 2 13 0,-2 1-15 0,0 0 14 16,-5 1-34-16,0 2-21 0,-1 2-15 0,-2 0-22 15,-3 0-24-15,1 0-35 0,-3 2-9 0,-1 1-36 16,0 0 1-16,-12 3-14 0,19-3 44 0,-19 3-34 16,16-2 27-16,-16 2-31 0,0 0 24 0,17 2-38 15,-17-2-10-15,0 0-8 0,10 5-17 0,-10-5-30 16,0 0-61-16,8 4-149 0,-8-4 24 0</inkml:trace>
  <inkml:trace contextRef="#ctx0" brushRef="#br0" timeOffset="82879.143">8987 5473 440 0,'-4'-9'409'0,"4"9"-35"0,-7-14-81 16,7 14 35-16,-5-11-29 0,5 11 17 0,-4-11-47 15,4 11-19-15,-4-8-59 0,4 8-21 0,0 0-46 16,-2-13-1-16,2 13-24 0,0 0 12 0,0 0-5 16,0-12 5-16,0 12-7 0,0 0-4 0,6-9-16 15,-6 9-20-15,0 0-15 0,7-5-7 0,-7 5-13 0,0 0-6 16,0 0-1-16,13-2-4 0,-13 2-7 15,0 0-1-15,11 3-12 0,-11-3-56 0,8 4-43 16,-8-4-106-16,8 10-31 0,-8-10-50 0,6 11-13 0,-6-11-89 16,3 16-119-16,-3-16-276 0,2 17-304 0</inkml:trace>
  <inkml:trace contextRef="#ctx0" brushRef="#br0" timeOffset="83113.8955">9066 5672 358 0,'0'0'562'0,"0"0"-151"0,0 14-14 16,0-14-31-16,0 0-1 0,-2 16-55 0,2-16-22 15,0 0-40-15,-3 14-36 0,3-14-36 0,0 12-21 16,0-12-16-16,1 13-20 0,-1-13-33 0,2 15-13 16,-2-15-13-16,4 16-12 0,-4-16-12 0,7 19-7 15,-3-11 1-15,0 2-9 0,0-2-11 0,1 3-7 16,0-3-46-16,1 3-37 0,-1-2-59 0,-1 1-61 0,0-1-37 15,1 1-2-15,-1 0-35 0,0 1-73 16,1-2-73-16,-2 0-379 0,0 1-324 0</inkml:trace>
  <inkml:trace contextRef="#ctx0" brushRef="#br0" timeOffset="83295.5737">9140 6113 390 0,'0'0'655'0,"0"0"-126"15,0 0-70-15,0 0-56 0,0 0-48 0,0 11-26 16,0-11-35-16,0 0-33 0,0 0-43 0,0 0-45 16,0 0-29-16,0 0-28 0,3 12-24 0,-3-12-18 15,0 0-16-15,6 11-12 0,-6-11-11 0,7 7-8 16,-7-7-17-16,9 10-65 0,-9-10-78 0,9 11-87 16,-9-11-57-16,9 14-73 0,-9-14-120 0,5 17-519 15,-5-17-584-15</inkml:trace>
  <inkml:trace contextRef="#ctx0" brushRef="#br0" timeOffset="83549.3469">9201 6428 686 0,'0'0'580'0,"0"0"-134"15,2 8-60-15,-2-8-29 0,0 0-14 0,0 0 0 16,3 14-42-16,-3-14-37 0,0 0-48 0,5 14-41 0,-5-14-26 15,5 9-20-15,-5-9-29 0,6 12-24 16,-6-12-7-16,9 14-14 0,-9-14-11 0,8 15-8 0,-8-15-9 16,10 15-11-16,-10-15 2 0,10 14-8 0,-10-14 2 15,9 14 0-15,-9-14-11 0,7 12-57 0,-7-12-48 16,6 12-45-16,-6-12-28 0,6 8-39 0,-6-8-13 16,0 0-19-16,3 11-83 0,-3-11-79 0,0 0-510 15,0 0-490-15</inkml:trace>
  <inkml:trace contextRef="#ctx0" brushRef="#br0" timeOffset="87247.1331">7641 4082 145 0,'0'0'362'0,"-4"-7"-57"15,4 7-11-15,0 0-39 0,-5-11-38 0,5 11-18 0,0 0-14 16,-4-11-14-16,4 11 23 0,0 0-56 15,-2-11 29-15,2 11-42 0,0 0 20 0,0 0-4 16,-3-8 6-16,3 8-16 0,0 0 2 0,0 0-18 16,0 0-6-16,-3-13-13 0,3 13-12 0,0 0-11 0,0 0-12 15,5-8-4-15,-5 8-4 0,8-7 1 16,-8 7-3-16,15-8-8 0,-1 2 7 0,0 0 3 0,6-1-11 16,3-1-5-16,4 0-10 0,2-2 0 0,5 0 0 15,5-1-5-15,3 2 8 0,4-1 12 0,3-1-3 16,4 0-5-16,10-1 3 0,3 0-9 0,4 2 4 15,4-1-11-15,1 2 7 0,4 0-12 0,1-1 5 16,2 3-10-16,1 0 4 0,1-1-7 0,-2 3-2 16,2 0-2-16,0-1 6 0,0 3-9 0,0-1 8 15,0 1-8-15,-1 0 2 0,-2 2-9 0,0-2 9 16,-2 2-2-16,1-1-2 0,-3 2 1 0,1 0 0 16,0 0 4-16,0 0-8 0,2 3 11 0,-2-2 0 15,1 3 18-15,1 1-7 0,0-1 2 0,0 3-9 16,-2-1 12-16,2 0-16 0,-1 5 8 0,1-2-10 0,-1 2 8 15,2 0-11-15,0 2 11 0,-2 1 5 16,2 1 4-16,-5 0-15 0,3 3 10 0,-6 0-8 16,1 0 22-16,-1 1-6 0,-1 2 31 0,1-1-40 15,-2 0 21-15,2 2-17 0,0-2 28 0,-1 1-26 0,2 1 33 16,-3-1-38-16,2 1 34 0,1-1-41 16,-3 2 4-16,1-1 4 0,1 0 1 0,1 0 0 15,1 2-5-15,0-1-3 0,-1-1 0 0,1 3 0 0,-2-1-9 16,-1 0 8-16,-2 1-9 0,-3-2 13 0,0 4-16 15,-2-2 7-15,-4 0-2 0,0 1 4 0,-3 0 6 16,1 2-6-16,-1 0-4 0,-1 1 2 16,-4 0 9-16,-1-1-7 0,0 3 6 0,-2-4-5 0,0 4 12 15,-2-3 9-15,-1 2-6 0,1-1 3 0,-4 1 2 16,2 0 0-16,-4 1-26 0,2 0 21 0,-1-1-29 16,-5-4 24-16,3 6-22 0,2 2 36 0,-3-1-39 15,0 0 33-15,1 2-32 0,-3 1 30 0,0 1 4 16,-2 0 9-16,2 1 13 0,-2 0 2 0,-2 1-7 15,1 1 5-15,-2 0-8 0,0 1 0 0,1 0-1 16,-3 2-3-16,2-2-38 0,-2 0 40 0,-1 1-39 16,1 2 9-16,-2-1 4 0,-1 1 44 0,2 0-39 15,-1 0 29-15,-1 1-44 0,-1-1 39 0,-1 2-43 0,-1 1 40 16,-4-8-4-16,0 2-7 0,-1 0-39 16,0 1 42-16,1 0-41 0,-4 0 39 0,3 1-41 15,-3 1 14-15,0-1 5 0,-1 2 0 0,-1 0 42 16,-1 1-37-16,-1 1 33 0,-2-1-40 0,1 3 36 0,-3-1-40 15,1 0 44-15,-2 0-56 0,-1 2 40 16,-1 0-39-16,-1-2 35 0,0 3-35 0,0-2 3 16,-1 2 16-16,-2 0 2 0,3 1 33 0,-2 0-37 0,-1-1 35 15,0 2-38-15,-1 2 43 0,2-2-49 0,-2 2 35 16,-1-1-39-16,0 0 36 0,0 0-41 0,0 1 2 16,-2-2 2-16,2 3 6 0,-2-2 1 0,0 2-1 15,1 1 37-15,-1 0-45 0,-1-1 37 0,0 2-39 16,0 8 37-16,-2-2-39 0,0-7 42 0,1-1-20 15,0-1 11-15,1 0 12 0,0 1 12 0,0 0-16 16,-1 1 0-16,1 9-3 0,-1-9-5 0,1 9-6 16,0-10 60-16,-2 9-76 0,1 0 1 0,-2-11-3 15,1 1 4-15,-2 0-3 0,0 9 2 0,2-10 12 16,-4 8-12-16,-2-2 4 0,2 1 3 0,-1-1-3 16,-2-1 3-16,0 1 0 0,-1-2-7 0,-1 1 0 15,1-2 0-15,-3 0-1 0,2 0-3 0,-3-2 3 16,2 1 1-16,-2-2 4 0,2 1 8 0,-3 1-10 0,1-2-1 15,1 2-4-15,-3 0 7 0,3-1 0 0,-2 1-4 16,1-1-1-16,-1 0 1 0,1-1-4 16,-2 1-2-16,1-1 5 0,-2 1-2 0,3-2 12 0,-2 0-10 15,0 0 3-15,-1-1-4 0,1 1 1 0,0 0 3 16,-1 0-2-16,0-3 1 0,4-4-1 0,-2 4 0 16,0-6 0-16,-1-1 4 0,3 2-3 0,-3-2 15 15,1-1 22-15,-5 6-3 0,3-6-4 0,1-1-4 16,-7 6-1-16,4-6-10 0,-5 5 0 0,0-1-1 15,1-1-6-15,3-6-2 0,-6 5 0 0,-1 1-1 16,-1-2-2-16,0-1 5 0,4-6-6 0,-5 6-2 16,3-7 0-16,-4 6 4 0,-1-1-2 0,6-5-5 15,-9 3 1-15,1 0 4 0,5-5-6 0,-8 4 2 16,3 0-3-16,-4-2 10 0,2 2-6 0,-1-2 1 16,5-4 5-16,-6 6-4 0,0-4-1 0,1 1-3 15,3-4 2-15,3-1 3 0,-1 1 1 0,-8 3-5 16,1 1 5-16,7-5 2 0,-8 3-7 0,6-4-1 15,-1 0 3-15,-1 0-4 0,-2 3 5 0,2-3-6 0,-5 3 7 16,5-4-7-16,-6 3 11 0,5-5-7 16,1 0-4-16,0 0 0 0,-2 0-3 0,-6 4 9 15,6-6-5-15,-8 4-1 0,8-3 4 0,0-2 2 0,-1 2 2 16,1-2 3-16,-2 0-8 0,1 1 1 0,0 0 3 16,-9 3-3-16,8-4-2 0,0-1-2 0,-10 4 84 15,0-1-93-15,6-5 78 0,-6 5-91 0,-1 0 81 16,9-4-86-16,-10 1 66 0,-1 2-52 0,2 0-10 15,-3-3 1-15,2 2 87 0,-2-1-92 0,2 0 71 16,-2-2-55-16,0 1 30 0,-3 0-27 0,1 0 24 16,-1-2-12-16,0 1 0 0,-1-2 0 0,0 2-31 15,1 0 5-15,-2-3-5 0,0 2 14 0,-1-2 3 16,-1 1 2-16,0-3-8 0,-2 1 16 0,0 0 1 16,-2 0-3-16,1-2 1 0,-1 2 2 0,1-2 1 15,-4 2 0-15,3-1-2 0,1 1 3 0,-2-3 3 16,2 1-2-16,-2 1-1 0,0-1 7 0,0 0 73 15,0 1-97-15,-4-2 83 0,2 1-91 0,-1 1 78 0,1-3-86 16,-3 3 86-16,1-2-86 0,-2 1 72 0,1 1-69 16,-2-2 62-16,-1-2-52 0,0 0 42 15,-2-1-25-15,1 3 8 0,-3-3-4 0,3-2 0 0,-1 2-5 16,1 0 10-16,-2-3-12 0,1 1 14 0,1-2-13 16,-1 1 12-16,1 0-6 0,-1 0 0 0,2-2-6 15,-1 1 12-15,2-1-14 0,-2 1 16 0,1-1-8 16,1 1 0-16,-2-1 0 0,2 0 0 0,-4-1 0 15,2 0 0-15,-3 0 0 0,0 1 0 0,2 0 0 16,-1-2 0-16,0 1-25 0,0-1 50 0,2 0-38 16,-2-1 26-16,1 0-16 0,-1-1 6 0,-1 0-3 15,2-1 0-15,-1-1 0 0,0 0 0 0,1 0 0 16,2-1 0-16,-2-1 0 0,2 0 0 0,-1-2 0 16,-1 1 0-16,1-1 0 0,-1 0 0 0,-1 1 0 15,1-3 0-15,0 1 0 0,1 0 0 0,-1-1 0 16,0-1 0-16,2 1 0 0,0-1 0 0,-1 0 0 15,3-2 0-15,-1 0 0 0,1 0 0 0,1-3 0 0,3 2 0 16,1-3 0-16,2 2 0 0,2-3 0 0,1-1-19 16,0 0 38-16,3-3-26 0,2 1 14 15,0-1-7-15,1-3 0 0,2 0 0 0,0-1 0 16,1 0 0-16,1 0 0 0,0-1 0 0,1-2 0 0,0 0 0 16,3-3 0-16,-1 2 0 0,2-2 0 0,1-1 0 15,0-1 0-15,3 1 0 0,-1-3 0 16,3 1 0-16,0-2 0 0,1 0 0 0,2 0 0 0,1-2 0 15,0 0 0-15,3-1 0 0,0 0 0 0,1-2 0 16,1 0 0-16,1-3 0 0,0 1 0 0,1-1 0 16,0-3 0-16,2 0 0 0,1-2 0 0,1 0 0 15,1 1 0-15,-1-2 0 0,2 2 0 0,0-2 0 16,2 0 0-16,-1 0 0 0,1 0 0 0,0-2 0 16,0 1 0-16,1-1 0 0,1 1 0 0,-1-2 0 15,3 1 0-15,-1 1 0 0,0-1 0 0,2-1 0 16,2 9 0-16,2-1 0 0,0-1 0 0,-3-7 0 0,5 6 0 15,1 1 0-15,-1-2 0 0,5-1 0 0,0-1 0 16,2 0 0-16,0-1 0 0,3-2 0 0,1 0 0 16,1-1 0-16,2 0 0 0,0 0 0 0,2 0 0 15,1-2 0-15,2-9 0 0,-1 2 0 0,1-2 0 16,0 2 0-16,1 0 0 0,0 10 0 0,0-12 0 16,0 4 0-16,0 8 0 0,2-10 0 0,-2 11 0 15,2-1 0-15,0-7 0 0,1 0 0 0,1 1 0 0,0-1 0 16,0 2 0-16,2-3 0 0,1 1 0 15,-1 0 0-15,3-1 0 0,0 1 0 0,1 1 0 0,-1 0 0 16,2 1 0-16,-1-1 0 0,0 2 0 0,2-1 0 16,-2 1 0-16,1-1 0 0,0 2 0 0,1-1 0 15,-2 0 0-15,2 1 0 0,1-1 0 0,-2 1 0 16,1 1 0-16,-1 0 0 0,3 3 0 0,-2-3 0 16,-1 3 0-16,2-1 0 0,0 0 0 0,-1 1 0 15,1 1 0-15,0-1 0 0,-1 2 0 0,1-1 0 16,-2 7 0-16,3-6 0 0,0-1 0 0,-3 8 0 15,5-7 0-15,0 2 0 0,-4 6-18 0,5-7 36 16,1 2-18-16,1-3 0 0,2 5 0 0,-2-2 0 16,1 1 0-16,-1 0 0 0,2 2 0 0,-1-2 0 15,0 1 0-15,1 1 0 0,-5 7 0 0,0-1 0 16,1-1 0-16,-1 2 0 0,0-2 0 0,-1 3-5 16,2-3-23-16,-1 3 61 0,-2 0-47 0,1 0 28 0,0 2-18 15,0-2 8-15,-1 1-4 0,2 1 0 0,-1-1 0 16,1 1 0-16,-1 0 0 0,2 2 0 15,0-2 0-15,1 0 0 0,1 1 0 0,-1-1 0 16,2 1 0-16,1 1 0 0,0-2 0 0,2 3 0 0,-1 0 0 16,1-1-17-16,1 1-13 0,-1 0 15 0,2 2-9 15,-1-1 8-15,2 1 84 0,-3 0-90 0,0 0 78 16,-1 3-91-16,-1-2 70 0,0 1-57 0,0 1 44 16,-2 0-34-16,-2 1 24 0,1 1-20 0,-1-1 16 15,-4 4-10-15,0 1 4 0,0-2-2 0,0 3 0 16,-2-3 0-16,2 1 0 0,-2 0 0 0,2-1 0 15,-1 2-1-15,0-4 2 0,0 4-1 0,-1-3 0 16,1 0 0-16,0 1 0 0,-1-2 0 0,4-1-32 16,-3 3 2-16,-2-1 11 0,2-1-3 0,-1 2 7 15,1-1 7-15,0 1 2 0,-1 0-6 0,2-2 85 16,-4 2-90-16,2-1 87 0,-1 0-99 0,1 0 76 16,1 0-80-16,-2 0 66 0,1-1-54 0,-1 2 42 15,2-2-41-15,-2 1 40 0,1 1-32 0,0-1 24 0,0-1-19 16,1 1 14-16,2-3-19 0,-3 4 24 0,5-3-24 15,0-2 24-15,-2 1-35 0,2 1 46 16,0-1-45-16,2 0 44 0,-2 0-46 0,2 0 48 0,1-1-63 16,-1 1 78-16,2 0-81 0,-1 0 12 0,0 0 3 15,0-1 5-15,1 0 79 0,0 2-85 0,0-2 85 16,1 1-85-16,1-2 81 0,-1 3-90 16,1-1 84-16,-2 0-87 0,2 1 80 0,-1 0-40 0,2 0 0 15,-1 0 0-15,1 1 0 0,-1 0 0 0,0-1 0 16,1 2 0-16,-1 0 0 0,1 0 0 0,-2 1 0 15,2-1 0-15,-1-1 0 0,0 2 0 0,1 0 0 16,0 0 0-16,-1 0 0 0,1-2-3 0,-1 3 6 16,-1-1-28-16,0 2 50 0,0-1-60 0,1 0 0 15,0 0 0-15,-1 1 87 0,1 0-86 0,0 0 85 16,-5 4-87-16,3-1 84 0,1-2-70 0,-3 3 68 16,2-1-46-16,2-2 0 0,0 1 0 0,1-1 0 15,-5 2 0-15,1 1 0 0,1-1 0 0,-2 0 0 0,2 3 0 16,3-5 0-16,0 1 0 0,-4 3 0 0,1-1 0 15,-2 1 0-15,0 0 0 0,-2 1 0 16,1 1 0-16,-4 1 0 0,-1 0 0 0,0 1 0 16,-1 0 0-16,-1 2 0 0,1-2 0 0,-2 2 0 0,0-2 0 15,-2 3 0-15,2-2 0 0,-1 0 0 16,1-1 0-16,-3 3 0 0,0-1 0 0,-1 1 0 16,0-3 0-16,1 3 0 0,-2-1 0 0,1 0 0 0,-1-1 0 15,-1 2 0-15,2-2-5 0,0 1-99 0,-2 1-25 16,2 0-25-16,-2 0-31 0,0 1-10 0,2-2-68 15,-3 4-56-15,0-1-15 0,0 1-28 0,-1 1-29 16,-8 4-10-16,16-7-53 0,-16 7 46 0,17-5-79 16,-17 5-64-16,15-2-526 0,-15 2-694 0</inkml:trace>
  <inkml:trace contextRef="#ctx0" brushRef="#br0" timeOffset="92148.8915">7739 4189 171 0,'0'0'511'0,"0"0"-104"0,-4-9-57 0,4 9-55 16,0 0-16-16,0 0-16 0,-1-13-23 0,1 13-21 15,0 0-23-15,0 0-14 0,0 0-17 0,3-10-12 16,-3 10-28-16,0 0-6 0,0 0-1 0,0 0 39 16,5 9-20-16,-5-9 20 0,2 12-26 0,-2-12-11 15,5 20-15-15,-3-9-14 0,1 3-2 0,0 4-13 16,0 0-11-16,0 0-1 0,1 3-23 16,-2-2-11-16,1 4 2 0,0 0-6 0,1 0-6 0,-1 0 8 15,0-2-17-15,0-2 11 0,-1-1-18 0,0 1 17 0,-1-5-23 16,1 2 14-16,-1-3-12 0,0-1 10 15,1 0-13-15,-2-12 24 0,1 19-21 0,-1-19 16 16,1 13-11-16,-1-13 13 0,0 0-16 0,-1 13 12 0,1-13-19 16,0 0 25-16,0 0-23 0,0 0 17 15,0 0-22-15,-12-2 2 0,12 2-1 0,0 0 3 16,-6-11 3-16,6 11-5 0,0 0 5 0,-3-11 1 0,3 11-3 16,0 0-2-16,0-13-1 0,0 13 0 0,0 0-1 15,3-8-3-15,-3 8 1 0,0 0 1 16,8-8-4-16,-8 8 3 0,12-4-11 0,-12 4 0 15,23-6 2-15,-11 3-3 0,4 0 5 0,3 2-4 0,0-1 2 16,4-2 2-16,1-1-5 0,1 1-11 0,0 0-8 16,1-1-2-16,1 0-2 0,-1 0 1 0,0-1 0 15,-1 0 2-15,-3 0 9 0,1-3 3 0,-3 2 12 16,-2-1-1-16,-3 0 7 0,-2-1 4 0,-1 0-8 16,-2-3 6-16,-2 2-2 0,-1-2 7 0,0-1 3 15,-4 0 18-15,0 0 2 0,-2 1 4 0,0-1 3 16,-1 0 7-16,-1 0 23 0,-1 1-12 0,0 0 6 15,-1 0 7-15,1 3-10 0,-2-2 8 0,1 1-21 16,3 10-1-16,-7-15-12 0,7 15-4 0,-9-8-5 16,9 8 6-16,-9-3 4 0,9 3-4 0,-12 1 3 15,12-1 4-15,-11 10 17 0,11-10-9 0,-12 17 4 16,7-9-8-16,1 5-21 0,1-3 20 0,-1 5-28 16,2-3 32-16,0 1-37 0,2-1 4 0,2 1 1 15,0 1-5-15,2-1 2 0,2 0-1 0,0-1 12 0,4-2-7 16,-1 1-3-16,2-2-1 0,1-2-5 15,0-1-20-15,2-1-21 0,-2-1-4 0,-1-1 13 16,2-2-2-16,-13-1 10 0,22-1 7 0,-10-2 10 0,-1 0-6 16,-1-1 21-16,-2-1-12 0,0-2 8 0,-2-1-6 15,-1 0 11-15,2-2-12 0,-4 1 16 0,-1-4 0 16,0 2-9-16,-2-1 4 0,1 0-3 0,-2 0 1 16,-1 1-2-16,0-1 5 0,0 1 19 0,2 11 10 15,-3-19 5-15,3 19 0 0,-4-16-6 0,4 16-7 16,-3-13-3-16,3 13 0 0,-2-10-14 0,2 10 1 15,0 0-3-15,0 0-2 0,-3-9 1 0,3 9 9 16,0 0-11-16,0 0 4 0,0 0 2 0,0 0-6 16,3 9 2-16,-3-9 7 0,0 0-24 0,9 12 29 15,-9-12-21-15,8 9 18 0,-8-9-17 0,10 7 20 16,-10-7-19-16,15 7 18 0,-15-7-19 0,17 6 19 16,-17-6-22-16,19 5 20 0,-19-5-21 0,19 2 27 15,-19-2-27-15,18 1 31 0,-18-1-28 0,17-1 18 16,-17 1 0-16,15-4-5 0,-15 4 0 0,16-8 3 15,-16 8 6-15,12-9-12 0,-12 9-6 0,10-14 4 16,-6 5 2-16,-4 9-1 0,7-16-8 0,-3 6 13 16,-4 10-8-16,4-17 5 0,-4 17 18 0,3-13-1 0,-3 13-3 15,2-13 3-15,-2 13 5 0,2-10-11 16,-2 10-8-16,0 0-2 0,2-11 3 0,-2 11 2 16,0 0-3-16,0 0 2 0,0 0 7 0,0 0-15 0,0 0 50 15,2 17-46-15,-2-17 40 0,2 15-43 0,-2-15 30 16,6 15-39-16,-2-5 37 0,-1-2-37 0,2 2 38 15,-1 1-35-15,2-2 31 0,-1-1-50 0,3 2 14 16,-2-3 1-16,1 1 3 0,0 0-1 0,2-2 9 16,-2-1 30-16,-7-5-45 0,14 10 5 0,-14-10 5 15,14 6 37-15,-14-6-43 0,13 4 41 0,-13-4-44 16,15 1 36-16,-15-1-40 0,14-4 39 0,-14 4-42 16,15-8 40-16,-8 2-37 0,0 1 36 0,0-2-40 15,-1-1 35-15,2-1-32 0,-2 2 37 0,-1-2-2 16,1-1-11-16,-2 1 2 0,2 0-6 0,-2 1 1 15,0 0 4-15,-4 8-3 0,7-17 0 0,-7 17-1 16,5-14-1-16,-5 14 14 0,5-10 11 0,-5 10 6 16,4-10 1-16,-4 10-5 0,0 0-9 0,3-12-4 15,-3 12-5-15,0 0-5 0,0 0 20 0,0 0-9 16,0 0 10-16,0 0 31 0,9 7-5 0,-9-7 7 16,4 13 19-16,-4-13-29 0,7 18 29 0,-4-8-35 15,2 5 28-15,0-1-41 0,1 1 25 0,-1 2-38 0,1 1 29 16,0 2-38-16,1 0-3 0,0 1 1 0,-1 0 1 15,0-1-4-15,1 0 3 0,-1 0 1 0,0 1-7 16,-1-2 0-16,-1-2-2 0,-1 1 0 0,1-2-3 16,-1 0-1-16,-3-2 5 0,0 0-1 0,-1-1 2 15,-3 2-2-15,0-3 24 0,-2 1-30 0,0-1 27 16,-1-2-30-16,-3 1 24 0,0-4-43 0,-1 1 7 16,-2-2-64-16,1-2-18 0,-2-2 19 0,1 1-26 15,0-1 15-15,-2-4-36 0,2 1-13 0,-3-3 24 16,3-2-28-16,-1 0 17 0,2-3 16 0,1 0 19 15,3-2 19-15,1 2 15 0,1-4 7 0,3 1 12 16,1 1 7-16,2-2 5 0,1 1 21 0,3-2-12 16,1 0 17-16,1 0-11 0,3-2 15 0,3-1-15 15,1 3 14-15,3 0 1 0,0-1 7 0,5 0-8 16,1 0-4-16,0 1 3 0,3-1-11 0,-1 3-11 16,1-3-14-16,1 3 22 0,-2-3-22 0,-1 2 7 15,2 1 5-15,-3-2 9 0,-3 2 1 0,0 0 5 16,-3-1 18-16,1 0-19 0,-1-2 3 0,-2 3 4 0,-3-3 14 15,0 4 29-15,-2 0-5 0,-2 0 14 0,-1 0-20 16,0 1-3-16,-3 1 3 0,-3 9-5 16,4-16-3-16,-4 16-3 0,0-12 13 0,0 12-10 15,-4-10 6-15,4 10 2 0,-9-6 1 0,9 6 15 0,0 0-20 16,-15 3 40-16,15-3-51 0,-15 9 44 16,8-4-37-16,0 3 39 0,1 1-38 0,1 1 30 0,-2 2-34 15,3 1 33-15,2-1-38 0,0 1 37 0,2-1-43 16,0 1 31-16,3 0-38 0,0 1 3 0,3-1-4 15,1 0 7-15,0-1 2 0,3 0-8 16,1-2 1-16,0 1-50 0,2-3-48 0,1-1-36 0,0 0-24 16,3-2-34-16,-1 1-62 0,2-1-40 0,1-3-69 15,-2 1 37-15,2-1-62 0,-3-1-6 0,-2-1-10 16,-1 0-11-16,1 0-374 0,-4-3-313 0</inkml:trace>
  <inkml:trace contextRef="#ctx0" brushRef="#br0" timeOffset="92482.7287">9513 4267 113 0,'3'-10'494'0,"-3"10"-91"0,3-18-68 0,-3 18-31 15,3-20 12-15,-3 20 17 0,0-21-28 0,0 21-9 0,0-19 24 16,0 19 0-16,1-20-25 0,-1 20-13 16,1-17-23-16,-1 17-42 0,2-14-29 0,-2 14-37 15,3-12-26-15,-3 12-8 0,8-7-26 0,-8 7 30 16,11-2-45-16,-11 2 20 0,14 2-30 0,-14-2 32 0,19 7-56 16,-8 0 24-16,0 2-50 0,-1 0 30 15,-1 1-39-15,1 1 28 0,-1 0-39 0,-1 1 37 0,0 1-44 16,-1-1 39-16,0 1-44 0,-2 0 37 0,-1-1-37 15,0 0 2-15,1-1 4 0,-5-11-3 16,3 20 8-16,-3-20-1 0,2 16 6 0,-2-16-1 0,-2 12-1 16,2-12 2-16,-3 10 0 0,3-10-1 0,0 0 2 15,-9 7 3-15,9-7 5 0,0 0 30 0,0 0-36 16,-12-4 32-16,12 4-41 0,-5-9 39 0,5 9-44 16,-3-16 35-16,3 16-39 0,2-18 40 0,-1 7-40 15,2 0 42-15,1 0-18 0,-1-3-35 0,3 2 40 16,-1 0-35-16,3 1 21 0,-2-1-74 0,1 1-37 15,1 0-64-15,1 2-53 0,-3 2-76 0,1 0-86 16,0 1-28-16,2 1-67 0,-9 5-104 0,13-5-432 0,-13 5-628 16</inkml:trace>
  <inkml:trace contextRef="#ctx0" brushRef="#br0" timeOffset="92955.9586">10061 4170 512 0,'0'0'633'0,"0"0"-62"0,2-15 8 0,-2 15-34 16,0 0-50-16,0-17-23 0,0 17-70 0,0 0-4 15,1-15-93-15,-1 15-6 0,0 0-95 0,1-13-6 16,-1 13-68-16,0 0 60 0,0 0-27 0,0 0 13 16,0 0-48-16,13 3 44 0,-13-3-54 0,9 10 10 15,-9-10-33-15,9 16 14 0,-4-7-48 0,-1 0 23 16,2 1-46-16,-2 1 21 0,2 0-41 15,-1 2 25-15,1-2-34 0,-2 0-7 0,1 0-3 0,-2 0 2 16,2 0 1-16,0-2 3 0,-1 1-6 0,-1-2 3 16,-3-8-3-16,6 16 5 0,-6-16-6 0,6 11 5 15,-6-11 2-15,5 10 1 0,-5-10 1 0,0 0-2 16,11 7 6-16,-11-7-9 0,0 0-3 0,14-2 3 16,-14 2 27-16,10-10-36 0,-4 3 27 0,-1-2-32 15,1-3 25-15,0 0-36 0,2-1 31 0,-2-2-28 16,1 1 28-16,-1-2-29 0,0 1 34 0,1 0-31 0,-1 0 30 15,-1 2-32-15,0-1 28 0,-1 4-25 16,1 1 27-16,-1-1-31 0,-4 10 31 0,9-14-33 0,-9 14 35 16,9-9-31-16,-9 9 37 0,14-2-29 0,-14 2 21 15,16 3-27-15,-7 0 37 0,1 3-37 16,1 0 29-16,3 1-32 0,-2 1 38 0,1 1-34 16,2-1 28-16,-2 1-28 0,1 0 22 0,-1-1-113 0,1 2-57 15,-1-2-115-15,2 1-45 0,-1-1-116 0,2 0-129 16,-2 1-36-16,0-3-230 0,1 2-430 0,-3-2-872 15</inkml:trace>
  <inkml:trace contextRef="#ctx0" brushRef="#br0" timeOffset="94032.9258">7055 5117 394 0,'-3'-20'600'0,"-2"-2"-145"0,1 1 56 0,0 1-58 15,-2-3-15-15,2 6-3 0,0 0-22 0,0-1-71 16,-1 1-31-16,1 3-36 0,1 0-8 0,-2 3 23 16,3 0-94-16,-1 3-10 0,3 8-78 0,-5-15 9 15,5 15-53-15,0 0 53 0,0 0 5 0,-6 7 20 16,6-7-30-16,-2 22 15 0,1-6-38 0,1 2 15 0,1 3-34 16,1 3-15-16,1 2-2 0,2-1-9 15,1 6-9-15,2-4-37 0,0 4 43 0,2-3-13 0,2 0-4 16,0-2 0-16,1 0-9 0,2-1-4 0,0-2 1 15,2-4-1-15,0 2-5 0,1-4 2 0,-1-5 1 16,-2 0 0-16,2 0-4 0,-2-5 1 0,1-1 1 16,-2-1-4-16,1-4 2 0,-2-1 0 0,-1-1 0 15,1-2 0-15,-2 0-2 0,1-5 6 0,-1-1-39 16,-1 0 38-16,0-4-36 0,-2 0 41 0,0-6-4 16,-2-2 2-16,1 1-3 0,-2-4-2 0,-3-1 1 15,2 0-4-15,-3-1 22 0,0 0-28 0,-1 0 28 16,-2 0-33-16,1 2 25 0,-2 2-31 0,1 3 24 15,0 2-22-15,0 1 18 0,-1 3-27 0,1 2 23 16,2 11-30-16,-4-16 1 0,4 16-85 0,-5-8-26 0,5 8-74 16,0 0-46-16,0 0-35 0,-10 7-30 0,10-7-37 15,-1 12-18-15,1-12-47 0,3 17 16 16,0-7-72-16,2 0-43 0,3 1-487 0,2-3-617 16</inkml:trace>
  <inkml:trace contextRef="#ctx0" brushRef="#br0" timeOffset="94633.1277">7614 5063 639 0,'0'0'644'0,"6"-12"-96"0,-6 12-1 0,4-17-42 16,-4 17-24-16,-1-18-33 0,1 18-37 0,-3-19-2 15,3 19-59-15,-5-19-51 0,5 19-49 0,-4-18-18 16,4 18-18-16,-5-13-27 0,5 13-36 0,-4-11-36 16,4 11-27-16,-6-7-16 0,6 7-17 0,0 0-10 15,0 0-9-15,-14 6-2 0,14-6-7 0,-8 13-10 16,3-5-2-16,1 2-1 0,1 0-5 0,-1 0-1 15,2 2 6-15,1 1-6 0,1 0-5 0,1-1-1 16,0 2-1-16,5 1 0 0,-1-1-31 0,3-1 37 16,2 4-33-16,2-3 42 0,1-1-40 0,3 1 40 0,-1 0-35 15,2-1 40-15,-1-1-35 0,1 0 29 16,-2-2-42-16,0 2 41 0,-2-1-4 0,0-3-2 16,-2 2-4-16,-1-2-8 0,1 1-4 0,-4-1-4 15,-1 0 1-15,0-1 0 0,-6-7 2 0,4 14-2 0,-4-14-5 16,-2 16-6-16,-3-9-1 0,-1 0-13 15,-1 0-14-15,-2 0-21 0,-2 0-5 0,0 0 13 16,-2-2-1-16,-1-1-22 0,1 1-13 0,1-3 20 0,1-1-4 16,11-1 29-16,-23 0-7 0,23 0-8 0,-20-4-12 15,20 4 7-15,-14-11 16 0,14 11 1 16,-7-14 14-16,7 14 1 0,2-18 1 0,1 6-12 16,4-1 14-16,2-4-1 0,3 1 3 0,1-1 1 0,6-2 6 15,1 1 16-15,2-1-10 0,1 0 16 0,4-4-6 16,1 3 13-16,-1 0-12 0,-2 2 8 0,-2 1-1 15,0 1 12-15,-3-1 1 0,-4 5 46 0,-2-1 14 16,-1 2 41-16,-3 0-46 0,-3 0 36 0,0 1-43 16,-3 1 11-16,-1-1 15 0,-3 10-41 0,0-15 29 15,0 15-42-15,-4-13 28 0,4 13-36 0,-11-12 39 16,11 12-37-16,-11-6 55 0,11 6-35 0,-13-2 37 16,13 2-42-16,-13 4 38 0,13-4-26 0,-11 10 25 15,11-10-39-15,-8 15 25 0,5-5-37 0,3-10-4 16,-1 21-2-16,2-8-2 0,3-1 0 0,0 2 0 15,1 0-8-15,1 0 2 0,2 0-9 0,2-1-42 16,1 0-59-16,1 0-77 0,0-1-81 0,-1-1-59 16,0-1-54-16,2 0-61 0,-1-3-17 0,1 2-62 0,0-3-89 15,3-1-446-15,-2 0-665 0</inkml:trace>
  <inkml:trace contextRef="#ctx0" brushRef="#br0" timeOffset="94983.3747">8258 5054 278 0,'-1'-13'711'0,"0"0"-110"16,0 1-10-16,0-1-33 0,1 1-8 0,0-1-8 16,0 1-75-16,1 0-50 0,-1 12-33 0,1-20-81 15,-1 20-22-15,3-18-92 0,-3 18-2 0,5-13-69 16,-5 13 22-16,10-6-71 0,-10 6 14 0,12-2-45 16,-12 2 21-16,15 6-33 0,-15-6-11 0,15 10-3 15,-7-4-3-15,1 5-4 0,-1-3 1 0,0 4-11 16,-1-1-17-16,2 1-29 0,-4 1-8 0,1-1-2 15,-1 1-4-15,-1-5 4 0,-1 3 15 0,0-3 7 16,-3-8 13-16,6 18 0 0,-6-18 8 0,2 13 11 16,-2-13 10-16,0 0 1 0,1 12 10 0,-1-12 31 15,0 0 23-15,0 0 3 0,0 0 12 0,0 0 0 0,-7-8 8 16,7 8-18-16,-3-15 7 0,2 5-2 16,0-2-15-16,2 0-13 0,0-1-2 0,2-3-7 15,0 1-12-15,-1 0-2 0,2 1-13 0,0 0-1 0,1 1-6 16,1 1-6-16,1 0-6 0,1 2-34 0,-1 1-62 15,2 1-81-15,3 0-74 0,-1 2-65 0,0 2-89 16,1 0-71-16,0 3-79 0,-12 1-66 16,24 0-692-16,-12 1-921 0</inkml:trace>
  <inkml:trace contextRef="#ctx0" brushRef="#br0" timeOffset="95373.5987">9387 5016 185 0,'-5'-9'881'0,"-2"0"-192"0,1 0-20 0,-1-2-18 0,1 0 7 15,0 0-67-15,-2-1-72 0,2 2-24 0,0 0-37 16,2 2-43-16,-1 1-68 0,5 7-79 0,-9-13-53 16,9 13-52-16,-6-10-31 0,6 10-30 0,0 0-20 15,0 0-11-15,0 0-16 0,0 0-11 16,0 0-6-16,-7 9-16 0,7-9 1 0,2 14-4 0,-2-14-3 15,6 16-24-15,-2-7-19 0,2-1-80 0,-2 3-72 16,1-3-92-16,-1 3-74 0,0-2-54 0,1 1-69 16,-2 0-93-16,1-1-2 0,-4-9-144 0,6 18-616 15,-6-18-926-15</inkml:trace>
  <inkml:trace contextRef="#ctx0" brushRef="#br0" timeOffset="95583.6516">9251 4807 556 0,'-4'-18'813'16,"0"1"-89"-16,0 1-45 0,1 0-8 15,0 1-48-15,0-1-101 0,2 4-100 0,-1 0-51 16,0 0-67-16,-1 2-59 0,3 10-57 0,-2-16-41 16,2 16-34-16,0 0-23 0,2-12-16 0,-2 12-91 0,0 0-70 15,0 0-103-15,16 7-81 0,-9-1-79 0,0 1-116 16,3 3-32-16,0 1-177 0,-1-1-585 15,4 5-867-15</inkml:trace>
  <inkml:trace contextRef="#ctx0" brushRef="#br0" timeOffset="96625.0715">9552 4892 955 0,'0'0'889'0,"0"0"-71"0,3-13-84 0,-3 13-15 16,0 0-82-16,4-12-80 0,-4 12-69 0,0 0-81 15,5-10-76-15,-5 10-76 0,0 0-36 0,0 0-35 16,10-4-33-16,-10 4-22 0,0 0-23 0,14 7-17 16,-14-7-20-16,14 12-8 0,-7-6-15 0,0 1-9 15,-1 2-8-15,2 0-11 0,-2-1-2 0,0 3-4 16,1-1 3-16,0 0-10 0,-2 1-2 0,0-1-4 16,0-1-13-16,0 0-23 0,-1 0-17 0,-4-9-20 15,9 15-6-15,-9-15-1 0,7 12-2 0,-7-12 9 16,5 12 14-16,-5-12 20 0,6 7 6 0,-6-7 4 15,0 0 11-15,7 8 5 0,-7-8 0 0,0 0 0 0,0 0 6 16,9-8 3-16,-9 8-1 0,3-10-3 0,-3 10 7 16,3-17-1-16,-3 17 0 0,4-21-1 0,-2 11-1 15,0-2 0-15,-1 0 30 0,1 1-33 16,-1 2 6-16,1-2 1 0,-2 11 1 0,3-19 1 0,-3 19 3 16,5-14 0-16,-5 14-9 0,2-11 1 0,-2 11 2 15,0 0 0-15,8-9-3 0,-8 9 6 0,0 0 28 16,12 2-29-16,-12-2 2 0,11 6 2 0,-11-6 30 15,12 8-37-15,-5-2 0 0,2 0 3 0,-1 2 0 16,2 0-1-16,1-1-1 0,0 1 8 0,3-1-2 16,1-1-6-16,0 0 4 0,1 0-1 0,0-1 2 15,0-1-13-15,-1 0-9 0,1-1-7 0,-3-1-5 16,1-1-6-16,-3 0 2 0,-11-1 12 0,23-1-2 16,-12-1 6-16,-1-2-1 0,-10 4 8 0,14-11-1 15,-8 3 2-15,-2-1 6 0,-2-1 1 0,-1-2 5 0,-1-2 16 16,-2-4 21-16,-1-1 15 0,-2-3-2 15,-1-2 1-15,-2-4 22 0,-1-1 4 0,1 0-30 0,1 1 56 16,-2 0-19-16,1 1 101 0,1 5-97 16,1 2 116-16,0 0-91 0,1 5-114 0,-1 1 0 0,2 2 0 15,1 3 0-15,3 9 0 0,-5-13 0 16,5 13 0-16,0 0 0 0,0 0 0 0,0 0 0 0,1 12 0 16,2-2 0-16,1 6 0 0,0 1 0 0,4 5 0 15,-1 4 0-15,2 2 0 0,0 1 0 0,2 0 0 16,-1 1 0-16,0-2 0 0,2 2 0 0,0-2 0 15,0 0 0-15,0-2 0 0,0 0 0 0,1-1 0 16,0 0 0-16,-5-4 0 0,1-3 0 0,-2-2-289 16,-1-3-146-16,-1 0-8 0,1-2 3 0,-3-3-12 15,-3-8-7-15,5 13 2 0,-5-13 43 0,0 0 53 16,0 0-4-16,0 0 74 0,0 0 5 0,0 0 86 16,0 0 2-16,-1-14 77 0,1 14 23 0,-3-17 94 15,3 17 3-15,-4-20 98 0,4 20 37 0,-4-19 74 16,4 19 45-16,-5-18 25 0,5 18 28 0,-3-16-5 15,3 16 7-15,-3-13 2 0,3 13-33 0,-3-10-37 16,3 10-40-16,0 0-36 0,-2-13-12 0,2 13-3 16,0 0-22-16,0 0-17 0,8-8-26 0,-8 8-17 0,0 0-10 15,18 0-10-15,-18 0-12 0,18 2-5 0,-18-2-9 16,23 1-3-16,-9 0-8 0,-2 0-8 16,1-1-26-16,2 0-19 0,-1 0-10 0,-1 0-2 15,0-1 3-15,1 0 4 0,-2 0 7 0,-1-2 2 0,1 0 10 16,-2-1-2-16,-1-1 11 0,1-2 5 0,-1-1 3 15,0-2 4-15,-2 0 3 0,-2-1-2 0,0 3 3 16,-2-3 13-16,0-1 12 0,-3 12 20 0,1-19 5 16,-1 19-7-16,0-16 4 0,0 16 1 0,-2-13-7 15,2 13-8-15,-5-9 5 0,5 9 40 0,0 0 12 16,0 0-9-16,-12 1-14 0,12-1-7 0,-6 11 11 16,6-11 11-16,-4 18-10 0,2-8 8 0,1 1-7 15,1 1-17-15,1 3-9 0,0-2-9 0,2 2-3 16,2 1-10-16,0-1-11 0,3 0-69 0,0 2-90 15,3-2-91-15,3 0-102 0,1-1-62 0,1 0-77 16,0-3-106-16,3 2 57 0,0-1-49 0,0-3-83 16,2 0-463-16,0-2-740 0</inkml:trace>
  <inkml:trace contextRef="#ctx0" brushRef="#br0" timeOffset="97218.6837">10800 5006 600 0,'1'-13'717'0,"-1"13"-58"16,0-22-39-16,0 22-21 0,-1-20-47 0,1 20-20 0,-1-17-34 15,1 17-41-15,-1-15-55 0,1 15-63 16,-1-13-71-16,1 13-60 0,0 0-49 0,0-13-33 16,0 13-19-16,0 0-17 0,0 0-16 0,0 0-8 0,7 8-11 15,-7-8-8-15,9 15-6 0,-3-6-5 0,-1 2-11 16,2 2-10-16,0-1-1 0,-1 3-4 16,0-2-3-16,2 1-6 0,-2-1 0 0,0 0-3 0,-1 0-4 15,-1-1-34-15,-1-1 39 0,1-1-33 0,0 0 43 16,-4-10-37-16,4 16 43 0,-4-16-36 0,2 10 43 15,-2-10-41-15,0 0 46 0,0 0-41 0,-4 12 40 16,4-12-7-16,0 0-5 0,-12-6 4 0,12 6-5 16,-10-13-2-16,6 5 23 0,-1-3-14 0,2-1 2 15,0-2-16-15,3-3 6 0,0-1-6 0,2-2-6 16,2-3-2-16,2 1-3 0,2-6-5 0,1 1-14 0,4 0-34 16,2-5-55-16,2 1-33 0,0 1 13 15,0 0-20-15,0 5-25 0,-2 1 42 0,1 1-11 16,-3 0 34-16,0 0 12 0,-3 5 26 0,-1 1 16 0,-2-2 9 15,-2 3 11-15,0 1 18 0,-1-1 7 0,-3 0 46 16,1 0 31-16,-2 2 34 0,-1 0 34 0,-1-1 21 16,1 2-6-16,-2 0 5 0,-1 2 23 15,1-1 18-15,0 2-1 0,3 10-20 0,-4-19-26 0,4 19-33 16,-2-12-12-16,2 12-31 0,0 0 6 16,0 0 48-16,0 0-74 0,0 0 94 0,11 3-125 0,-5 6-18 15,1 5 0-15,1 4 0 0,1 4 0 0,1 7 0 16,2 7 0-16,0 1 0 0,2 3 0 0,-2 1 0 15,2 1 0-15,1 1 0 0,0 1 0 0,0-1 0 16,2 1 0-16,0 0 0 0,3-1 0 0,-2-1 0 16,0-1 0-16,0-1 0 0,-2-1 0 0,1-3 0 15,-3-2 0-15,-3-4 0 0,-1-1 0 0,-2-3 0 16,-1-4 0-16,-1 1 0 0,-2-5 0 0,-2-3 0 16,0 2 0-16,-2-4-29 0,0-1-125 0,-2-2-33 15,2-10-41-15,-5 17-52 0,5-17-45 0,-9 9-49 16,9-9-44-16,-11 2-53 0,11-2-37 0,-14-5-8 15,5-1-84-15,0-2-126 0,-1-2-326 0,-1-1-670 0</inkml:trace>
  <inkml:trace contextRef="#ctx0" brushRef="#br0" timeOffset="97759.4034">11197 5161 718 0,'-5'-8'701'0,"5"8"-82"0,-6-17-7 16,6 17 4-16,-3-14 15 0,3 14-72 0,2-16-51 15,-2 16-61-15,7-16-58 0,-1 10-39 16,2-4-63-16,-1 3-42 0,4 1-45 0,3-1-40 0,2 1-33 15,3 0-23-15,0 0-15 0,2 4-23 0,3-3-13 16,1 2-14-16,1-1-3 0,-1-1-13 16,1 2-8-16,-1 0-6 0,0 1-23 0,0-2-14 0,-4 2-8 15,0-2-10-15,-3 2 5 0,0-1 12 0,-1 1 0 16,-2-1 6-16,-1 0 8 0,-3 1 3 0,1-2 1 16,-12 4 8-16,16-7-3 0,-16 7-1 0,12-9 11 15,-12 9 2-15,5-8 5 0,-5 8 11 0,0 0 13 16,-3-11 23-16,3 11 1 0,-9-6-3 0,9 6-1 15,-9-3-8-15,9 3-4 0,0 0 8 16,-18 0 40-16,18 0 27 0,-11 8-30 0,11-8-15 0,-14 12-4 0,7-5-77 16,1 2 18-16,2-1-10 0,0 3 0 15,1-1 0-15,-1 0 0 0,2 2 0 0,2-1 0 16,-1 0 0-16,2 0 0 0,1 0 0 0,2 0 0 0,0-1 0 16,0 0 0-16,1-1-12 0,-1 0-88 0,2-2-51 15,0-1 38-15,-6-6-32 0,9 11 53 16,-9-11-22-16,10 7 55 0,-10-7-25 0,11 5 51 0,-11-5-29 15,0 0 46-15,13-4 1 0,-13 4 5 0,8-7 6 16,-8 7 1-16,7-16-3 0,-7 16 5 0,5-19 7 16,-5 19 25-16,2-21 29 0,-2 21 10 0,2-21 7 15,-2 21 6-15,1-18 8 0,-1 18 14 0,2-16 7 16,-2 16-18-16,0-13-18 0,0 13-10 0,0 0-26 16,2-14-12-16,-2 14-4 0,0 0-4 0,0 0 9 15,0 0-24-15,6-7-2 0,-6 7-3 0,0 0 0 16,7 8 0-16,-7-8-47 0,6 9 40 0,-6-9-114 15,7 12-31-15,-7-12-74 0,10 15-68 0,-3-8-59 16,-3 0-37-16,3 2-49 0,-1-2-16 0,1 1-54 16,2-1-11-16,-1-1-82 0,2 1-59 0,-1-2-405 15,3-1-682-15</inkml:trace>
  <inkml:trace contextRef="#ctx0" brushRef="#br0" timeOffset="98218.059">12025 5073 471 0,'8'-12'563'0,"-1"0"-103"0,1-1 43 16,-4 1-17-16,4-1-10 0,-4 0-10 15,0 0-37-15,-1 1-9 0,1 2-9 0,-2 0-42 16,0-1-20-16,-2 11-30 0,3-15-33 0,-3 15-30 0,2-14-37 16,-2 14-38-16,0 0-24 0,-2-13 32 0,2 13-1 15,0 0-12-15,0 0 5 0,-11 3-1 16,11-3-84-16,-7 11 98 0,7-11-102 0,-10 17-18 0,7-7-74 16,2 1 0-16,-3 0 0 0,1 2 0 0,2-1 0 15,1 2 0-15,0-2 0 0,1 2 0 0,2 0 0 16,1 0 0-16,2 0 0 0,2 0 0 0,1-3 0 15,0 1 0-15,3-2 0 0,3 1 0 0,3-1 0 16,-1-2 0-16,4-1 0 0,-1-1 0 0,2-1 0 16,1-2 0-16,2 0 0 0,-4-2 0 0,0-1 0 15,2-2-42-15,-4-1 59 0,0-2-73 0,3 1 79 16,-1-5-68-16,-4 1 76 0,2-3-76 0,-4-1 76 16,-1-2-69-16,-1 0 73 0,-1-2-72 0,-3 4 80 0,-3-1 5 15,1 0-57-15,-3 0 53 0,0 2-44 16,-2 0 0-16,-2 11 0 0,-1-16 0 0,1 16 0 15,-9-14 0-15,9 14 0 0,-15-5 0 0,15 5 0 16,-23 2 0-16,10 3 0 0,-1 1 0 0,-3 4 0 0,0 0 0 16,2 2 0-16,1 2 0 0,3 1 0 0,4-1 0 15,0 0 0-15,3 3 0 0,4-3 0 0,2 2 0 16,4 2 0-16,6-2 0 0,1 2 0 0,6 0 0 16,3-1 0-16,0-2 0 0,5-2 0 0,-2-1 0 15,4-3 0-15,1-2 0 0,-3-3 0 0,0 2 0 16,2-4 0-16,-3 0 0 0,-1-2 0 0,-2-1 0 15,2-2 0-15,-6-3-382 0,-3 2-2082 0,-2-2-2280 16</inkml:trace>
  <inkml:trace contextRef="#ctx0" brushRef="#br0" timeOffset="119643.7676">20093 5359 9 0,'0'0'689'15,"0"0"-164"-15,1-12-81 0,-1 12-30 0,0 0-41 0,0 0-44 16,0 0-30-16,0 0-30 0,0 0-36 16,0 0-17-16,0 0 0 0,0 0 7 0,-2-11-7 15,2 11-22-15,0 0-35 0,0 0-32 0,0 0-22 16,0 0-24-16,0 0 5 0,0 0-8 0,0 0 3 15,0 0 4-15,4 13 30 0,-4-13-30 0,4 14 36 0,-4-14-2 16,3 21-13-16,-1-9 2 0,0 2-14 0,0 2-7 16,-1 2-5-16,0 1 6 0,0 2-6 15,-1 4-15-15,1 0-7 0,0 1-6 0,-1 3 0 16,-2 4 6-16,4 0-16 0,-1 2 30 0,1 1-17 0,0 1 39 16,0 0-45-16,2 5 10 0,2 2 12 0,-1 1 44 15,0 0-45-15,1 1 74 0,0-1-70 0,3 1 65 16,-2 0-82-16,2-1 77 0,-2-1-94 0,2 0 2 15,-2 3-4-15,1-2-11 0,-1 0-29 0,1-1 0 16,-1 0 0-16,0 0 0 0,0 2 0 0,0 0 0 16,-2-1 0-16,1 2 0 0,-1-1 0 0,1 1 0 15,1-1 0-15,-1-1 0 0,0 0 0 16,-1 0 0-16,0 1 0 0,0-2 0 0,1 1 0 0,-2 0 0 16,1-3 0-16,-1 1 0 0,-1 1 0 0,1 0 0 15,1-1 0-15,0 2 0 0,0-2 0 0,0 1 0 16,0 0 0-16,1 1 0 0,-1 1 0 0,1 0 0 15,-1 0 0-15,-1-2 0 0,0 1 0 0,1 2 0 16,-1-1 0-16,-1 2 0 0,2-2 0 0,-2 1 0 0,0 2 0 16,0-1 0-16,-1 2 0 0,1-1 0 0,-1 2 0 15,1-1 0-15,-1 0 0 0,0 1 0 16,1 1 0-16,1-3 0 0,-2 2 0 0,1-1 0 16,-1 0 0-16,1-1 0 0,0 2 0 0,-2 1 0 0,1-1 0 15,0 0 0-15,0 1 0 0,0 1 0 0,0-2 0 16,0 2 0-16,0 0 0 0,1 1 0 0,-2-2 0 15,1 3 0-15,0-5 0 0,0 2 0 0,-1 1 0 16,1 0 0-16,0 1 0 0,-1-2 0 0,0 3 0 16,-1-2 0-16,0 0 0 0,1 1 0 0,-2-1 0 15,1 0 0-15,0 0 0 0,1 0 0 0,-1 0 0 16,0-1 0-16,0 0 0 0,1 0 0 0,0 0 0 16,-1 1 0-16,2 0 0 0,0 0 0 0,0 0 0 15,-1 2 0-15,1-3 0 0,2 2 0 0,-1-2 0 16,-1 0 0-16,1 0 0 0,1 0 0 0,-1-2 0 15,1 0 0-15,0 0 0 0,1-1 0 0,0 0 0 16,0-1 0-16,0 0 0 0,-1 1 0 0,0-2 0 0,1 0 0 16,0 1 0-16,-1-3 0 0,0 1 0 15,0-1 0-15,0-1 0 0,0 1 0 0,-1-3 0 16,1 0 0-16,-2-4 0 0,2 4 0 0,-1 1 0 16,0-5 0-16,-1 0 0 0,0 5 0 0,0-5 0 0,-1 0 0 15,1 1 0-15,-1 0 0 0,0-1 0 0,1-1 0 16,0 3 0-16,-1-3 0 0,0 0 0 15,0-1 0-15,0 2 0 0,0-2 0 0,2 1 0 0,-3-2 0 16,2 0 0-16,-2 1 0 0,0-2 0 16,1 1 0-16,-1 0 0 0,0 0 0 0,0-1 0 0,0 0 0 15,0 1 0-15,0-2 0 0,0-3 0 0,0-1 0 16,0 1 0-16,0-1 0 0,1-1 0 0,-1 1 0 16,1-3 0-16,-1 0 0 0,2 1 0 0,-1-2 0 15,0 0 0-15,1-2 0 0,0 1 0 0,0 0 0 16,0-5 0-16,0-1 0 0,0 0 0 0,0-1 0 15,0 0 0-15,0 1 0 0,0-3 0 0,1 1 0 16,-2-3 0-16,0-1 0 0,0 1 0 0,1-1 0 16,-1-2 0-16,-1-10 0 0,1 21 0 0,-1-21 0 0,2 14 0 15,-2-14 0-15,0 15 0 0,0-15 0 16,0 0 0-16,2 16 0 0,-2-16 0 0,0 0 0 0,0 12 0 16,0-12 0-16,0 0 0 0,0 0 0 0,0 0 0 15,0 13 0-15,0-13 0 0,0 0 0 0,0 0 0 16,0 0 0-16,0 0 0 0,0 0 0 15,0 0 0-15,0 0 0 0,0 0 0 0,0 0 0 0,0 0 0 16,0 0 0-16,0 0 0 0,0 0 0 0,0 0 0 16,4-9 0-16,-4 9 0 0,0 0 0 15,0 0 0-15,9-8 0 0,-9 8 0 0,11-5 0 0,-11 5 0 16,14-5 0-16,-3 1 0 0,-1 1 0 0,1 0 0 16,4-1 0-16,-1 1 0 0,3-2 0 0,-1 2 0 15,3-1 0-15,3 0 0 0,0 0 0 0,3-2 0 16,2 2 0-16,1 0 0 0,5-1 0 0,1-1 0 15,2 1 0-15,1-1 0 0,8 0 0 0,-1 0 0 16,3 0 0-16,1-1 0 0,2 1 0 0,2 0 0 0,-1 0 0 16,3-1 0-16,1 1 0 0,0 0 0 15,-1 1 0-15,1-1 0 0,1 0 0 0,1 0 0 16,-1 2 0-16,1-2 0 0,-2 0 0 0,4 1 0 0,-2-1 0 16,2 2 0-16,0 0 0 0,1-2 0 15,0 1 0-15,0 1 0 0,1-2 0 0,0 2 0 0,10-2 0 16,-1 0 0-16,1 1 0 0,0 0 0 15,1-1 0-15,0 1 0 0,1-1 0 0,0 1 0 0,2-1 0 16,-1 0 0-16,1 0 0 0,-1 0 0 0,3 0 0 16,-1 0 0-16,2 0 0 0,1-1 0 0,1 1 0 15,1-1 0-15,2 1 0 0,0 0 0 0,-1-1 0 16,2 0 0-16,0 0 0 0,1 0 0 0,0 0 0 16,2 0 0-16,1 0 0 0,0 2 0 0,1-2 0 15,0 1 0-15,0 1 0 0,-1-2 0 0,1 2 0 16,1 1 0-16,-2-2 0 0,2 1 0 0,2 1 0 15,0 0 0-15,-2-1 0 0,2 1 0 0,0 0 0 16,-2 0 0-16,2 0 0 0,2 1 0 0,-2-2 0 0,1 2 0 16,1-1 0-16,-2 1 0 0,-2-1 0 0,0 0 0 15,-2 0 0-15,-2 0 0 0,0-1 0 16,-1 2 0-16,1-2 0 0,-4 1 0 0,2 0 0 16,-3 0 0-16,-1-1 0 0,0 1 0 0,-3 0 0 0,0 1 0 15,-3-1 0-15,0-1 0 0,-4 0 0 0,-7 2 0 16,0-1 0-16,10 0 0 0,-12 0 0 15,3 1 0-15,-2 0 0 0,0-1 0 0,0 1 0 0,-4-1 0 16,3 2 0-16,-3-3 0 0,2 2 0 0,-2 0 0 16,0-2 0-16,-2 1 0 0,2 1 0 0,-3-1 0 15,-1 0 0-15,1-1 0 0,-1-1 0 0,-1 3 0 16,-3-1 0-16,2-1 0 0,-2 1 0 0,0 0 0 16,0-1 0-16,-1 1 0 0,-1 1 0 0,0-1 0 15,0 1 0-15,0-1 0 0,-1 1 0 0,1-1 0 16,-1 1 0-16,0 0 0 0,0-1 0 0,0 1 0 15,0 2 0-15,-5-3 0 0,5 2 0 0,-7 0 0 16,2-1 0-16,-2 1 0 0,1 0 0 0,-1 0 0 0,0 0 0 16,-2 0 0-16,1 0 0 0,-1 0 0 15,0 1 0-15,-2-1 0 0,1 0 0 0,0 1 0 16,-2-1 0-16,-5 0 0 0,5 0 0 0,-4 0 0 0,-1-1 0 16,0 2 0-16,1 0 0 0,-2-2 0 0,1 1 0 15,0 1 0-15,-1-3 0 0,-1 3 0 0,-1-2 0 16,2 0 0-16,-3 1 0 0,1 0 0 15,-1 0 0-15,0 0 0 0,0-1 0 0,-2 0 0 0,1 1 0 16,0-1 0-16,-1 0 0 0,1 0 0 0,-1 1 0 16,0-2 0-16,1 2 0 0,-1-1 0 0,1 0 0 15,-2 0 0-15,1 1 0 0,-2-1 0 0,-2 1 0 16,3 1 0-16,-2-1 0 0,1 0 0 0,-1 0 0 16,1 1 0-16,0 0 0 0,-1 1 0 0,0-2 0 15,1 2 0-15,-1 0 0 0,0-1 0 0,0 1 0 16,1-1 0-16,-1 0 0 0,0 1 0 0,0-1 0 0,-1 1 0 15,1 0 0-15,0-1 0 0,-1 0 0 0,1 0 0 16,-1 0 0-16,0 0 0 0,1 1 0 16,0-1 0-16,0-1 0 0,0 1 0 0,0-1 0 0,-1 2 0 15,1-1 0-15,0 0 0 0,-1 0 0 0,1 1 0 16,0-1 0-16,-1-1 0 0,0 2 0 0,1 0 0 16,-2 0 0-16,2 0 0 0,-1-1 0 0,0 1 0 15,0 0 0-15,1 0 0 0,-2 0 0 0,1 0 0 0,1 0 0 16,-3-1 0-16,3 1 0 0,-2 0 0 15,1 0 0-15,1 0 0 0,-2-2 0 0,2 2 0 16,-1 0 0-16,-1 0 0 0,1-1 0 0,0 1 0 0,-2-1 0 16,2 1 0-16,-1 0 0 0,1-1 0 0,0 1 0 15,-1-1 0-15,1 1 0 0,0-2 0 0,0 1 0 16,0-1 0-16,0 1 0 0,-1 0 0 0,1 0 0 16,-2-2 0-16,1 3 0 0,0-1 0 0,-2-1 0 0,-2 2 0 15,0-1 0-15,0-1 0 0,0 1 0 16,0 0 0-16,-2-1 0 0,1 2 0 0,-1-1 0 15,-13 1 0-15,26-2 0 0,-14 1 0 0,2 1 0 0,-14 0 0 16,24-2 0-16,-24 2 0 0,23 0 0 0,-23 0 0 16,24-1 0-16,-24 1 0 0,22-1 0 0,-22 1 0 15,19 0 0-15,-19 0 0 0,20 0 0 0,-20 0 0 16,20 1 0-16,-20-1 0 0,17 1 0 0,-17-1 0 16,16 0 0-16,-16 0 0 0,15 0 0 0,-15 0 0 15,13 1 0-15,-13-1 0 0,0 0 0 0,16 1 0 16,-16-1 0-16,0 0 0 0,16 0 0 0,-16 0 0 15,0 0 0-15,13 1 0 0,-13-1 0 0,0 0 0 16,0 0 0-16,12 0 0 0,-12 0 0 0,0 0 0 16,0 0 0-16,0 0 0 0,9-4 0 0,-9 4 0 15,-5-8-932-15,5 8-238 0,-13-14-750 0,3 3-1648 16</inkml:trace>
  <inkml:trace contextRef="#ctx0" brushRef="#br0" timeOffset="124278.4991">26913 13028 12 0,'0'0'177'0,"0"0"-46"0,0 0-26 16,-3 11-24-16,3-11-2 0,0 0 11 0,0 0 23 15,0 0 23-15,-4 8 3 0,4-8 21 0,0 0-14 16,0 0 27-16,0 0-20 0,0 0 31 0,0 0-54 15,0 0 21-15,0 0-9 0,0 0-15 0,0 0-9 16,0 0-5-16,0 0-4 0,0 0-23 16,0 0 27-16,0 0 10 0,-14-1 2 0,14 1 1 0,0 0-4 15,0 0 2-15,0 0 3 0,-6-6 3 0,6 6 2 16,0 0-7-16,0 0-4 0,0 0-1 0,-9-7-12 16,9 7-12-16,0 0-8 0,0 0-3 0,-8-5-11 15,8 5 9-15,0 0 6 0,0 0-1 0,-6-7-7 16,6 7-6-16,0 0 4 0,0 0-19 0,-7-10-2 15,7 10-14-15,0 0-3 0,-4-12-3 0,4 12 8 16,-2-9-22-16,2 9 12 0,-2-12-20 0,2 12 27 16,-2-12-29-16,2 12 18 0,0-14-28 0,0 14 22 15,0-16-34-15,0 16 35 0,2-20-34 0,0 9 25 16,0 0-3-16,0-1 2 0,0-1-7 0,1-1-2 16,1-1-6-16,-2 0 8 0,2-1 7 0,0 0-18 15,0 1-3-15,-2-1 4 0,2 0-2 0,-1 0 1 0,1 0 2 16,0 1-2-16,-1 0 4 0,2 0-2 15,-1-1-3-15,1 2 7 0,1 0-5 0,0-1 0 16,-1 0 0-16,2 1 0 0,-2-2 6 0,1 3-4 16,1-2-4-16,-1 0-1 0,2 2-20 0,1 0 29 15,-3 0-28-15,1-2 30 0,2 1-24 0,-2 1 27 16,2 0-18-16,-1-1 15 0,0 0-23 0,2 3 30 16,-3-3-24-16,0 1 21 0,2 1-21 0,0-1 27 0,0 3 0 15,3-2 13-15,-4 0-38 0,1 2 14 0,3-2-5 16,-2 2 5-16,1-2 12 0,1 1-19 0,-3 2 27 15,4-1-35-15,-1 0 47 0,-1 0-44 0,3 1 28 16,-1-1-40-16,1 2 40 0,-1-2-29 0,0 2 30 16,3-1-23-16,-3 1 39 0,1 0-36 0,1-1 32 15,0 1-36-15,2-2 35 0,1 2-13 0,-2-1-2 16,0 1 0-16,-1 1-5 0,1-1 2 0,0 2-2 16,0-2 6-16,2 2-4 0,-3 0 4 0,3-1 12 15,-2 1-2-15,2-2-9 0,-1 2 0 0,-2 1-3 16,2-1 2-16,-1-1-10 0,0 2-3 0,2 0 1 15,-3 0 4-15,1 0-9 0,2 0 1 0,-2 1 2 16,0-2 6-16,2 2-2 0,0 0 0 0,-3 1-5 16,4-2 1-16,-4 2 2 0,3-1 1 0,1 1 0 15,-2 0 3-15,1 0 5 0,2 0-3 0,0-2-3 16,-1 2-4-16,2 1 2 0,2-1-3 0,0 0-4 16,-2 0 15-16,0 0-13 0,2 2-3 0,-1-1 6 15,-1-1-2-15,1 1 0 0,-1 1 2 0,-2 0 5 16,3-1 9-16,-1 2-1 0,-1-1 3 0,0-1-4 15,-1 1-4-15,1-1-3 0,0 2-1 0,-2 0 5 16,1-1 3-16,0 1 12 0,0-1-3 0,0 1-1 16,0 0-1-16,1 0 0 0,-1 0-2 0,1 0 6 15,1 0 1-15,0 0-5 0,-2 0-5 0,3 0-1 16,-1 0-6-16,0 1 1 0,-1 0-6 0,0-1 3 16,-1 2-9-16,0 1-1 0,1-2 4 0,-2 2-4 15,1 0 1-15,0 0-1 0,-3-1 3 0,2 2-3 0,-2 0-1 16,1 1-1-16,-3-1 1 0,4 1 1 15,-2 2-1-15,0-3 3 0,1 2-3 0,0 0 1 16,3 0 4-16,-1 1 6 0,0 0 10 0,4 1-1 16,-3 0 14-16,1-1-14 0,1 0 20 0,-2 1-1 0,2-1-3 15,-2 0-5-15,-1-1-48 0,-1 0 43 0,-1-2-4 16,0 3-42-16,0-1 42 0,-1-1-41 16,0 2 43-16,1-1-46 0,-3 0 47 0,3 0-42 15,-2 1 44-15,1 0-47 0,-1 1 52 0,0 0-45 0,1 0 46 16,0 1-44-16,0 1 48 0,1 1-57 0,0-1 60 15,-1 1-60-15,1 1 50 0,-2 0-51 0,2 0 53 16,-2 1-52-16,0 1 53 0,0-2-53 0,0 2 65 16,0 1-66-16,0-2 64 0,0 1-9 0,-1 0-6 15,0 1 2-15,1-2-3 0,-2 0 1 0,0 1-1 16,1 2 19-16,-1-3 2 0,-1 1-15 0,0 1-35 16,-1 0 0-16,0 0 0 0,-1 1 0 0,2-2 0 15,-2 3 0-15,0-2 0 0,-1 1 0 0,1 1 0 16,-1-1 0-16,0-1 0 0,1 1 0 0,-1 1 0 15,0-1 0-15,1 0 0 0,-1 0 0 0,0 0 0 16,-1-3 0-16,1 1 0 0,0 0 0 0,-1 0 0 16,1-1 0-16,-1 0 0 0,0-1 0 15,0 0 0-15,0-1 0 0,-1-1 0 0,0 1 0 0,0-2 0 16,0 0 0-16,-1-2 0 0,-1 0 0 0,1 1 0 16,0-1 0-16,0 0 0 0,-6-7 0 0,11 11 0 15,-11-11 0-15,10 11 0 0,-10-11 0 0,8 11 0 16,-8-11 0-16,9 8 0 0,-9-8 0 0,8 9 0 15,-8-9 0-15,6 8 0 0,-6-8 0 0,6 7 0 16,-6-7 0-16,0 0 0 0,7 8 0 0,-7-8-22 16,0 0-184-16,0 0-50 0,4 10-54 0,-4-10-55 15,0 0-45-15,0 0-31 0,0 0-47 0,-5 8-38 16,5-8-5-16,0 0-109 0,0 0-622 0,-16 0-871 16</inkml:trace>
  <inkml:trace contextRef="#ctx0" brushRef="#br0" timeOffset="125345.8587">27806 12362 383 0,'0'0'436'16,"7"-13"-43"-16,-7 13-61 0,4-12-24 0,-4 12-32 0,3-10-32 16,-3 10-18-16,2-11-36 0,-2 11-34 0,0 0 14 15,0-13-6-15,0 13-14 0,0 0-16 0,-6-9-13 16,6 9 9-16,0 0-3 0,-14 0-10 15,14 0 5-15,-16 6-18 0,8 0 14 0,-3 2-5 0,-2 0 2 16,0 5-10-16,-1 2-8 0,1 0-10 0,-2 1-12 16,-1 6 10-16,2-2-5 0,-1 3 28 0,1 0-51 15,0-1-9-15,2 3-7 0,0-1-6 0,3-4-9 16,2 1 2-16,-2-1-1 0,5 0 0 0,1-2 4 16,1-1-1-16,2-2-19 0,0 0 41 0,3 1-27 15,1-3-14-15,1 0 25 0,2 0-18 0,1-2 25 16,-1-2-26-16,5 0 22 0,1-1-26 0,0-3 32 15,1 1-44-15,-1-4 37 0,3 0-8 0,-1-1-5 16,2-2-2-16,0-1-4 0,2 0-3 0,-1-2-4 16,3-2-3-16,-2-1-6 0,3-1 5 0,-4-2 0 15,2 1-4-15,-4-3 1 0,4 0-4 0,-2-1 3 16,-2-2-5-16,0 0 4 0,1-1-2 0,-1 1-2 16,-1-1 5-16,0-1-5 0,-2 0 2 0,1 2-2 15,1-2-2-15,0 3 2 0,-2-1-1 0,-1 1 0 16,3 1 1-16,-2 1 1 0,1 4 2 0,-1-2-4 15,1 3-2-15,0 0-1 0,1 3 2 0,2 1 1 16,-1 1 2-16,-1 4 2 0,2-1-7 0,2 2 5 16,-1 1 2-16,1 3 1 0,-1 3-6 0,0-2 2 15,0 3 7-15,0-1-6 0,-3 0 1 0,-1 2 6 0,-1-2-9 16,-2 2 3-16,-3-3 1 0,0 3 2 0,-3-3-3 16,-2 2 2-16,-3-11 0 0,0 19 1 15,0-19 2-15,-8 19 3 0,2-8 0 0,-3-2-7 0,-1 0 2 16,-3-1 6-16,-1-1-3 0,-1 0-3 0,1-2 2 15,-1 0-4-15,-3-1-3 0,2-1 4 0,0-3 3 16,2 0-2-16,-2 0-2 0,-1-3 8 16,1-1-6-16,1-1-1 0,1 1 1 0,2-2-1 0,0-3 1 15,0 2-2-15,6 0 7 0,-1-2-9 0,1 0 2 16,0 1-1-16,4-2-3 0,2 10 0 0,-2-19 4 16,2 19-3-16,2-19-7 0,2 11-5 0,1-2-4 15,0 3-14-15,1 0-26 0,1 0-53 0,0 1-57 16,2 0-36-16,0 1-45 0,2 0-70 0,0 2-50 15,0-1-53-15,2 3-38 0,-1 0-90 0,0-2-476 16,2 2-634-16</inkml:trace>
  <inkml:trace contextRef="#ctx0" brushRef="#br0" timeOffset="126028.4286">28525 12465 608 0,'0'0'562'16,"2"-12"20"-16,-2 12-39 0,-2-13-42 15,2 13-20-15,0-15-62 0,0 15-70 0,0-14-3 0,0 14-3 0,-2-14-26 16,2 14-40-16,0 0-56 0,0-14-46 0,0 14-34 16,0 0-33-16,0 0-15 0,2-10 27 15,-2 10-7-15,0 0 4 0,12 8-22 0,-12-8 18 0,13 10-1 16,-5-2-9-16,4 1 12 0,-1 1-11 0,2 3-19 16,2-1 3-16,0 1-19 0,0 0 8 15,-1 1-22-15,3 0 1 0,-3-2-16 0,1 1-6 0,-1 1-3 16,1-2-14-16,-2 1-1 0,0-2-8 0,-3 0 0 15,1-1-2-15,-2 0-1 0,-1-1-3 0,-3-1 4 16,3 0-8-16,-3-2 2 0,-5-6 1 0,9 13 3 16,-9-13 2-16,3 11 1 0,-3-11-3 0,0 0-1 15,0 14 2-15,0-14 2 0,0 0 0 0,-7 9 3 16,7-9-10-16,0 0 4 0,-18 2 2 0,18-2 0 16,-13-6-7-16,13 6 6 0,-12-8 1 0,5 3-7 15,1-2-1-15,0-1-2 0,0-1-12 0,2 1 4 16,0-2-2-16,1 2-3 0,-1-3 3 0,4 11-6 15,0-19-5-15,0 19 0 0,4-19-4 0,1 10 13 16,-1 0-12-16,5 1-4 0,-1-3-7 0,2 2-10 16,2 0-3-16,0 1-3 0,0-1 17 0,2 0 2 15,-1 2 3-15,1-2 4 0,2 2 9 0,-1-1 3 16,-1 2 3-16,1-1 4 0,-3 0 1 0,3-1 2 0,-3 1 3 16,0 1 1-16,0-2 1 0,-1 1 1 0,-1-1 9 15,1 0-10-15,-3 2 2 0,1-3 0 0,-1 3 1 16,-1-1 1-16,-1 0-1 0,-6 7 4 0,11-13-38 15,-11 13 43-15,7-13-37 0,-7 13 42 0,4-11-36 16,-4 11 41-16,1-12-42 0,-1 12 42 0,-3-8-40 16,3 8 40-16,-8-8-40 0,8 8 42 15,-11-4-42-15,11 4 41 0,-14-1-42 0,14 1 41 0,-18 4-40 16,8 0 41-16,-1 2-40 0,1 1 46 0,0 2-5 16,0 1 9-16,1 3 17 0,2-1 5 0,-2 5 10 15,4-1-4-15,2 0 6 0,1 1 3 0,2-1 7 16,2 2 25-16,1-1 1 0,5 2 23 0,0-2-53 15,2 0 64-15,4 0-76 0,1-1 4 0,6 1-63 16,2-1 0-16,3-2 0 0,8 1 0 0,-2-3 0 16,0-2 0-16,1-2 0 0,2-1 0 0,0 0 0 15,-2-4-37-15,-6 2-428 0,1-4-150 0,-3 1-248 16,-5-2-1094-16,-1-1-1696 0</inkml:trace>
  <inkml:trace contextRef="#ctx0" brushRef="#br0" timeOffset="130182.0485">25536 13055 320 0,'0'0'339'0,"0"0"-70"16,0 0-2-16,0 0-34 0,0 0-29 0,0 0-18 15,-9 3-16-15,9-3-20 0,0 0 7 0,0 0-7 16,0 0-9-16,0 0 3 0,0 0-7 0,0 0 1 16,-14 1-1-16,14-1-1 0,0 0-13 0,0 0 1 15,0 0 4-15,0 0-7 0,0 0-5 0,0 0-10 16,0 0-14-16,0 0-16 0,-11-1-17 0,11 1 5 16,0 0-8-16,0 0-6 0,0 0-1 0,0 0 4 15,0 0 5-15,0 0 9 0,0 0 15 0,0 0-14 0,0 0 7 16,0 0-11-16,0 0 4 0,0 0-9 0,-11-5 6 15,11 5 9-15,0 0-1 0,0 0 15 16,0 0-8-16,0 0 23 0,-2-9-25 0,2 9 2 16,0 0-36-16,0 0 22 0,2-16-30 0,-2 16-2 15,0-10-9-15,0 10 10 0,3-12 25 0,-3 12-10 0,3-15-6 16,-3 15 32-16,5-16-53 0,-5 16 35 16,5-17-45-16,-2 6 35 0,0 1-48 0,2 1 36 0,-1-3-40 15,1-1 30-15,1 1-32 0,-1-1 33 0,1-1-37 16,0-1 30-16,2 0-3 0,-1-3-3 0,0 2-3 15,4-3-4-15,-5 0 0 0,3 0 1 0,0-2-7 16,1 1 1-16,3-4-2 0,-1-1-6 0,1 0-15 16,0 1-5-16,3 0-9 0,-1-1-7 0,1 1-26 15,1-1 33-15,-2 1-16 0,3 0 36 0,-3-1-22 16,0 2 30-16,0 0-21 0,1 0 28 0,-1 0-23 16,1 1 26-16,-3 0-22 0,1 1 33 0,1-1-41 15,-1 1 34-15,-2 3-24 0,0-1 31 0,3-2-30 16,-2-1 34-16,3 2-6 0,-3-1-5 15,3-1-6-15,-3 0 7 0,2 0-8 0,-1 1 0 0,-1-1 4 16,2 1 2-16,-3 3-1 0,2-5-5 0,-2 4-1 16,0 1 11-16,2 0-11 0,-3 0 13 0,3 0-13 15,-3 1 1-15,3-2-24 0,-3 2 35 0,2 1-28 16,-1 0 37-16,1-1-20 0,1 2 39 0,-1 0-39 0,0-2 32 16,1 3-35-16,-1-1 29 0,3 0-32 15,0 1 55-15,0-1-37 0,3-1 27 0,2 0-38 16,2 0 37-16,0 0-40 0,0-1 33 0,2 3-42 0,0-1 39 15,0 0-38-15,0-1 43 0,-1 1-35 0,1 1 30 16,-2-1-20-16,1 1 40 0,-2 0-42 0,-1 2 41 16,1 2-47-16,1-5 36 0,-5 5-10 15,6-4-4-15,-1 0-2 0,-5 3-2 0,4 0 2 16,-1 0-4-16,-1 1-3 0,4-3-4 0,1 0 20 0,-2 1-2 16,4 0-4-16,-3-1 0 0,1 1-7 0,2-1-2 15,0 0 0-15,0 1-4 0,2-1-5 0,0 0 0 16,-1 1-1-16,1-1 2 0,-1 1 7 0,1 0-12 15,0 0 5-15,-1-1-5 0,1 1 0 0,-2 0-1 16,2 0 0-16,-1 1 1 0,0-1 1 0,-2-1 2 16,3 2-3-16,-3 0 4 0,3-1-2 0,0 2 0 15,-1-1-3-15,1 1 3 0,0 0 0 0,0-1 2 16,0 2-2-16,0-1-3 0,-1 2 2 16,1-1 0-16,2 1 4 0,-2 0-5 0,1 1-18 0,0-1 20 15,1 2 1-15,0 0 1 0,-4 1 4 0,4 0-8 16,1 0-1-16,-6 1 4 0,3 0-3 0,0 0-3 15,-1 2 3-15,-1-2-2 0,2 1 1 0,-2 1 1 16,1-1 0-16,-1 0-1 0,1 3 0 0,-3-2 0 16,2 2 3-16,-1-1 2 0,-3 1 19 0,2 0-23 15,1 0 3-15,0 1 11 0,1 1 8 0,0-2 4 16,1 2-3-16,1 0-6 0,-1-2-2 0,2 3-8 16,0-1 4-16,4 1-3 0,-2 0 5 0,2-1 17 15,1 2 7-15,0-2-8 0,0 2 1 0,-1-1-6 16,-4 1-2-16,0-2-9 0,0 0 5 0,0 0-6 15,-2 2-2-15,1-1 6 0,0 0 0 0,-1 0 1 16,1 0 6-16,-1 0 2 0,0 3 3 0,-2-2 1 16,2 0-7-16,-1 2-2 0,-2-1-4 0,5 2-3 15,0 0-3-15,-3-1-4 0,2 2 0 0,0 2 10 16,-1-2 1-16,0 2-8 0,-5-2 2 0,2 1 7 16,-1 1 14-16,-1 0 6 0,0-1-6 0,3 2 3 15,-4-2-12-15,3 3-5 0,0-1 25 0,-1 0-33 16,-3-1 2-16,4 2-2 0,-1 1 7 0,1-1-6 15,0-1-6-15,-1 3-1 0,0-1 11 0,0-1 4 16,1 1 10-16,0 2 0 0,-2-4-5 0,2 3 11 16,0 0-76-16,-2-2 85 0,-4 1-71 0,2-2 59 15,-1 1-46-15,0 1 26 0,-1-3-13 0,0 2 0 16,-1 1 0-16,1-2 0 0,-1 1 0 0,0 1 0 16,0-1 0-16,-1 1 0 0,1-1 0 0,-1 2 0 15,1-1 0-15,-2-1 0 0,0 1 0 0,0 0 0 16,0 0 0-16,-1 1 0 0,0-1 0 0,0 0 0 15,0 1 0-15,-2 0 0 0,2-1 0 0,-1 2 0 16,1-1 0-16,-2-2 0 0,2 3 0 0,-2 0 0 16,0-2 0-16,1 2 0 0,0-2 0 0,1 4 0 15,-2-5 0-15,1 3 0 0,-1-2 0 0,2 1 0 16,-2 1 0-16,2-1 0 0,0 1 0 0,-1-1 0 16,1 2 0-16,-1 0 0 0,1-2 0 0,-1 1 0 0,0 1 0 15,-1 1 0-15,2 0 0 0,-2-1 0 16,4 3 0-16,-5-2 0 0,2 0 0 0,-1-1 0 15,-1 2 0-15,1-1 0 0,-1 1 0 0,1-2 0 16,-2 3 0-16,2-1 0 0,0 0 0 0,-2 0 0 16,2 1 0-16,-1-2 0 0,-1 1 0 0,2 1 0 0,-2 0 0 15,0 0 0-15,2 0 0 0,1 2 0 16,-1 1 0-16,0 0 0 0,1-1 0 0,-2-1 0 16,-1-1 0-16,3 2 0 0,-3-2 0 0,1 0 0 0,-1 0 0 15,0-1 0-15,1 0 0 0,-1 1 0 0,-2-2 0 16,2 0 0-16,-2 0 0 0,0-2 0 0,0 0 0 15,-2-2 0-15,1 0 0 0,-1 0 0 0,-1-1 0 16,2 1 0-16,-3-4 0 0,-1 1 0 0,1-2 0 16,-1 1 0-16,-4-9 0 0,9 13 0 0,-9-13 0 15,6 12 0-15,-6-12 0 0,5 8 0 0,-5-8 0 16,4 10 0-16,-4-10 0 0,0 0 0 0,0 0 0 16,0 0 0-16,-2 10 0 0,2-10-543 0,0 0-146 15,-17 0-61-15,17 0-79 0,-15-1-872 0,15 1-1377 16</inkml:trace>
  <inkml:trace contextRef="#ctx0" brushRef="#br0" timeOffset="132364.3451">26178 12554 150 0,'0'0'795'0,"-11"-10"-127"0,11 10-42 0,-12-11-29 16,12 11-39-16,-11-12-26 0,11 12-40 0,-11-12-58 15,11 12-23-15,-11-11-26 0,11 11-28 0,-9-9-36 16,9 9-52-16,-7-7-51 0,7 7-43 0,-9-7-34 16,9 7-30-16,0 0-25 0,0 0-15 0,-9-4-17 15,9 4-8-15,0 0-2 0,0 0 26 0,4 12 11 16,-4-12-21-16,7 13-4 0,0-4 5 0,2 1-9 15,-2 2 8-15,4 0-12 0,0 2-8 0,1 1-10 0,2 0-2 16,-1-1-19-16,1 0 11 0,-1 1-18 0,3-2 13 16,-3 1-11-16,0-2 9 0,3 0-17 0,-5-2 9 15,1-1-8-15,-1 1 6 0,-1-2-3 0,0-1 0 16,-3-1 0-16,1 0 0 0,-8-6 0 0,12 10 0 16,-12-10 0-16,9 7 0 0,-9-7 0 0,0 0 0 15,0 0 0-15,0 0 0 0,0 0 0 0,0 0 0 16,0 0 0-16,-9-7 0 0,0 1 0 0,-2 0 0 15,-5-3 0-15,0-1 0 0,-4-1 0 0,-5-1 0 16,-1-4 0-16,-6-1 0 0,-2-2 0 0,2 0 0 16,-4-2 0-16,1 1 0 0,1-2 0 0,-1 0 0 15,3 0 0-15,-2 0 0 0,5-1 0 0,0 1 0 16,6 3 0-16,3 1 0 0,2 0 0 0,4 1 0 16,3 3 0-16,1 1 0 0,5 0 0 0,-1 0 0 15,5 2 0-15,1 11 0 0,7-19 0 0,-2 10 0 16,5 1 0-16,1 0 0 0,3 3 0 0,2 0 0 15,2 1 0-15,2 1 0 0,0 3 0 0,3 0 0 16,2 1 0-16,2 4-4 0,0 0-13 0,-3-1-11 0,3 2 10 16,-2 1-10-16,-1 1-3 0,1 0 2 0,-5 0-2 15,1 1 2-15,-1-1 4 0,-3 1 2 16,-3 0 2-16,-1-2 7 0,-4 4-1 0,1-4 3 16,-3 2 1-16,-1 0 9 0,-2 1-3 0,-4-10 1 0,0 21-2 15,-2-11-6-15,0 0-29 0,-4 2-40 0,1-1-46 16,-4 0-61-16,0-1-26 0,2 1-74 15,-1-3-41-15,0 0-35 0,1-1-69 0,7-7-31 0,-11 10-23 16,11-10-63-16,-8 6-39 0,8-6-563 0,0 0-766 16</inkml:trace>
  <inkml:trace contextRef="#ctx0" brushRef="#br0" timeOffset="132821.5973">26434 12372 464 0,'0'0'576'0,"0"0"-94"0,0 0-27 15,0 0-36-15,0 0-39 0,0 0-40 0,0 0 0 16,0 0-39-16,0 0 2 0,0 0-30 0,0 0-41 16,0 0-27-16,-11-3-30 0,11 3-22 0,0 0-10 15,0 0-8-15,4-11-8 0,-4 11 4 0,3-9 3 16,-3 9-9-16,6-9-10 0,-6 9-20 0,8-9-5 15,-8 9-23-15,8-9-15 0,-8 9-9 0,9-6-11 16,-9 6-6-16,12-4-9 0,-12 4-2 0,13-2-4 16,-13 2-4-16,16 1-4 0,-16-1 3 0,19 3 0 15,-19-3-7-15,19 5-8 0,-19-5 11 0,17 6-5 0,-17-6 6 16,14 6-1-16,-14-6-2 0,13 5 0 0,-13-5 1 16,10 4 6-16,-10-4-1 0,0 0 1 15,9 6 3-15,-9-6 2 0,0 0-2 0,0 0 6 16,0 0 20-16,0 0 7 0,0 0-1 0,0 0-5 15,-14-2 11-15,14 2 7 0,-9-7-11 0,9 7-5 0,-11-12-5 16,4 6-4-16,2-2-8 0,-1-2 9 0,1 0-17 16,1 2 4-16,0-4-15 0,2 0 5 15,-1 0-10-15,3 12-3 0,0-21-16 0,0 21-31 16,1-22-37-16,1 12-39 0,-2 10-51 0,6-19-15 0,-2 10-43 16,1 2-48-16,1 0-24 0,2 1-43 0,-8 6-25 15,15-9-28-15,-15 9-96 0,18-4-16 0,-18 4-92 16,16-5-266-16,-16 5-432 0</inkml:trace>
  <inkml:trace contextRef="#ctx0" brushRef="#br0" timeOffset="133181.1082">26722 12134 480 0,'0'0'572'0,"0"0"-83"0,0 0-17 16,0 0-41-16,0 0-27 0,0 0-38 0,-10-6-6 16,10 6-51-16,0 0-31 0,-8-9-42 0,8 9-29 15,-5-7-36-15,5 7-30 0,0 0-24 0,-2-15-13 16,2 15-3-16,2-10-8 0,-2 10-8 0,5-13-7 15,-5 13-11-15,8-12-4 0,-8 12-7 0,14-10-15 16,-14 10 6-16,13-11-8 0,-13 11-7 0,17-4-14 16,-17 4 7-16,15-2-10 0,-15 2 0 0,18 2-7 15,-18-2 1-15,18 3 3 0,-18-3-5 0,18 7-7 16,-9-1 3-16,0-1-1 0,-2-1 0 0,-1 3-2 16,-6-7 5-16,11 12-1 0,-11-12-2 0,8 12 1 15,-8-12 2-15,2 12 0 0,-2-12 0 0,2 10-6 16,-2-10 5-16,0 0-1 0,-2 15 2 0,2-15 1 15,-8 9-1-15,8-9-3 0,-8 6 29 0,8-6-32 16,-11 3-3-16,11-3 2 0,-16 2-2 0,16-2 5 16,-14 0-10-16,14 0-21 0,-20-4-41 0,20 4-20 15,-17-5-13-15,7 1-31 0,1 0-21 0,9 4-29 0,-13-11-9 16,13 11-40-16,-9-10-29 0,9 10-43 0,-3-13-22 16,3 13-13-16,2-14-40 0,-2 14-59 15,8-17-429-15,-1 7-422 0</inkml:trace>
  <inkml:trace contextRef="#ctx0" brushRef="#br0" timeOffset="134350.3705">27018 11836 548 0,'6'-11'582'15,"2"1"-43"-15,-4 2-32 0,1-2-28 0,-1 2-60 16,-2-3-22-16,-2 11-53 0,5-18-12 0,-5 18-28 0,5-16-44 16,-5 16-32-16,0-14-32 0,0 14-25 0,0 0-24 15,0-16-29-15,0 16-14 0,0 0-22 16,-8-7-4-16,8 7-12 0,0 0-13 0,-13 5 18 0,13-5 39 15,-12 8-52-15,12-8 30 0,-11 13-47 0,11-13 8 16,-10 14 54-16,7-6-49 0,-1 1 25 0,-1-1-44 16,3 3 30-16,-1-1-49 0,3-10 32 0,0 21-42 15,0-21-1-15,0 22 1 0,2-11-1 0,-1 0-1 16,3-1 0-16,1 0-1 0,-1-1-6 0,1 1 6 16,1-1-2-16,-1-1-3 0,4-2-5 0,-2 0-19 15,2 1-24-15,0-3-27 0,0 0-18 0,-9-4-8 16,20 4-21-16,-20-4 3 0,22 1 2 0,-22-1 15 15,21-3 10-15,-21 3 11 0,20-4 12 0,-8-2 13 16,-4 1 10-16,1-1 3 0,1-1 16 0,-2-2 1 16,-1-1 12-16,1-1-3 0,-2-1 9 0,0 1 3 15,-1-1 3-15,-1-1-4 0,-2 2 6 0,0-1 0 16,-2-1 2-16,0 1 4 0,0 12 1 0,0-22 5 16,-2 11 5-16,2 11-1 0,-2-19 5 0,2 19-5 15,-4-15 0-15,4 15-4 0,-5-11 1 0,5 11 2 16,-4-8-8-16,4 8 15 0,0 0 3 0,0 0 4 15,-14 0 11-15,14 0 1 0,-5 9 8 0,5-9-5 16,-6 12 7-16,6-12 10 0,0 15-3 0,0-15-3 16,0 15 6-16,0-15-3 0,4 17 1 0,-4-17-5 15,5 18-5-15,-5-18-6 0,8 15-8 0,-8-15-2 16,12 14-2-16,-12-14-6 0,13 10 0 0,-13-10-1 16,12 7 28-16,-12-7-41 0,13 4 37 0,-13-4-34 15,17 0 25-15,-17 0-41 0,14-4 36 0,-14 4-39 16,14-7 34-16,-5 1-43 0,-2-1 41 0,1 0-33 15,-1-1 32-15,1-2-37 0,-2-2 38 0,0 0-39 16,-1-3 37-16,-3 1-38 0,4-2 1 0,-4-1 4 0,0 0 3 16,-2 2 3-16,0-1 2 0,0-1 4 15,-2 0 0-15,0 3 12 0,-2 0-7 0,0 2 3 16,0 0-4-16,-1 3-3 0,1-1 13 0,-1 2-20 16,-2 0 1-16,7 8 1 0,-9-7-3 0,9 7 0 15,-9-6 1-15,9 6 3 0,0 0-6 0,-16 3 2 0,16-3-1 16,0 0 3-16,-4 8 0 0,4-8-1 15,5 10 3-15,-5-10 3 0,11 10 0 0,-4-5-2 16,3 1 0-16,2 0 3 0,0 0 31 0,2 1-40 16,-1-1 36-16,0-1-42 0,3 0 37 0,-1 1-35 0,-1 0 30 15,1 0-38-15,-3-1 36 0,1 1-34 0,1 0 32 16,-3 0-38-16,0 0 37 0,-1-1-36 16,0 2 37-16,-3-3-38 0,1 2 38 0,-8-6-40 0,13 12 38 15,-13-12-40-15,8 13 45 0,-8-13-44 0,3 12 35 16,-3-12-39-16,0 13 36 0,0-13-40 0,-5 11 29 15,5-11-48-15,-6 11 35 0,6-11-35 0,-7 8 39 16,7-8-50-16,-7 6 16 0,7-6-45 16,0 0 20-16,0 0-19 0,0 0 6 0,-12-3 1 0,12 3 10 15,0 0 8-15,3-17 1 0,-3 17 2 0,4-19 2 16,1 7 9-16,0-1 6 0,-1-2 8 0,2-1-4 16,1-1 17-16,0-2 5 0,0 2 5 0,0 1 6 15,-1 1 0-15,-1 0 10 0,-1 0 2 0,3 1 14 16,-4 1 8-16,1-1 9 0,-2 3 1 0,1 1 12 15,-1-1 0-15,-2 11-7 0,2-16-3 0,-2 16-8 16,0-14-8-16,0 14-6 0,0-12-5 0,0 12 1 16,0 0-8-16,-4-12 3 0,4 12-6 0,0 0 4 15,0 0 2-15,-9-7-4 0,9 7 2 0,0 0-2 16,0 0-13-16,0 0 11 0,-6 7-5 0,6-7 5 16,0 0-4-16,0 13 3 0,0-13-2 0,6 10 1 15,-6-10-4-15,8 12-16 0,-8-12 16 0,11 12-3 16,-4-6 2-16,1-1 4 0,-2 2 1 0,3 0 1 15,0-2-1-15,0 0-2 0,2 1-3 0,0-1 9 16,0-1-3-16,0 2 0 0,1-2 2 0,-1-1-2 16,-2 2-3-16,3-1 13 0,-2 1-13 0,-1-2 5 15,-1 1-4-15,-8-4 36 0,15 8-48 0,-15-8 0 16,13 8 15-16,-13-8 7 0,9 8-10 0,-9-8 9 16,5 10-24-16,-5-10 25 0,4 10-14 0,-4-10 13 15,-2 10-8-15,2-10 4 0,-7 15-23 0,7-15-40 16,-11 13-19-16,5-5-62 0,-1-3-37 0,0 2-37 15,-1 0-43-15,0-1-57 0,0-2-58 0,8-4-105 16,-13 10-161-16,13-10-294 0,-13 5-510 0</inkml:trace>
  <inkml:trace contextRef="#ctx0" brushRef="#br0" timeOffset="135232.0277">28614 11310 257 0,'-2'-15'625'0,"2"15"-109"0,-3-13-30 0,3 13 4 0,-4-10-33 16,4 10-22-16,-4-10-26 0,4 10-49 0,-4-9-55 15,4 9-63-15,0 0 3 0,0 0-32 0,0 0 48 16,0 0-30-16,0 0 39 0,0 0-61 0,-9 11 26 15,9-11-58-15,2 18 29 0,-2-18-29 16,2 21-19-16,-2-8-15 0,1-1-15 0,0 5-13 0,-1 0-21 16,2-1-15-16,-2 3-13 0,0 0-11 0,-2-1-12 15,2 1-6-15,-1 0-6 0,0-1-8 0,-1 1 55 16,0-2-76-16,0 0 61 0,0-1-71 16,-1 0 68-16,2-2-77 0,-2-3 63 0,1 1-71 0,0-2 77 15,2-10-56-15,-3 18 54 0,3-18-69 0,-3 13 79 16,3-13-84-16,0 0 5 0,-7 9 4 0,7-9 0 15,0 0 9-15,-7-7-2 0,7 7-4 0,-6-13 3 16,3 3-5-16,1-1 7 0,-1-4-9 0,1-2-13 16,0 0 12-16,-1-2-3 0,0-3-13 0,1-1 1 15,0-2 5-15,0 0 2 0,2 0 50 0,0 1-53 16,0 2 54-16,0 1-54 0,0 1 51 0,4 0-54 16,-2 2 51-16,-1 2-52 0,4 0 57 0,-3 4-60 15,3-1 56-15,0 3-54 0,1 1 69 0,1 3-67 16,-7 6 51-16,19-8-43 0,-19 8 60 0,22 1-46 15,-11 2 72-15,2 1-63 0,1 3 7 0,-1 2 3 16,1 0-2-16,-3 2-3 0,4-1-1 0,-4 2 2 16,-1 1-5-16,0-2 6 0,-1 2-4 0,0 0 32 15,1-1-29-15,-4-1-7 0,2 1-4 0,-3-1 1 16,1-2 5-16,-1-1-4 0,0 1 2 0,-5-9 2 16,7 12 3-16,-7-12 6 0,6 10-5 0,-6-10-3 15,0 0-7-15,9 5-23 0,-9-5-11 0,0 0-16 16,12-11-6-16,-12 11-13 0,10-16-3 0,-3 4-7 15,0-1 26-15,1-4-26 0,-1-3 36 0,1 1-33 16,1-2 46-16,-2 1-25 0,0 1 49 0,0 0-37 16,-2 4 44-16,1 0-34 0,-1 2 39 0,-1 2-35 15,0 0 38-15,0 2-43 0,-4 9 48 0,10-10-41 16,-10 10 44-16,0 0-41 0,15-1 41 0,-15 1-35 16,10 11 38-16,-6-3-34 0,3 5 34 0,-4-1-33 0,1 2 34 15,-1 2-35-15,0 2 2 0,1 0-5 16,0 3-69-16,1 1-49 0,0-2-61 0,0 2-41 15,1-2-20-15,3 1-18 0,2 0-77 0,1-3-76 0,2-1-59 16,0-1-117-16,2-1-577 0,-1-2-797 16</inkml:trace>
  <inkml:trace contextRef="#ctx0" brushRef="#br0" timeOffset="136699.291">29355 11478 447 0,'3'-12'635'0,"-1"0"-53"15,0 1 8-15,-1 1-51 0,-1 10-31 0,0-24-25 16,-1 12 9-16,1 1-83 0,0 11 4 0,-3-20-63 16,3 20-9-16,-5-19-93 0,5 19 9 0,-8-12-100 0,8 12 5 15,-9-7-64-15,9 7 23 0,-15 0-44 0,15 0 37 16,-19 9-41-16,9-3-7 0,0 1-10 16,-1 2-2-16,2 1-10 0,2 2-8 0,0 0-6 15,1-2-4-15,0 1-5 0,4 0 41 0,0 0-55 0,0 0 35 16,2-11-49-16,1 20 40 0,-1-20-48 0,3 17 24 15,-3-17-68-15,8 14 11 0,-8-14-60 0,8 12 19 16,-8-12-59-16,11 8 33 0,-11-8-28 0,13 3 55 16,-13-3-16-16,13 0 51 0,-13 0-27 15,12-6 51-15,-12 6-22 0,15-9 43 0,-9 1-29 0,2 0 18 16,0-2 5-16,-1-1 49 0,-1 0-11 0,1-1 59 16,-1 0-9-16,0 3 49 0,-1 0-36 0,-1 1 45 15,-4 8-59-15,8-15 22 0,-8 15-56 16,6-11 24-16,-6 11-46 0,0 0 29 0,0 0-38 15,0 0 43-15,16 7-37 0,-16-7 0 0,4 20-1 0,-2-6 37 16,-1 3-47-16,1 5 38 0,-1 2-44 0,1 2 39 16,-1 1-44-16,0 1 40 0,0-2-46 0,-1 2 45 15,0-2-48-15,0 1 41 0,-1-3-42 16,0 0 40-16,-1-2-41 0,0-2 47 0,-2-2-51 0,1-2 48 16,-1 0-49-16,-1-2 48 0,-2-3-63 0,2-2 11 15,-1-1-73-15,-2-2 6 0,8-6-72 0,-18 6 16 16,18-6-36-16,-16-2 38 0,16 2-37 0,-17-8 2 15,11 0-28-15,0-1-10 0,1-2-12 0,0-3 15 16,3-1 28-16,1-1 17 0,2-1 24 0,1 0 24 16,3 0 19-16,0-3 24 0,2 0 17 0,1 1 12 15,2 1 9-15,1-2 11 0,0 2 17 0,2 0 38 16,0 0 15-16,1 1 54 0,-1 1 9 0,1 0 42 16,0 3 16-16,-1 0 22 0,-2 2 28 0,1 1-23 15,-2 1 49-15,0 3-30 0,-1 2 4 0,1-2-9 16,-10 6-12-16,19-3-17 0,-19 3 12 0,17 3-1 15,-17-3-30-15,16 7-22 0,-9-1-7 0,1 1 10 16,-2 0-17-16,0 1-25 0,-1 1-14 0,1-1-17 16,-1 2-6-16,2-1 65 0,-3 2-103 0,1-2 72 15,-2 2-86-15,1-3 58 0,0 3-64 0,-1-2 12 16,-3-9-6-16,8 16 0 0,-8-16 0 0,4 14 0 16,-4-14 0-16,4 11 0 0,-4-11 0 0,3 10 0 15,-3-10-8-15,0 0-31 0,6 6-77 0,-6-6 32 16,0 0-40-16,0 0 40 0,14-6-33 0,-14 6 49 15,7-11-27-15,-7 11 44 0,8-14-25 0,-8 14 59 16,9-13-40-16,-9 13 45 0,9-12-31 0,-9 12 44 16,8-10-34-16,-8 10 38 0,5-8-29 0,-5 8 42 15,0 0-25-15,8-7 50 0,-8 7-31 0,0 0 59 16,0 0-51-16,15 1 37 0,-15-1-32 0,0 0 37 16,10 7-51-16,-10-7 52 0,6 7-57 0,-6-7 46 15,9 8-58-15,-9-8 51 0,7 9-55 0,-7-9 46 16,7 9-52-16,-7-9 50 0,6 9-54 0,-6-9 51 15,8 8-53-15,-8-8 49 0,5 10-52 0,-5-10 48 16,6 7-50-16,-6-7 51 0,0 0-67 0,6 10 39 16,-6-10-51-16,0 0 42 0,6 6-39 0,-6-6 39 15,0 0-52-15,0 0 31 0,0 0-40 0,11-6 43 16,-11 6-41-16,5-10 37 0,-5 10-28 0,6-17 44 16,-3 8-30-16,-3 9 43 0,5-17-32 0,-5 17 45 15,6-16-37-15,-6 16 6 0,3-13 40 0,-3 13-38 16,3-11 47-16,-3 11-37 0,0 0 38 0,4-13-46 15,-4 13 36-15,0 0-31 0,0 0 34 0,0 0-33 16,0 0 51-16,0 0-35 0,0 0 36 0,7 7-40 16,-7-7 37-16,2 14-42 0,-2-14 37 0,2 14-41 15,-2-14 39-15,4 19-3 0,-3-9-3 0,4 0-3 16,-2-1-4-16,1 1-1 0,2 1-4 0,1 0 0 16,3-1 1-16,0-1-5 0,1-1-1 0,2 0-4 0,-2-1 0 15,1-1-11-15,0-1-10 0,0-2-12 0,0 0 4 16,0-2 0-16,-12-1 10 0,23 0-1 0,-23 0 5 15,20-4 4-15,-10 0 5 0,-1-2 0 16,-2-2 0-16,-1-2 1 0,0-2 4 0,-2-2 3 16,-2-2-38-16,-1-1 44 0,-2 0-32 0,0-4 51 0,-2-1-26 15,-1-2 45-15,-1 0-35 0,2 1 76 0,-2 1-24 16,1 2 61-16,0 3-28 0,1 1 96 16,1 3-115-16,-1 1 44 0,3 12-94 0,-5-15 69 15,5 15-34-15,0 0 19 0,0 0-44 0,0 0-38 16,0 0 0-16,-3 16 0 0,4-3 0 0,1 1 0 0,1 5 0 15,0 2 0-15,0 2 0 0,1 1 0 0,0 2 0 16,1 0 0-16,1 1 0 0,1 2 0 16,0-1 0-16,0 1 0 0,1-2 0 0,0-4 0 0,-1 0 0 15,0-3 0-15,0 0 0 0,-2-3 0 0,0-1 0 16,0-2 0-16,-1-1 0 0,-1-2 0 0,0-3 0 16,-3-8 0-16,6 15 0 0,-6-15 0 15,0 0 0-15,4 10 0 0,-4-10 0 0,0 0-143 16,0 0-71-16,0 0-18 0,-2-14 2 0,2 14 22 0,-3-17 32 15,3 17 39-15,-3-20 26 0,2 8 24 0,0 1 18 16,-1 0 41-16,1 0 72 0,1 11 59 0,-1-20 42 16,1 20 30-16,2-20-21 0,-2 20 97 0,4-18-66 15,-1 8 78-15,2 1-52 0,2 1-107 0,0-1-104 16,3-1 0-16,3 2 0 0,3-2 0 0,5 0 0 16,4 0 0-16,2-2 0 0,10-4 0 0,1 2 0 15,2-2-65-15,4 1-703 0,1-3-339 0,9-3-862 16,3 0-1712-16</inkml:trace>
  <inkml:trace contextRef="#ctx0" brushRef="#br0" timeOffset="142502.934">24408 13162 190 0,'0'0'304'0,"-7"-9"-72"0,7 9-25 0,-8-9-10 15,8 9-11-15,-5-9-6 0,5 9-17 0,-8-9-18 16,8 9-27-16,-6-7 40 0,6 7-31 0,0 0 7 16,-8-11-11-16,8 11-12 0,0 0 6 0,-7-7-19 15,7 7 12-15,0 0-18 0,0 0 14 0,-7-10-6 16,7 10 6-16,0 0-13 0,0 0 11 0,0 0-13 16,-5-8-5-16,5 8-30 0,0 0 0 0,0 0-20 15,-3-11 6-15,3 11-14 0,0 0 14 0,2-11 7 16,-2 11 9-16,2-10-8 0,-2 10 4 0,3-11-18 0,-3 11 32 15,2-13 6-15,-2 13 3 0,4-13-6 16,-4 13-8-16,3-14-12 0,-3 14 6 0,4-14 4 16,-4 14-1-16,4-15-6 0,-4 15-6 0,3-14-7 15,-3 14-8-15,3-16-1 0,-3 16-4 0,1-13-23 0,-1 13 12 16,3-16-18-16,-3 16 17 0,4-19-20 0,-4 19 11 16,4-19-10-16,-2 9 11 0,1-1-13 15,0-1 14-15,-1 1-18 0,3 0 20 0,-3-3-12 0,3 0 12 16,-1 0-19-16,-1-1 17 0,1 0-13 0,0 1 12 15,-1-3-12-15,1 3 9 0,-1-3-3 0,1 1 13 16,-1 0-10-16,1-1 11 0,-2 0-8 16,1 0 6-16,1-1-6 0,-3 0 16 0,2 0-8 0,0 0 5 15,0-1 1-15,1-1-4 0,1-2-4 16,0 1-3-16,1 0-5 0,2 0-11 0,-2-2 19 0,3 1-4 16,1-2-3-16,0-1 0 0,1 0-6 0,0 2 2 15,0-1-7-15,1 0 11 0,0 5 0 0,-2-1-2 16,0 0 8-16,1 0 3 0,-1 1 0 0,-1 1-1 15,0 0 20-15,0 0-14 0,0 0-2 0,-1 1 2 16,0 0-3-16,-1 0-10 0,3 0 1 0,-1-2-5 16,0 1 3-16,0 0-2 0,0-1-10 0,0 0 11 15,3-1-6-15,1-2 4 0,1-2 6 0,-1 2-6 16,0-2-2-16,1 1-4 0,-1 1 0 0,1-2 4 16,-1 3 1-16,0-3-8 0,0 2 10 0,-1 3 1 15,2-3 2-15,-3 2-2 0,3-2-2 0,-3 3-2 16,2 1-2-16,-1-2 3 0,-1 1 1 0,2 1-3 15,0 0 4-15,-2-2-4 0,3 3 6 0,-2-1-14 16,3-3 44-16,1 1-45 0,1-1 7 0,0-1-4 16,1 1 9-16,0-2-10 0,2 1 5 0,3-3-4 15,1 0 7-15,-1-1-4 0,1 1 9 0,1 1-8 16,0-1-2-16,0 0 3 0,-1 0 1 0,3-1-3 16,-2 1 3-16,-1 1-2 0,2-1-9 0,0 0 14 0,-2 0 1 15,1 2-3-15,-1-2 4 0,-2 5-1 0,-3 0-3 16,2-1-1-16,-1 0 6 0,0 2 15 0,-1-1 7 15,0 1-8-15,0-2-2 16,3 0 11-16,3-2-21 0,-5 3 13 0,5-3-26 0,2 0 24 0,-2-1-21 16,4 2 15-16,-2-1-24 0,-1-1 23 0,3 0-23 15,0 1 26-15,-1 1-21 0,3-2 19 0,-4 4-26 16,3-4 22-16,-1 1-14 0,0 1 18 16,0 0-25-16,1 0 24 0,-1-1-27 0,2 2 23 0,-2 0-22 15,1 0 22-15,-1 1-16 0,2 1 15 0,-2-1-16 16,1 0 19-16,1 3-20 0,1-1 6 0,-1 0-1 15,0 0 3-15,1 2 3 0,-3 1 9 0,-3 2-5 16,9-2 1-16,-6 1 0 0,-1 0-4 16,1 3 1-16,1 0 8 0,1 0 17 0,-1 0-23 0,1 0 17 15,-2 1-21-15,3-1 23 0,-1 2-28 0,0 0 23 16,-1 1-24-16,3-1 22 0,-1 1-26 0,-1 1 21 16,4-1-23-16,-2 1 25 0,-1 0-27 0,3 0 29 15,-1 1-30-15,0 0 30 0,3 1-35 16,-3 0 33-16,0-1-29 0,2 1 27 0,-2 1-28 0,-2 1 29 15,-3-2-26-15,0 3 25 0,1-2-28 0,-2 2 27 16,-1-2-27-16,2 2 30 0,0 0-25 0,0-1 26 16,-1 1-25-16,0-2 29 0,0 4-31 0,-1-2 31 15,0 0-35-15,0 1 38 0,-1 1-25 0,2-1 37 16,0 0 0-16,1 1 3 0,-1 0-1 0,1 0 5 16,1 0 0-16,1 0-3 0,0 1 0 0,0 0-1 15,-1 0 10-15,1-1-4 0,-1 2-4 0,-2-1-4 16,0 0-1-16,-1 1-1 0,2 1 4 0,-3-2 7 15,0 2 2-15,-1-1 9 0,-1-1 7 0,1 3-8 16,-3-3-31-16,3 2 50 0,-4 0-50 0,0-1 36 16,-2 0-45-16,1 1 41 0,1-1-32 0,-2 1 38 15,2-1-45-15,-2 3 47 0,3-5-48 0,-1 3 49 16,0 0-50-16,2-1 47 0,0 2-46 0,1-1 54 16,0 1-42-16,-4-1 55 0,4 0-73 0,-1 0 54 15,1 1-53-15,-2 0 70 0,-1-1-69 0,2 1 73 16,0 0-77-16,1-1 83 0,0 3-85 0,0-2 81 15,0 0-74-15,0 0-7 0,0 0 12 0,1 0-9 16,0 1-9-16,-1-1 0 0,0 0 0 0,-1 1 0 16,0 0 0-16,0-1 0 0,-1 1 0 15,-1 0 0-15,-1 0 0 0,-2-1 0 0,1 1 0 0,-1 0 0 16,1 0 0-16,1 0 0 0,1 1 0 0,0 0 0 16,0-2 0-16,-1 2 0 0,1 0 0 0,0 0 0 15,0-1 0-15,1 1 0 0,0-1 0 0,1 0 0 16,0 1 0-16,1-1 0 0,0 1 0 0,1-1 0 15,-2 1 0-15,2 0 0 0,0-1 0 0,-1 0 0 16,0 1 0-16,-1-2 0 0,0 2 0 0,0 0 0 16,0-1 0-16,-2 1 0 0,2-1 0 0,-2 1 0 15,-1-2 0-15,-1 1 0 0,0 1 0 0,-2-3 0 16,1 2 0-16,-1 0 0 0,0 1 0 0,0-2 0 16,0 1 0-16,1 0 0 0,-1 1 0 0,0-1 0 15,0 1 0-15,0 0 0 0,0-1 0 0,1 0 0 0,-1 1 0 16,1 0 0-16,1-1 0 0,1 2 0 15,-1 0 0-15,2 0 0 0,-2 0 0 0,2 0 0 16,-2 0 0-16,2 0 0 0,0 1 0 0,0 0 0 0,-1-2 0 16,1 1 0-16,0 1 0 0,-1-2 0 0,1 1 0 15,0 0 0-15,-1 0 0 0,1 1 0 16,-1-1 0-16,-1 0 0 0,2 0 0 0,-3 0 0 16,3 0 0-16,-2 1 0 0,0-1 0 0,0 0 0 0,0 1 0 15,-3-2 0-15,1 1 0 0,1 2 0 0,-2-1 0 16,-1-1 0-16,1 0 0 0,-1 0 0 0,0 1 0 15,-1 0 0-15,0 0 0 0,0-1 0 0,0 0 0 16,-1 1 0-16,0 1 0 0,0-1 0 0,-2-1 0 16,2 3 0-16,-2-3 0 0,1 2 0 0,-1-1 0 15,-1 0 0-15,0-1 0 0,2 4 0 0,-2-4 0 16,0 2 0-16,1 0 0 0,-1-1 0 0,1 3 0 16,-1-3 0-16,1 2 0 0,-2 0 0 0,3 0 0 0,-1 1 0 15,-2-1 0-15,3 1 0 0,-1 0 0 0,0-1 0 16,-1 1 0-16,1 0 0 0,1 1 0 15,-1 0 0-15,0-2 0 0,0 2 0 0,-1-1 0 0,-1 1 0 16,2 0 0-16,-1 0 0 0,-1-1 0 0,1 1 0 16,-3 0 0-16,2-1 0 0,-1 1 0 0,0 1 0 15,-1-3 0-15,0 1 0 0,0 1 0 0,1-2 0 16,-1 1 0-16,0-1 0 0,0 1 0 0,-1 0 0 0,2 1 0 16,-3-3 0-16,0 1 0 0,0-2 0 0,0 2 0 15,0-2 0-15,0 3 0 0,-1-3 0 16,-1 1 0-16,2 0 0 0,-1 0 0 0,0 2 0 0,-1-1 0 15,2-2 0-15,-1 2 0 0,0-2 0 0,-1 1 0 16,0 1 0-16,1-1 0 0,0 2 0 0,-1-2 0 16,3 0 0-16,-2 3 0 0,0-2 0 0,0 1 0 15,-1 0 0-15,1 0 0 0,1-1 0 0,-2 2 0 16,2 0 0-16,-1-1 0 0,0 0 0 0,0 2 0 16,0 0 0-16,1-1 0 0,-2 0 0 0,3 1 0 15,-2-1 0-15,1 1 0 0,1-1 0 0,-2 1 0 0,2-1 0 16,0 2 0-16,-1-3 0 0,1 2 0 15,-1-1 0-15,1 0 0 0,0 1 0 0,0-2 0 0,0 1 0 16,0 0 0-16,0-1 0 0,-1 0 0 0,2 1 0 16,-1-2 0-16,0 2 0 0,1 0 0 0,0-2 0 15,0 2 0-15,-1-4 0 0,0 5 0 0,1-4 0 16,1 2 0-16,-3-1 0 0,1-1 0 0,-1 0 0 16,1 1 0-16,0 1 0 0,-1-1 0 0,0 0 0 0,0 1 0 15,-1-2 0-15,0 1 0 0,0 1 0 16,1 0 0-16,-1-1 0 0,-1 1 0 0,1 0 0 0,-1 0 0 15,-1 1 0-15,2 0 0 0,-2 0 0 0,1 0 0 16,-1 0 0-16,2 2 0 0,-1-2 0 0,-2 1 0 16,2 2 0-16,0-2 0 0,-1 2 0 0,0 0 0 15,1 0 0-15,-1 0 0 0,0 0 0 0,1 1 0 16,-1 0 0-16,1-1 0 0,-1 3 0 0,0-1 0 16,0-1 0-16,-1 2 0 0,1 0 0 0,-2 1 0 15,1 0 0-15,0 0 0 0,1 0 0 0,-2 1 0 0,1 0 0 16,0 0 0-16,-1 0 0 0,-1 2 0 15,1-2 0-15,0 0 0 0,-1 0 0 0,1 2 0 16,-2 0 0-16,1-1 0 0,-1 1 0 0,0 1 0 0,0-3 0 16,0-1 0-16,0 1 0 0,-1-1 0 0,1 0 0 15,1-1 0-15,-1 0 0 0,2 0 0 0,-3-1 0 16,1-1 0-16,1 1 0 0,-1-3 0 0,0 0 0 16,0-3 0-16,1 2 0 0,-1-2 0 0,0 0 0 0,2-11 0 15,-3 18 0-15,3-18 0 0,-2 14 0 16,2-14 0-16,-1 12 0 0,1-12 0 0,0 0 0 15,-3 13 0-15,3-13 0 0,0 0 0 0,0 0 0 0,0 0 0 16,0 0 0-16,0 0 0 0,0 0 0 16,0 0 0-16,0 0-236 0,0 0-751 0,-4-8-100 0,-2-1-768 15,-1-1-1570-15</inkml:trace>
  <inkml:trace contextRef="#ctx0" brushRef="#br0" timeOffset="144902.0632">26019 11018 5 0,'0'0'743'0,"-14"-11"-151"0,14 11-39 0,-13-10-12 16,13 10-37-16,-13-10-18 0,13 10-21 0,-12-9-33 16,12 9-22-16,-9-9-94 0,9 9-24 0,-8-5-91 15,8 5 24-15,0 0-30 0,0 0 18 0,-8 5 23 16,8-5 2-16,0 13-68 0,2-3 36 0,0 1-72 16,3 4 44-16,0 1-81 0,1 4-14 0,1 1-10 15,0 0-14-15,2 1-13 0,0 0-8 0,-2 0-7 16,2-2-6-16,0 1-4 0,-1-2-5 0,1 1-1 0,-1-2-3 15,0 0-1-15,-3-3-4 0,1-2 1 16,-1 0-1-16,2-2-1 0,-5-1 1 0,-2-10-1 0,7 17 9 16,-7-17-4-16,4 11-3 0,-4-11 1 0,0 0 1 15,2 10-10-15,-2-10 11 0,0 0-11 0,0 0 4 16,-11-3-1-16,11 3 0 0,-14-11 4 0,4 1-4 16,1-1-3-16,-5-4 4 0,1-1-4 0,-3-4-1 15,0-1-2-15,0-3 1 0,-1 0 0 0,-2-5 0 16,-3-1-2-16,4-2 4 0,2 1 1 0,-2 2-4 15,5 2 4-15,2 1-2 0,0 1 0 0,1 5 0 16,3 0 14-16,1 3-15 0,2 4-4 0,1-2 0 16,3 15 0-16,3-20-2 0,-3 20 1 0,10-14 20 15,-1 10-14-15,3 2 1 0,1 2-1 0,4 2 0 16,2 2 1-16,0 2-2 0,1 3 2 0,0 0 6 16,4 4-11-16,-5-1 3 0,0-1 73 0,0 3-84 15,-2-2 6-15,0 1-5 0,1-2 77 0,-5 3-86 16,0-4 2-16,1 1 2 0,-5-3 1 0,1 1 5 15,-2-2 4-15,-1 0 5 0,-7-7 1 0,12 11 3 16,-12-11-1-16,10 6 2 0,-10-6-1 0,0 0-3 16,0 0-7-16,9-8-16 0,-9 8 65 15,2-16-97-15,-4 4 35 0,2-4-49 0,-2-3-25 0,-1-4 11 16,1-2 17-16,0 0-2 0,0-3 10 0,0 0 11 16,-3 3 10-16,3 0 8 0,1 1 7 0,-1 5 3 0,0 1 4 15,0 2 2-15,2 3-6 0,0 13 1 16,-2-21 3-16,2 21-1 0,4-12 10 0,-4 12-3 15,0 0 6-15,14-2 0 0,-14 2 0 0,13 8 4 16,-4 0 1-16,1 2-2 0,2 3 1 0,-1 5 0 0,3-1-1 16,-3 0 36-16,5 4-37 0,-2 0 30 0,2 2-38 15,-3-3 36-15,3 1-40 0,-1-1 37 16,-1-2-37-16,-1-2 36 0,-2 0-30 0,5-2 32 16,-3-1-41-16,1 0 39 0,-3-4-38 0,3 0 36 0,-1-2-37 15,0-1 30-15,1-3-50 0,0 0 33 0,0-3-40 16,1-1 36-16,-1-3-47 0,1 0 48 15,-1-2-36-15,-3-1 38 0,2-3-35 0,-1-2 41 16,-1-3-32-16,0-1 39 0,-2-1-36 0,-2-2 44 0,-1 0-41 16,-3-1 5-16,1 2 6 0,-1-1 2 0,-3 0 4 15,0 0 2-15,-3 1 7 0,-1 0 15 0,1 3 14 16,-3-2 6-16,-1 3 2 0,1 1-3 16,-4 0 2-16,1 2 0 0,1 2-4 0,-2 1-1 0,-1 1-4 15,2 3 1-15,0 1 0 0,9 3-4 0,-18-3 6 16,18 3 0-16,-18 4 8 0,18-4-12 0,-15 9-3 15,10-1-1-15,1 1 3 0,-1 2-2 0,3 1 1 16,1 1 0-16,1 0-6 0,3 4 2 16,-1-2-7-16,3 1-3 0,0-1 58 0,3 1-67 0,-1-2 50 15,2-1-65-15,0 0 55 0,0 0-63 0,2-2 68 16,1 0-65-16,0-3 54 0,0 0-68 0,1-2 65 16,-2-1-63-16,3 0 47 0,-3-4-76 0,-11-1 35 15,25 0-44-15,-12-3 40 0,1-1-32 0,-1 0 50 16,1-3-32-16,-1-1 44 0,-1 0-36 0,-1-2 43 15,-2-2-42-15,0 0 10 0,-2-2 2 0,-1-1 8 16,-1-1-4-16,-1-2 8 0,0 0 0 0,-3 0 5 16,4 0 2-16,-3 0 2 0,-2 1 1 0,2 0 24 15,-2 3 17-15,2 0 7 0,-2 3 3 0,0-1 2 16,0 12-14-16,3-20-15 0,-3 20-5 0,2-14-2 16,-2 14-4-16,0 0-4 0,6-9-1 0,-6 9 4 15,0 0 2-15,14 3-4 0,-14-3 0 0,13 9 1 16,-8-3 1-16,1 1-3 0,2 0-3 0,0 3-6 15,-1-2 8-15,0 1-7 0,0 0-2 0,0 0 2 16,-1-1 4-16,0 0-6 0,-1 0 2 0,2 0-2 16,-2-1 5-16,-5-7-7 0,9 12 6 0,-9-12-7 15,8 9 2-15,-8-9 1 0,5 7 4 0,-5-7-5 16,0 0-28-16,0 0 2 0,0 0-5 0,14-2-1 16,-14 2 5-16,4-11 4 0,-4 11 3 0,6-16 13 15,-3 7-6-15,-1-2 4 0,0 1 6 0,3-1-2 16,-2-1 0-16,-1 2 2 0,0-2 3 0,2 3 0 15,-4 9-1-15,4-18 5 0,-4 18 3 0,5-14-6 16,-5 14 0-16,4-11 0 0,-4 11 4 0,0 0 3 16,12-6 2-16,-12 6-2 0,0 0 3 0,13 3-2 15,-13-3-3-15,10 8-2 0,-10-8-1 0,10 8 0 16,-10-8 1-16,9 13 6 0,-4-6-5 0,-5-7 1 0,14 16-5 16,-10-10 0-16,-4-6 0 0,11 13 0 15,-11-13 1-15,10 12 1 0,-10-12-2 0,8 9-1 16,-8-9 6-16,7 8-7 0,-7-8 2 0,8 6-1 15,-8-6-2-15,0 0-2 0,10 3-6 0,-10-3-1 16,0 0 4-16,11-9-3 0,-11 9 1 0,6-14-12 16,-3 5 8-16,-1-2 0 0,3-3 4 0,0 0 0 15,-3-2 3-15,2 3 5 0,-2-1 42 0,2-1-52 16,-1 1 52-16,1 3-56 0,-2 1 50 0,2-1-45 16,-4 11 48-16,4-17-58 0,-4 17 48 0,6-12-52 0,-6 12 52 15,5-8-45-15,-5 8 53 0,0 0-51 16,16-1 47-16,-16 1-48 0,9 4 48 0,-9-4-48 15,11 8-1-15,-11-8 4 0,14 12 0 0,-14-12 7 16,13 12 1-16,-7-5 2 0,4-1-3 0,-2 2-2 0,1-1-14 16,2 1-67-16,-1 0-73 0,1-1-95 0,2 2-68 15,-1-2-65-15,-1 0-114 0,0 1-79 0,2-1-125 16,-2-1-755-16,1 0-1083 0</inkml:trace>
  <inkml:trace contextRef="#ctx0" brushRef="#br0" timeOffset="145127.6577">27679 10547 1381 0,'0'0'1130'0,"6"-10"-195"16,-6 10 12-16,0 0-102 0,5-13-14 0,-5 13-62 15,0 0-80-15,2-11-78 0,-2 11-558 0,0 0-53 16,0 0 0-16,2-12 0 0,-2 12 0 0,0 0 0 15,0 0 0-15,0 0 0 0,0 0 0 0,0 0 0 16,0 0 0-16,4-7 0 0,-4 7 0 0,0 0 0 16,0 0 0-16,12 6-738 0,-12-6-142 0,0 0-257 15,11 5-582-15,-11-5-1397 0</inkml:trace>
  <inkml:trace contextRef="#ctx0" brushRef="#br0" timeOffset="147453.3451">28577 10249 495 0,'-5'-15'714'0,"0"1"-120"16,-2 1 5-16,2 0-32 0,0 0-4 0,-1 1-30 16,1 2-30-16,1 1-108 0,-1 1-18 0,0-1-108 15,5 9-19-15,-7-11-85 0,7 11 23 0,0 0-50 16,0 0 59-16,0 0-45 0,-12 8 52 0,12-8-72 0,-1 21 61 15,2-7-85-15,0 2 37 0,1 2-81 0,3 2 46 16,-1 3-76-16,0-1 54 0,1 2-73 16,0 0 48-16,0-2-72 0,1 1 63 0,-1 1-68 15,-3-2 1-15,3-1 2 0,-1-2 4 0,-2-1 0 0,0-1 3 16,2-1-3-16,-2-2 1 0,0-1 0 16,-1-2 1-16,0 0 1 0,-1-11-1 0,2 18 4 15,-2-18 0-15,0 0 5 0,-1 14-5 0,1-14-1 16,0 0-9-16,0 0-8 0,-8-6 47 0,8 6-65 15,-7-14 49-15,3 2-70 0,-1-2 47 0,3-3-51 0,-3-5 45 16,1 0 2-16,1-4-3 0,-1-5 4 16,1-1 1-16,1-1 3 0,0 0-35 0,0 4 50 15,2 2-39-15,0 1 45 0,-1 1-39 0,2 4 42 16,-1 2-30-16,2 0 41 0,0 3-43 0,2 3 37 16,2-1-40-16,0 6 44 0,1 1-35 0,3 4 50 15,-10 3-53-15,25-1 48 0,-9 5-48 0,-2 3 37 0,4 4-36 16,-2 1 39-16,1 3-1 0,1 2-48 15,0 3 50-15,-1 2-49 0,-1-2 42 0,-1 0-44 16,-3-2 44-16,-1 1-45 0,0-2 40 0,-1 0-47 16,-2-2 26-16,-2-2-54 0,3 1 45 0,-4-3-42 0,1-1 46 15,-3-2-30-15,-3-8 43 0,8 12-32 16,-8-12 34-16,7 7-46 0,-7-7 34 0,0 0-40 16,0 0 46-16,12-4-15 0,-12 4-19 0,10-14 1 15,-4 3-3-15,2-3 1 0,-1 0 3 0,1-4-8 16,2 0 2-16,-1 0 9 0,-1 3 6 0,0 0 4 0,-1 0 5 15,1 3 4-15,-3 1-5 0,2 2-1 0,-2 2 3 16,-5 7-1-16,10-10 3 0,-10 10 1 16,0 0 3-16,15 2 4 0,-15-2 0 0,12 10 5 15,-7-3-3-15,1 3 4 0,-1 3-1 0,2 0-2 16,0 1 0-16,-1 2 1 0,2 3-1 0,1-3 3 0,2 3-3 16,0-1 0-16,2-1-34 0,1 1 30 0,0-2-88 15,3-1 18-15,-3 1-56 0,4-2-2 0,-1-2-13 16,-1-1 18-16,0-1 18 0,-2-2 15 15,0 1 24-15,-1-2 9 0,0-3 13 0,-1 0 13 16,-1-1 6-16,0-1 10 0,-11-2 5 0,22 0 4 0,-22 0 21 16,21-6 15-16,-12 1 11 0,-1-1 7 0,2-3 12 15,-2-1-4-15,0-1 27 0,-2 0 2 0,0-2 5 16,-1 1 6-16,-1 1 47 0,-2-1-17 0,0 2-6 16,-2 10-13-16,0-20-20 0,0 20-10 0,-4-14-16 15,4 14-6-15,-11-12-6 0,11 12 14 0,-18-4 22 16,18 4-1-16,-23 3-5 0,10 1 11 0,-1 1-11 15,2 2-9-15,0 2-14 0,2-1 0 0,1 1-47 16,1 1 39-16,2 0-41 0,1 0 41 16,2 0-42-16,3-10 39 0,-1 18-44 0,1-18 45 15,2 16-47-15,-2-16 43 0,8 14-46 0,-8-14 41 0,13 12-48 16,-4-7 28-16,-9-5-61 0,19 5 26 0,-19-5-66 16,21 2 39-16,-21-2 1 0,21-2 1 0,-10 0 6 15,0-3 7-15,-2 0 10 0,1-2 4 0,0 0 11 16,-1-2 9-16,-1-1 23 0,1-1 13 0,-2-1 7 15,-1 3 50-15,0-5 5 0,-1 5 10 0,-1 1 21 16,-4 8 5-16,8-17-73 0,-8 17 57 0,5-11-58 16,-5 11 15-16,6-9-79 0,-6 9 67 0,0 0-78 15,0 0 71-15,0 0-39 0,14 6 83 0,-14-6-95 16,7 13 39-16,-3-2-41 0,2 2 0 0,-1 0 0 16,3 1 0-16,0 5 0 0,0 1 0 0,1-1 0 15,-1 3 0-15,0-2 0 0,2 5 0 0,0 0 0 16,-3-2 0-16,0 0 0 0,0-1 0 0,1-1 0 15,-2 1 0-15,-2-3 0 0,0-1 0 0,-2-2 0 16,-1 0 0-16,-1-3-11 0,0 0-61 0,-2-2-51 16,-1-1 38-16,-1-1-48 0,-2-2 32 0,6-7-32 15,-13 9-4-15,13-9-22 0,-15 0-27 0,15 0-10 16,-15-7 43-16,9 1-7 0,1-3 28 0,1 0-11 16,1-4 15-16,3 1 18 0,0-2 10 0,2-1 28 0,2-3 9 15,2-3 13-15,2 1 8 0,1-1 13 0,1 1 4 16,0-1 7-16,4-1 6 0,-3 4 16 0,1 3 36 15,0-2 9-15,0 2 52 0,-1 4 21 16,-1-1 6-16,-1 3-3 0,1 2 7 0,-1 2 6 0,-1 0-8 16,-8 5 1-16,17-6-17 0,-17 6-15 0,13 0 8 15,-13 0-52-15,15 4 41 0,-15-4-47 16,13 9 54-16,-13-9-62 0,11 11 54 0,-4-3-70 0,-1-1 43 16,-2 0-58-16,1 2 46 0,0-1-60 0,-1 0 2 15,1 1 1-15,-1 0 1 0,-4-9 2 0,7 17-2 16,-7-17 1-16,5 14-3 0,-5-14 2 0,3 13 8 15,-3-13-8-15,3 11 0 0,-3-11 9 0,3 8 3 16,-3-8-1-16,0 0 0 0,7 9-2 0,-7-9-1 16,0 0-2-16,0 0-1 0,0 0-2 0,11-7 56 15,-11 7-63-15,8-9 51 0,-8 9-65 0,11-15 56 16,-5 6-55-16,1 3 53 0,-1-1-56 0,0 0 64 16,1 0-49-16,-7 7 81 0,12-11-75 0,-12 11 72 15,10-8-81-15,-10 8 76 0,11-5-68 0,-11 5 93 0,0 0-77 16,15-1-16-16,-15 1 0 0,12 2 0 15,-12-2 0-15,10 5 0 0,-10-5 0 0,11 7 0 16,-11-7 0-16,11 9 0 0,-11-9 0 0,9 10 0 0,-9-10 0 16,8 11 0-16,-8-11 0 0,7 10 0 0,-7-10 0 15,8 10 0-15,-8-10 0 0,5 11 0 0,-5-11 0 16,6 8 0-16,-6-8 0 0,5 6 0 0,-5-6 0 16,0 0 0-16,7 8 0 0,-7-8 0 0,0 0 0 15,0 0 0-15,13-1 0 0,-13 1 0 0,7-8 0 16,-7 8 0-16,9-11 0 0,-9 11 0 0,9-13 0 15,-9 13 0-15,8-13 0 0,-8 13 0 0,7-12 0 16,-7 12 0-16,6-10 0 0,-6 10 0 0,7-9 0 16,-7 9 0-16,0 0 0 0,7-9-10 0,-7 9 20 15,0 0-41-15,0 0 60 0,9-4-77 0,-9 4 76 16,0 0-70-16,7 4 73 0,-7-4-70 0,6 8 72 16,-6-8-69-16,9 8 76 0,-9-8-80 0,11 11 77 15,-4-5-77-15,1 0 10 0,0-1 11 0,0 1 0 0,1-1 3 16,1 1 1-16,0-1 3 0,-1 0 53 15,3-1-80-15,-1-1 65 0,0 1-79 0,0-2 67 16,-11-2-57-16,19 3 77 0,-19-3-39 0,18 0-30 0,-18 0 70 16,18-5-66-16,-18 5 65 0,13-12-62 0,-13 12 67 15,8-17-58-15,-5 7 87 0,-1-3-61 0,1-2 68 16,-2-3-78-16,0-1 75 0,-1-1-72 16,0-4 0-16,-1 0 0 0,0 3 0 0,0 1 0 0,-1 2 0 15,0 1 0-15,2 2 0 0,-1 1 0 0,0 3 0 16,1 11 0-16,-2-17 0 0,2 17 0 0,0 0 0 15,0 0 0-15,0 0 0 0,0 0 0 0,-5 13 0 16,4-1 0-16,2 2 0 0,0 3 0 0,1 2 0 16,1 2 0-16,0 3 0 0,3 0 0 0,-2 0 0 15,2 1 0-15,1 2 0 0,0 0 0 0,2-1 0 0,-2-4 0 16,0 0 0-16,1-1 0 0,-2-2 0 16,-1-3 0-16,0-1 0 0,-1-2 0 0,1-1 0 15,-2-2 0-15,0-1 0 0,-3-9 0 0,3 12 0 16,-3-12 0-16,0 0 0 0,0 0 0 0,0 0 0 15,0 0 0-15,0 0 0 0,-9-14 0 0,6 3 0 16,-1-1 0-16,0-1 0 0,0 0 0 0,0-2 0 16,-1 2 0-16,3 1 0 0,-1 1 0 0,0 1 0 15,1 0 0-15,2 10 0 0,-1-17 0 0,1 17 0 0,2-17 0 16,4 10 0-16,2 0 0 0,3-1 0 16,3-1 0-16,7 3 0 0,2-1 0 0,7-2 0 15,5 2 0-15,9-3 0 0,5-1 0 0,4 1 0 0,12 0 0 16,5-2 0-16,1 0-1106 0,7 2-1127 0,-1 0-2018 15</inkml:trace>
  <inkml:trace contextRef="#ctx0" brushRef="#br0" timeOffset="153555.7097">23258 13191 389 0,'0'0'402'16,"0"0"-49"-16,0 0-77 0,0 0-11 0,0 0-54 16,-13-2-21-16,13 2-43 0,0 0-43 0,0 0 21 0,0 0-23 15,0 0 1-15,0 0-13 0,0 0 9 0,-10-6-9 16,10 6 19-16,0 0-3 0,0 0 17 15,0 0 11-15,-6-9 23 0,6 9-24 0,0 0-3 16,-5-10-37-16,5 10 28 0,-4-9-4 0,4 9 23 0,-5-11-21 16,5 11-19-16,-5-11-20 0,5 11 13 0,-6-14-9 15,6 14-13-15,-6-16 3 0,6 16-8 16,-4-19-2-16,4 19 8 0,-3-20-19 0,2 9 10 0,0-1-34 16,0 1 29-16,0-1-31 0,1 0 24 0,-1-3-27 15,1 1-9-15,0-1 3 0,1-1-4 0,-1-1-2 16,2-1-3-16,-1 0-1 0,0 0-1 0,1-4-8 15,1-1 3-15,0 0-5 0,1-1 12 0,1-3-5 16,0-2-4-16,1-2 0 0,1 0-1 0,-1-1 3 16,4-6-5-16,-1 0 6 0,0-1 2 0,3 2 21 15,-1-1-25-15,-1 1 20 0,2-1-28 0,-1 2 19 16,1 0-22-16,-2 5 4 0,0 1 2 0,-2-1 0 16,2 1-6-16,-2 1 0 0,1 0 10 0,0 2-1 15,-2-3-2-15,2 2 2 0,-1-2-1 0,1 3 1 0,-1-1 3 16,1-2-2-16,0 3 2 0,1-4-2 0,0 1 2 15,3-5-2-15,-2 0-4 0,5-1 5 16,-2 0-8-16,1-1 34 0,2 0-26 0,-1 0 21 16,3 1-26-16,0-3 0 0,-1 1-2 0,2 1-6 0,0-1 10 15,-1 0 1-15,0 1-3 0,-1 1 2 0,0 1 1 16,-2 0 1-16,0 1-9 0,-2 2 10 0,-2 4-1 16,-1 0 2-16,1 2-1 0,-1 0-4 0,-2 0 3 15,3-1-3-15,-1 1 3 0,0-1 5 0,2 0-3 16,0 0 20-16,2 0-22 0,2-3 14 0,2-2-25 15,1 2-3-15,3-3 10 0,1 1-4 16,1 0 3-16,2-2 0 0,1 0 1 0,5-4-5 0,-4 4 7 16,0 0-5-16,5-4 6 0,-5 5-1 0,0 1 2 15,-3 0 3-15,3 0-4 0,-3 3 3 0,-1-1-2 16,0 0-4-16,-1 3 14 0,-3-2-6 0,1 2 0 16,-3 4 0-16,-1 0 20 0,0 0-27 0,0 0 28 15,0 1-27-15,1 0 20 0,-1-1-25 0,2 1-1 16,1-3 1-16,3 0-3 0,0 0 3 0,1 0-2 15,0 0 7-15,2 0-7 0,-1 1 7 0,2-1 1 16,1 0-1-16,-1 0-4 0,2 0 7 0,0 0-5 16,0 0 4-16,2 0-6 0,-2-1 11 0,3 1-5 15,-2-3 1-15,0 1-2 0,1 2 1 0,0-1 1 16,-1 0-4-16,1-1 4 0,-1 0-12 0,0 1 13 16,0 0 7-16,1 1-2 0,-1 0-2 0,1 0-3 15,-1 0-3-15,1 0-3 0,0 0-6 0,2 0 8 16,0 0-5-16,1 0 19 0,1 1-16 0,-2-1 1 15,3 1-1-15,0-1 2 0,1 2-1 0,0 0 3 16,-2-1-7-16,0 2 8 0,0 0-8 0,0 1 12 16,0-1-3-16,-3 2 1 0,3-1-6 0,-2 0 3 15,-1 2 2-15,3 1 2 0,-2-1-9 0,3 1 8 0,-2 1-4 16,1 1 8-16,-2-1-9 0,2 1 3 16,-1 0-4-16,2 3 8 0,-1 0-8 0,0 0 6 15,0 0-7-15,1 1 9 0,-5 1-9 0,7-2 7 16,-6 4-6-16,1-1 4 0,6 1 1 0,-8-1 2 15,1 2-5-15,1-2 3 0,-1 3-2 0,-1 0 5 16,1-1-7-16,2 1 9 0,-4 1-11 0,3-1 18 16,-1 2-16-16,-1-2 2 0,1 3 0 0,-1-2-1 15,2 3 2-15,-1-2-1 0,-1 1-3 0,1-1-6 16,1 3 9-16,0-3 8 0,0 2-8 0,0 0 3 16,2 0-5-16,-3 0 4 0,3 2-2 0,-1-4 1 15,-1 4 1-15,2 0-2 0,1-1-3 0,-2 0 4 16,1 1-3-16,0-1 3 0,2 2 2 0,-1-1 3 15,1 0-1-15,0-1 6 0,0 2 0 0,-1 0 3 16,3 1-3-16,-2 0 13 0,0-1-4 0,1 1 17 16,-2-1-15-16,1 1 19 0,0 0-17 0,0 1 23 15,1 0-24-15,-3 0 24 0,2 0-31 0,-2 1 28 16,0 0-32-16,0 0 24 0,1 0-26 0,-2 0 34 16,-1 0-35-16,1 2 32 0,-1-1-30 0,0 0 45 15,1 2-46-15,0-1 41 0,-1-1-8 0,1 2-5 16,0-1-4-16,-1 0-2 0,0 2-6 0,0-1 1 15,-2 0-1-15,3 0 1 0,-3 1 1 0,0-1 7 16,1 0-1-16,0 1 5 0,-2 0 3 0,1 0-7 16,0 0-5-16,0 0-4 0,-1-2 2 0,0 4 1 15,-1-2 10-15,1 1-1 0,0 0 2 0,-1 1-7 16,0-2 0-16,0 2-8 0,-1 0-2 0,-1-1-3 16,0 2-3-16,-1-2 2 0,1 2 4 0,0-2 2 15,0 3 11-15,0-3 0 0,0 3 2 0,0-2-6 16,-1 0 5-16,1 2-3 0,-3-1 0 0,3 1-3 15,-1-1-1-15,1 0 9 0,0 2 0 0,1 0-2 16,-1 0-5-16,0-2-1 0,0 1-16 0,1 0 8 16,-2 2-2-16,-1-1-5 0,1-1 7 0,-1 2-2 15,1-5-8-15,-1 6 6 0,1-2 3 0,-1 1 0 16,-1 0 1-16,2-1-11 0,-1 1 10 0,0 0-3 16,0 2-8-16,0-2-54 0,-2-1 58 0,2 0-55 0,0 2 59 15,0-1-52-15,1-1 61 0,0 1-59 0,-1 2 56 16,-1-2-4-16,2 1-3 0,-1-2-5 15,-1 1-3-15,-1-1-5 0,-1 1 7 0,0-1-10 16,-2-1 1-16,-2-1 4 0,2 3 3 0,-1-2-6 0,-1 1-6 16,2 0 3-16,-2-2 1 0,0 1 2 0,1 0-1 15,-1-1 4-15,-1 0-6 0,0 0-1 0,-1 0 2 16,0-2 0-16,-2 1-3 0,0-1 8 0,0 0-3 16,0 0-6-16,-1 0 2 0,1 0 6 0,-1 0-2 15,2 0 6-15,-3-1-9 0,2 0 36 16,-1 1-38-16,0 0 41 0,-1 0-36 0,1-1 32 0,-1 1-38 15,-1-1 20-15,2 1-25 0,-2 1 23 0,2-2-26 16,-1 3 36-16,-1-2-35 0,1 0 35 0,-1 1-24 0,1 2 20 16,-1-3-39-16,-1 2 35 0,0-1-27 15,-1 3 18-15,1-1-14 0,0 0 10 0,-2-1-5 16,1 2 0-16,0 0 0 0,-1 0 0 0,0 0 0 0,0 1-10 16,-1-1-2-16,1-1-1 0,-1 2 1 0,2-1-3 15,-2-1 10-15,0 0 3 0,2 2 1 0,-2-1-3 16,0 0 0-16,2 0 1 0,-1 0 6 0,-1 0-1 15,1-1-10-15,-1 0 10 0,1 0-1 0,0 0-6 16,0-1 17-16,1 0-19 0,-2 1 6 0,1-1 1 16,0 1 5-16,0 0 2 0,-1 1-7 0,1-4 0 15,0 3-3-15,-1-2 19 0,0 2-11 0,0-2 25 0,1 0-39 16,-2-1 40-16,1 2-38 0,-2-2 14 16,2-1-19-16,-1 2 24 0,0-1-12 0,-1-1 0 0,2 2 0 15,-1-1 0-15,0 0 0 0,0-2 0 0,1 3 0 16,-1-1 0-16,0 0 0 0,0 0 0 0,1 2 0 15,0-3 0-15,1 4 0 0,-1-3 0 0,1 2 0 16,0-1 0-16,0 1 0 0,-1 0 0 0,2 1 0 16,-3-1 0-16,1 1 0 0,0-1 0 0,0 2 0 15,0 0 0-15,-1 0 0 0,-1 1 0 0,2 0 0 16,-2 0 0-16,-1 0 0 0,1 1 0 0,-2 0 0 16,3 0 0-16,-3 1 0 0,1 1 0 0,-1-2 0 0,1 1 0 15,-1 0 0-15,1 1 0 0,1 0 0 0,-1-1 0 16,0 2 0-16,0-2 0 0,1 1 0 0,0 0 0 15,0 1 0-15,-1-1 0 0,-1 0 0 0,1 2 0 16,1-2 0-16,1 3 0 0,-2-3 0 0,1 4 0 16,0-2 0-16,0 0 0 0,1 1 0 0,-1 1 0 15,0-2 0-15,1 0 0 0,-2 1 0 0,3 0 0 16,-2 0 0-16,0-1 0 0,1 1 0 0,0 0 0 16,0-3 0-16,0 2 0 0,0 0 0 0,0 1 0 0,2-1 0 15,-2 1 0-15,0-2 0 0,0 1 0 0,2-1 0 16,-2 1 0-16,-1-2 0 0,0 0 0 0,0 0 0 15,1-1 0-15,-2 0 0 0,1 2 0 0,-1-2 0 16,1 1 0-16,0 0 0 0,-1-2 0 0,0 2 0 16,0-1 0-16,0 0 0 0,0 1 0 0,1-2 0 15,-2 2 0-15,2-1 0 0,-2 0 0 0,0 2 0 16,1-3 0-16,-1 1 0 0,2 1 0 0,-3 0 0 16,2 0 0-16,-1 1 0 0,0-2 0 0,-1 2 0 0,1-1 0 15,1 0 0-15,-1 1 0 0,-1 1 0 0,1-2 0 16,-1 2 0-16,0-1 0 0,1 1 0 15,-2-1 0-15,0 1 0 0,2-1 0 0,-2 1 0 0,1 0 0 16,-1-2 0-16,1 1 0 0,-1 2 0 0,2-1 0 16,-2 1 0-16,1-3 0 0,-1 4 0 0,1-3 0 15,0 0 0-15,1 1 0 0,-1-1 0 0,-1 1 0 16,2 0 0-16,-2 2 0 0,1-4 0 0,-1 1 0 16,2 0 0-16,-2-1 0 0,0 0 0 0,1 0 0 0,0 0 0 15,-1 0 0-15,0-1 0 0,0 1 0 16,0-2 0-16,-1-2 0 0,1 1 0 0,1 0 0 0,-2-1 0 15,0 1 0-15,1-1 0 0,-1 0 0 16,0-1 0-16,1 0 0 0,-2-11 0 0,0 23 0 0,0-23 0 16,2 20 0-16,-2-20 0 0,1 18 0 0,-1-18 0 15,2 16 0-15,-2-16 0 0,3 16 0 0,-3-16 0 16,1 17 0-16,-1-17 0 0,1 13 0 0,-1-13 0 16,2 13 0-16,-2-13 0 0,1 13 0 0,-1-13 0 15,1 13 0-15,-1-13 0 0,1 12 0 0,-1-12 0 0,0 14 0 16,0-14 0-16,0 14 0 0,0-14 0 15,0 12 0-15,0-12 0 0,0 14 0 0,0-14 0 16,0 13 0-16,0-13 0 0,0 13 0 0,0-13 0 0,-1 12 0 16,1-12 0-16,0 0 0 0,-1 14 0 0,1-14 0 15,0 0 0-15,-2 15 0 0,2-15 0 0,0 0 0 16,-3 15 0-16,3-15 0 0,0 0 0 0,-3 12 0 16,3-12 0-16,0 0 0 0,-3 13 0 0,3-13 0 15,0 0 0-15,-3 12 0 0,3-12 0 0,0 0 0 16,-4 13 0-16,4-13 0 0,0 0 0 0,-4 12 0 15,4-12 0-15,0 0 0 0,-7 11 0 0,7-11 0 0,-6 8 0 16,6-8 0-16,-7 6 0 0,7-6 0 16,-7 7 0-16,7-7 0 0,-7 6 0 0,7-6 0 0,-7 4 0 15,7-4-135-15,0 0-144 0,-12 6-13 0,12-6-22 16,0 0-38-16,-12 3-34 0,12-3 1 0,0 0-98 16,-11-2-52-16,11 2-60 0,-11-4-189 0,11 4-361 15,-12-7-760-15</inkml:trace>
  <inkml:trace contextRef="#ctx0" brushRef="#br0" timeOffset="154997.6498">25644 9801 5 0,'-12'-11'836'16,"3"1"-194"-16,-2-1-96 0,-1 1 17 0,2 1-60 15,1-2-21-15,-3 3-51 0,3 1-17 0,1-2-59 0,1 4-41 16,7 5-62-16,-12-10-47 0,12 10-40 0,0 0 12 15,-12-1 17-15,12 1 6 0,-3 9-13 16,3-9-18-16,0 18 2 0,0-5-22 0,3 4-6 16,0 1-31-16,2 4-12 0,0 2-24 0,1 0-13 0,3 4-13 15,0 1-10-15,-2 0-7 0,1-2-4 0,2 2-11 16,-1-3 0-16,-3-4 4 0,1 0-13 0,2-2 0 16,-2 0-8-16,-3-4 3 0,1-2 2 15,-1 0 0-15,-1-4 7 0,1 0 1 0,-4-10 3 0,5 16-4 16,-5-16-5-16,0 0 1 0,0 0 0 0,-4 9-11 15,4-9 7-15,-10-6-8 0,2 1-1 0,-2-5 3 16,-2 0 3-16,-1-5-5 0,-3 0-1 0,-1-8-9 16,-3-4-1-16,0-1-5 0,-5-1 9 0,3-1-18 15,1-3 13-15,1 0-13 0,-1-2 1 0,1-1 7 16,3 0 1-16,1 1 6 0,3 0 0 0,4 4 1 16,1 1 1-16,2 5-4 0,3 1 2 0,3-1-1 15,1 3 3-15,3 0 0 0,3 1 2 0,4 2 0 16,0 1 0-16,4 3 3 0,1 1 0 0,8 1-1 15,-2 5 2-15,2 1-2 0,3 4 2 0,2 2-1 16,0 2 41-16,7 3-49 0,-2 2 32 0,9 4-36 16,-5-1 39-16,-2 4-42 0,-5-1 42 0,-4 0-45 15,0 1 33-15,-8 0-39 0,-2-1 40 0,0 2-38 16,-5 0 4-16,-3 0 6 0,-3-1 4 0,-4-1 3 16,-4 2 2-16,-4 1 1 0,-4 1 4 0,-4 5-2 15,-6-1 2-15,-1 0-2 0,0-2 11 0,-2-1-27 16,0 0-19-16,1-1-46 0,6-4-23 0,0 0-65 15,3-3-13-15,2-2-51 0,2 1-66 0,2-3-94 16,7-5-65-16,-7 9-20 0,7-9-102 0,0 0-84 16,0 0-426-16,13 4-714 0</inkml:trace>
  <inkml:trace contextRef="#ctx0" brushRef="#br0" timeOffset="155375.4716">26077 9740 209 0,'3'-11'955'0,"-3"11"-245"0,0 0-86 16,1-16-10-16,-1 16-6 0,0 0-59 0,0-14-78 15,0 14-75-15,0 0-79 0,0-12-66 0,0 12-57 0,0 0-38 16,7-8-28-16,-7 8-22 0,0 0-25 16,16-3-17-16,-16 3-13 0,18 3-8 0,-7-1-12 15,0 1-3-15,1 1-6 0,2 1-4 0,-1 1-4 16,0 0-4-16,0 0-1 0,-2 1-1 15,1 0-1-15,-3-1-2 0,0 0-2 0,0 1 3 0,-2-1-6 0,-1 1 0 16,-6-7 2-16,9 13 14 0,-9-13-9 16,5 12 19-16,-5-12-8 0,0 11 22 0,0-11-10 15,-3 12 27-15,3-12 3 0,-6 7 25 0,6-7-5 16,0 0 6-16,-11 6-9 0,11-6-1 0,-9-2-23 16,9 2-11-16,-10-9-5 0,10 9-6 0,-10-16-10 0,7 6-6 15,1-3-1-15,0 0-3 0,2-2-7 0,0 0 0 16,2-3-5-16,1 2 1 0,3-1-5 15,0-1-15-15,4-1-32 0,-1 3-41 0,2-1-50 0,0 1-69 16,3 3-47-16,-1 0-35 0,3 1-81 0,-1 1-70 16,3 2-97-16,1 1-47 0,-4 1-173 0,3 2-430 15,-2-1-803-15</inkml:trace>
  <inkml:trace contextRef="#ctx0" brushRef="#br0" timeOffset="155733.3793">26643 9468 212 0,'0'0'851'0,"0"0"-161"15,-7-7-15-15,7 7-65 0,0 0-33 0,-6-10-23 16,6 10-102-16,0 0-32 0,-8-9-94 0,8 9-12 16,0 0-85-16,4-11 7 0,-4 11-69 0,6-6 2 15,-6 6-57-15,15-6 11 0,-15 6-55 0,21-1 23 16,-21 1-53-16,25 0 30 0,-12 3-51 0,3 0 29 16,-3 2-43-16,3 0 31 0,-3 0-40 0,0 3 34 15,1-1-43-15,-3 2 35 0,1 0-46 0,-3 0 25 16,-1 0-36-16,-3 0 35 0,2-1-53 0,-7-8 37 15,5 19-37-15,-5-19 35 0,-2 18-30 0,2-18 37 16,-10 18-34-16,3-11 32 0,-4 2-39 0,0-3 37 16,-2 0-29-16,-1 0 43 0,-2-3-33 0,1-1 42 15,-1-2-32-15,1 0 40 0,0-2-28 0,0-3 32 16,-1-2-35-16,5 0 36 0,-1-2-46 0,2-2 37 16,3-2-35-16,1-1 16 0,0 0-47 0,4-1-1 15,2 1-81-15,2-2 18 0,4 0-44 0,2 1-30 16,1-2-18-16,5 1-47 0,-1 0-48 0,2 2-41 15,3-1-28-15,3 1-67 0,1 1-66 0,3 0-545 16,0 1-671-16</inkml:trace>
  <inkml:trace contextRef="#ctx0" brushRef="#br0" timeOffset="156774.5452">27220 9138 139 0,'11'-9'717'0,"-1"0"-128"0,-3 1-15 15,-1-1-62-15,1 0-24 0,-3 2-68 0,-4 7-19 16,8-17-44-16,-8 17-40 0,4-13-32 0,-4 13-37 15,0 0-45-15,-2-16-30 0,2 16-26 0,0 0 4 16,-12-4 3-16,12 4-1 0,-16 6-4 0,4 2-18 16,0 1 3-16,-1 3-13 0,0 4-9 0,1-1-15 15,0 3-16-15,1 0-3 0,2 4-5 0,0-1-11 16,2 0-11-16,3 1-6 0,-1 0-9 0,3 0 34 16,0-3-56-16,2 0 43 0,2 0-49 0,3-1-2 0,-1-1 0 15,4-2 1-15,2 1-1 0,3-3-3 16,1-1-9-16,1-3 0 0,0-3-76 0,2 0 0 15,3-1-62-15,-2-4-9 0,3-1-46 0,-1-1 13 16,1-2 11-16,2-1 13 0,0-2 6 0,0-3 48 16,-2 0 10-16,4-4 26 0,-6 1 16 0,2-5 12 15,-2-2 21-15,-1 0 21 0,-3-2 8 0,-2-2 25 16,0 0 7-16,-5 2 54 0,-1 1 20 0,2-1 7 16,-6 0-3-16,1 3-3 0,-2 1 30 0,0 1-36 15,-1 2 51-15,-1 1-50 0,-1 2 16 0,1 11-60 0,-4-19-14 16,4 19-11-16,-9-10-6 0,9 10-6 15,0 0-1-15,-18 1 1 0,18-1-8 0,-13 11 0 16,3-2 16-16,3 2-11 0,-1 2-3 0,3 2 3 16,-2-1 1-16,5 1-4 0,0 1-4 0,1 2-1 15,1-2 37-15,1 0-45 0,1-1 40 0,2 0-51 0,2-1 42 16,2-1-43-16,-1-1 43 0,5-1-48 0,-2-3 42 16,1 0-43-16,4-1 42 0,-2-3-50 15,3-1 45-15,-3-1-47 0,3-2 41 0,-1-3-47 16,4 0 41-16,-5-1-49 0,3-1 3 0,-2-2 8 15,-1-1-1-15,2-1 5 0,0-3 3 0,-4 0 7 0,1-2 0 16,-1-1-1-16,-1 0 1 0,-1-1 3 16,-3 2 1-16,1 1 3 0,-3 0-1 0,1-1-2 15,0 3 3-15,-2-1-1 0,-2 3 3 0,2 0-2 16,-4 9-4-16,5-14-2 0,-5 14-4 0,4-12 3 16,-4 12 0-16,7-8-1 0,-7 8 3 0,0 0 5 0,14-3 0 15,-14 3 0-15,10 4 0 0,-10-4 6 0,16 8-2 16,-9-2 3-16,0 0-1 0,2 1-3 15,2 1 1-15,-2 1 0 0,0-1 0 0,4 1 2 16,-3 0-2-16,1-1-1 0,0 2 2 0,-2-2-2 16,0 2-3-16,1-3 0 0,-2 1 35 0,-3-2-43 0,-1 1 40 15,-4-7-44-15,10 12 37 0,-10-12-43 0,4 11 36 16,-4-11-37-16,0 0 41 0,-3 14-47 0,3-14 41 16,-9 9-50-16,9-9 38 0,-11 5-48 15,11-5 35-15,-11 3-33 0,11-3 45 0,0 0-36 16,-14-1 0-16,14 1-3 0,0 0-14 0,-7-11-4 0,7 11-4 15,1-13 6-15,-1 13-6 0,6-19-4 0,1 5 1 16,0 0 14-16,2-3 5 0,0 0 11 0,1-2-1 16,0 0 44-16,1-1-32 0,1-1 37 15,-1 2-30-15,0 1 55 0,-1 0-21 0,-2 1 51 0,0 2-24 16,-3 1 43-16,3 1-36 0,-4 3 48 0,0 0-44 16,0 1 29-16,-4 9-56 0,5-15 22 0,-5 15-47 15,0 0 32-15,0-12-44 0,0 12 38 0,0 0-43 16,0 0 36-16,0 0-39 0,-13 5 36 15,13-5-39-15,-6 8 36 0,6-8-37 0,-8 14 27 0,8-14-37 16,-1 15-3-16,1-15-12 0,-1 17-4 0,3-7-11 16,0 1-11-16,4-3-13 0,-1 4-19 0,2-1 4 15,0 0-5-15,1 0-3 0,3 0-12 0,-1 0 8 16,2-1 13-16,1 0 1 0,2 1 11 16,2-1 9-16,0-1 1 0,1 1 10 0,0-1 11 0,0 0 8 15,-2-2 5-15,-1-1 15 0,0 2 6 0,-2-1 1 16,0 0 5-16,-2-2-2 0,-2-1 9 0,-1 2-2 15,-8-6-3-15,13 10-1 0,-13-10 6 16,7 9 3-16,-7-9-2 0,1 11 1 0,-1-11 4 16,-10 17-3-16,1-10-10 0,-3 2-48 0,-4 1-51 0,-2 0-71 15,-3-1-79-15,-4 3-73 0,-2-1-56 0,-1-2-103 16,-1 1-126-16,0-2-320 0,6-1-522 0</inkml:trace>
  <inkml:trace contextRef="#ctx0" brushRef="#br0" timeOffset="158894.9576">29043 9079 1268 0,'-6'-11'904'0,"1"0"-202"0,0 3-12 0,-1-2-22 15,0 2 9-15,6 8-103 0,-9-14 6 0,9 14-175 16,-7-11-92-16,7 11-60 0,0 0-57 0,-10-6-23 16,10 6 48-16,0 0-57 0,-6 13 42 15,6-13-45-15,-3 23-125 0,1-8-36 0,2 2 0 0,-1 2 0 16,1 1 0-16,1 4 0 0,-1 0 0 0,2 1 0 16,-1 0 0-16,0 1 0 0,2-1 0 0,-1 0 0 15,-1-1 0-15,0-1 0 0,1-1 0 0,-2-3 0 16,1 0 0-16,-2-1 0 0,1-3 0 0,-1-1 0 0,1-2 0 15,0-12 0-15,-1 22 0 0,1-22 0 16,-1 16 0-16,1-16 0 0,-4 10 0 0,4-10 0 16,0 0 0-16,0 0 0 0,0 0 0 0,-13-5 0 15,8-4 0-15,3-3 0 0,0-3 0 0,1-4 0 0,1-4 0 16,0-4 0-16,1-2 0 0,1-6 0 0,2-1 0 16,0-6 0-16,0 0 0 0,1-2 0 15,1 3 0-15,1 0 0 0,2 3 0 0,-2 5 0 16,0 5 0-16,3 1 0 0,-3 6 0 0,1 0 0 15,-1 7 0-15,-1 2 0 0,5 2 0 0,-2 3 0 0,-9 7 0 16,22-2 0-16,-11 3 0 0,2 5 0 16,0 3 0-16,-1 1 0 0,1 5 0 0,-1 1 0 15,0 2 0-15,-1 1 0 0,-2 1 0 0,3 4 0 16,-3-2 0-16,-2 0 0 0,1 0 0 0,1 0 0 16,-3 0 0-16,1 0 0 0,-2-1 0 0,0 0 0 0,0-4 0 15,-1-1 0-15,-2-2 0 0,2 1 0 0,-2-5 0 16,0 1 0-16,-2-11 0 0,4 17 0 0,-4-17 0 15,4 9 0-15,-4-9 0 0,0 0 0 16,0 0 0-16,14-4 0 0,-8-4 0 0,2-3 0 16,2-2 0-16,0-5 0 0,1-1 0 0,4-6 0 0,-2 1 0 15,3-1-123-15,-3-1 49 0,1 1-29 0,-2 1 62 16,-1 4-34-16,-1 1 57 0,-1 2 3 0,-2 5 0 16,-1-2 5-16,1 3-12 0,-2 3 8 15,-5 8-4-15,9-11 2 0,-9 11 7 0,0 0-35 16,0 0 47-16,12 8-41 0,-12-8 51 0,5 19-39 0,-3-8 58 15,-1 2-55-15,0 3 19 0,0 2 49 0,1 1-44 16,0-1 50-16,0 4-58 0,2 0 64 16,0-1-72-16,1 0 58 0,2 0-63 0,0-2 59 15,2 2-55-15,1-2 52 0,2-2-53 0,1 0 52 0,2-1-57 16,1-2 51-16,2-2-55 0,-1 0 37 0,3-2-69 16,1-2 42-16,-1-1-50 0,2-1 32 0,-3-2-20 15,-1-1-16-15,3-3-12 0,-1 0 5 0,-1-1 17 16,0-2 6-16,-1-2 11 0,3-2 14 0,-2-2 2 15,-2-3 8-15,-1 0 6 0,-3-2-29 0,0 0 61 16,-5 2 6-16,-2-3 65 0,0 1-25 16,-4 1 64-16,-1 2-49 0,-1-1 3 0,-1 2-4 0,-3 0 2 15,-1 3-12-15,-1 0-4 0,-3 1-7 0,9 6 8 16,-20-3 20-16,20 3-1 0,-24 4-30 0,11 1-30 16,0 2-25-16,0 2 0 0,-2 3 0 0,2 0 0 15,0 2 0-15,0 0 0 0,3 2 0 0,2-1 0 16,0-2 0-16,2 1 0 0,2 0 0 0,0 0 0 15,2-1 0-15,2-13 0 0,1 21 0 0,-1-21 0 0,4 20 0 16,-4-20 0-16,8 16 0 0,-8-16 0 16,12 12 0-16,-12-12 0 0,13 6 0 0,-13-6-55 15,19 1-48-15,-19-1 71 0,18-3-48 0,-6-2 62 0,-1-2-47 16,-1-1 61-16,3-2-48 0,1-3 55 0,0-2-40 16,-1-1 49-16,-1 0-46 0,2-2 58 0,-1 1-57 15,0 1 54-15,-2 0-47 0,-1 4 66 16,0-1-49-16,-2 4 16 0,-2-2-10 0,0 4-4 0,-6 7 5 15,13-7 13-15,-13 7 79 0,0 0-47 0,16 2 92 16,-16-2-85-16,11 17 74 0,-6-5-124 0,-1 4 0 16,1 3 0-16,-1 4 0 0,0 2 0 0,2 0 0 15,-2 5 0-15,1 1 0 0,-1-1 0 0,1 0 0 16,-1 1 0-16,-1-4 0 0,0-1 0 0,0-1 0 16,-2 0 0-16,-1-6 0 0,-2 1 0 0,-2-1 0 15,0-1 0-15,-2-1 0 0,-1-2 0 0,-2-1 0 0,-2-1-5 16,0-3-134-16,-2-1-64 0,1-2 38 15,1 0-40-15,1-2 20 0,10-5-56 0,-17 5-10 0,17-5-15 16,-13-2-13-16,13 2-6 0,-8-9 20 16,8 9 24-16,-1-17 25 0,4 5 34 0,1-3 32 15,3-1 28-15,1-4 17 0,2 0 44 0,3-4 36 16,0-1 43-16,1-1 46 0,2 1 31 0,-1-1 20 0,2 2 43 16,0 0 26-16,-1 1 61 0,1 3 36 0,-2-1 10 15,-2 5 19-15,-1 1-71 0,-1 0 34 0,-1 4-91 16,-1 2 28-16,-2 2-88 0,2 1 93 0,1 3-88 15,-10 3 73-15,19-3-54 0,-19 3-30 0,19 2-116 16,-9 2 0-16,0 0 0 0,-1 2 0 0,0 1 0 16,2 1 0-16,-2 0 0 0,0 2 0 0,-1-1 0 15,2 1 0-15,-3 0 0 0,0 0 0 0,0 0 0 16,0-1 0-16,-2 0 0 0,0-1 0 0,-1 0 0 16,-4-8 0-16,9 14 0 0,-9-14 0 0,8 13 0 15,-8-13 0-15,6 10 0 0,-6-10 0 0,0 0 0 16,7 9 0-16,-7-9 0 0,0 0 0 0,0 0 0 15,0 0 0-15,11-4 0 0,-11 4 0 0,7-8 0 16,-7 8 0-16,5-10 0 0,-5 10 0 0,6-11-59 16,-6 11 63-16,6-11-59 0,-6 11 75 0,5-9-69 15,-5 9 72-15,0 0-68 0,7-11 57 0,-7 11-60 16,0 0 80-16,0 0-76 0,7-6 72 0,-7 6-61 0,0 0 72 16,0 0-62-16,9 6 72 0,-9-6-69 0,0 0 82 15,8 11-85-15,-8-11 82 0,7 10-89 16,-7-10 73-16,7 10-76 0,-7-10 79 0,6 12-79 0,-6-12 78 15,8 14-82-15,-8-14 82 0,9 13-88 0,-9-13 80 16,7 11-76-16,-7-11 76 0,6 10-82 0,-6-10 70 16,5 8-77-16,-5-8 65 0,5 8-69 0,-5-8 72 15,0 0-63-15,8 8 70 0,-8-8-79 0,0 0 52 16,0 0-68-16,0 0 47 0,11 2-12 0,-11-2-12 16,0 0 10-16,7-11 2 0,-7 11 0 0,6-14 4 15,-3 4 2-15,1 1 5 0,0-3 0 0,-1 1 23 16,0-2-14-16,1-1 5 0,-1 2 5 0,0 0 2 15,1 0 8-15,-2 2 33 0,2 0 28 0,-4 10-48 16,5-17 55-16,-5 17-68 0,4-12 51 0,-4 12-72 16,4-8 57-16,-4 8 29 0,0 0-57 0,0 0 83 15,10 3-66-15,-10-3 81 0,5 10-100 0,-5-10 76 16,6 16-85-16,-4-7 0 0,1 1 0 0,-1-1 0 16,1 2 0-16,-1 0 0 0,2 0 0 0,0 0 0 0,0 0 0 15,1 0 0-15,0 0 0 0,0 0 0 0,2 0 0 16,0-1 0-16,2 0 0 0,0-1 0 0,0 0 0 15,1-3 0-15,-2 0 0 0,1-1 0 0,0-1 0 16,-9-4 0-16,20 4 0 0,-20-4 0 0,19-1 0 16,-19 1 0-16,19-6 0 0,-9 0 0 0,0-2 0 15,-1-3 0-15,0 0 0 0,-1-3 0 0,-2-3 0 16,-1-2 0-16,0-3 0 0,-2-1 0 0,-1-1 0 16,0-1 0-16,-2 5 0 0,0-1 0 15,-2 2 0-15,1 1 0 0,0 2 0 0,0 2 0 0,0 2 0 16,1 12 0-16,-1-19 0 0,1 19 0 0,-3-11 0 15,3 11 0-15,0 0 0 0,0 0 0 0,-6 8 0 16,6-8 0-16,-3 18 0 0,2-6 0 0,0 5 0 16,1 0 0-16,1 1 0 0,-1 1 0 0,3 3 0 15,-1 2 0-15,0-2 0 0,0 1 0 0,2 1 0 16,-1-2 0-16,2 0 0 0,-1-2 0 0,-1-1 0 16,-1-2 0-16,2-1 0 0,-2 0 0 0,0-4 0 0,0-1 0 15,-2-11 0-15,2 16 0 0,-2-16 0 16,3 13 0-16,-3-13 0 0,0 0 0 0,0 0 0 15,1 11 0-15,-1-11 0 0,0 0 0 0,0 0 0 0,10-8 0 16,-10 8 0-16,11-13 0 0,-1 3 0 0,3 2 0 16,2-4 0-16,4-1 0 0,6 0 0 0,3-2 0 15,6 0 0-15,6 0 0 0,6 0 0 0,13-1 0 16,11-3-2585-16,4 2-2420 0</inkml:trace>
  <inkml:trace contextRef="#ctx0" brushRef="#br0" timeOffset="166110.3235">21821 13320 409 0,'0'0'394'0,"0"0"-94"0,0 0 7 16,0 0-53-16,0 0-4 0,0 0-39 0,0 0-26 15,0 0-27-15,-11 3-23 0,11-3 0 0,0 0-28 0,0 0 2 16,0 0-18-16,0 0 1 0,0 0-15 16,0 0 10-16,0 0-11 0,0 0 0 0,0 0-10 15,-8 4 2-15,8-4-7 0,0 0 3 0,0 0-13 16,0 0 19-16,0 0-16 0,0 0 15 0,0 0-22 16,-14 0 13-16,14 0-26 0,0 0 8 0,0 0-21 0,-8-6 11 15,8 6-19-15,0 0 19 0,-6-10-8 0,6 10 18 16,-4-9-25-16,4 9 18 0,-4-11-19 0,4 11 17 15,-3-12-13-15,3 12 30 0,-3-14-28 0,3 14 11 16,-3-19-19-16,3 19 20 0,0-22-4 0,0 10-1 16,0 0 1-16,0-2-2 0,0 0-5 0,0-1-3 15,2-2-5-15,-1-1 1 0,0 1 1 0,0-2-2 16,0 1-9-16,0-2 4 0,0 0-2 0,2-3-4 16,-2-2 2-16,1 0-3 0,0-2-9 0,0 2-8 15,1-7 23-15,0 0-19 0,1-1 20 0,-1-2-20 16,1 0 26-16,-1 1-7 0,1-2-5 0,0 1 7 15,0-1-4-15,0 1 1 0,0 1-2 0,-1 1 2 0,1 1-2 16,0 0-4-16,0 0 5 0,-1 3 0 0,1-2-2 16,0 6-3-16,1-6 3 0,1 2-7 0,0-1 7 15,0 1 0-15,1 0-4 0,0 0-1 16,2-1 0-16,-1-1 1 0,1 0 0 0,3-6 0 0,-1 2 0 16,1-3-13-16,1 1 15 0,-1 0-3 0,2 0 3 15,-2-1-6-15,1 1 3 0,1 1 3 16,0 0-2-16,1 0 5 0,-1 0 0 0,2 2-4 0,-1 0-7 15,1 0 4-15,-1 1 5 0,2 1-4 0,-3 5 0 16,3-6 0-16,-2 3-18 0,2-1 12 0,-4 3-5 16,1 3 17-16,0-3-17 0,0 1 15 0,3-4-17 15,0 0 20-15,-1 1-20 0,2-1 22 0,1 0-17 16,1 0 13-16,1 0 3 0,1 0-5 0,1-1-1 16,1 0-4-16,1 0 4 0,1 0 4 0,0 1-5 15,-1 1 2-15,1-1-3 0,-1 1 1 0,0 1 2 16,-1-1 1-16,-2 3-15 0,0-2 15 0,-1 2-19 15,-1-2 23-15,-3 6-19 0,-1 0 16 0,0-2-7 16,2 2 29-16,-2-1-14 0,0 0 12 0,0 1-9 16,1-2 1-16,2-5-11 0,0 1-2 0,2 0 11 15,1 0-1-15,0-2 1 0,3-1-1 0,1 0-2 16,1-1-2-16,7-6-1 0,0 0 3 0,1 0 2 16,-1 1 0-16,1-1-1 0,-5 5 6 0,0 2-7 0,-2-1 14 15,0 1 1-15,-2 0 10 0,0 0-1 0,-4 1 3 16,0 1-4-16,-2 0-12 0,-1 2 14 15,0-2 5-15,-4 6-6 0,2-3-10 0,-2 2 1 16,1 0 0-16,1 0-9 0,-2 0-7 0,4-4 25 0,0 0-23 16,1 0 25-16,2 2-35 0,-1-3 26 0,2 1-33 15,2-2 27-15,0 1-37 0,0-2 9 0,2 1-1 16,1-2-3-16,0-1 2 0,1 2 4 16,0-1-4-16,1 0 3 0,-1 1 6 0,-2-1-7 0,1 2 15 15,-3 0-12-15,-1 2-1 0,1 0-3 0,-2 2 5 16,-1 1 2-16,-3 4-2 0,0-2-3 0,-2 2 5 15,3 0-4-15,-1 0 3 0,0 1 2 0,2-1-2 16,0 0 1-16,-1 2 3 0,5-2 25 16,1 0-36-16,-1-1 32 0,2 1-36 0,0 0 6 0,-1 2 1 15,2-1-3-15,-3 4 11 0,5-6-1 0,0 3-2 16,2-1 21-16,1-1 10 0,-1 1 23 0,1 1-11 16,0-1 34-16,0 0-39 0,0 1 31 0,2-1-38 15,-3 1 39-15,0 1-43 0,0 0 34 0,0-2-41 16,1 0 34-16,1 1-41 0,1 0 39 0,-1-3-40 15,1 3 40-15,1 0-41 0,1 0 33 0,-1-1-39 16,0 2-1-16,0-2 0 0,1 2-1 0,-2 0 4 16,1-1-1-16,-1 2-3 0,1 0 1 0,-2 2 2 15,1 0-1-15,-1 0-6 0,3 2 1 0,-3-1 0 16,1 2 1-16,1-1-1 0,-6 2-2 0,7-1 0 16,-3-1 3-16,2 2 0 0,-5 0 6 0,8-1-13 15,-3 0-4-15,0 1 13 0,1-2-4 0,1 3 2 16,-5 2-1-16,5-3 31 0,0 1-43 0,2-2 40 15,-9 5-37-15,3-1 30 0,-3 1-40 0,1 0 50 16,2-1-46-16,-2 1 35 0,-1 1-40 0,1 0 37 16,1-2-40-16,-1 3 47 0,1-1-43 0,-1-1 42 15,1 2-45-15,-1-1 43 0,-1 0-39 0,-2 1 41 16,3 0-36-16,-7 0 43 0,6 1-31 0,-2-3 56 16,-2 2-40-16,-1 0 32 0,1 1-43 0,0-2 39 15,3 1-40-15,-3 2 41 0,-2-1 1 0,2 0-6 16,0 0-4-16,-3 1 3 0,1-2 7 0,2 2-4 15,-2 1-8-15,0 0-1 0,-1-2-9 0,0 1-3 16,2 2-6-16,-1-1 2 0,-1 1-4 0,0 0 0 16,1 1 0-16,0-2 4 0,2 0 1 0,-2 2-3 15,0-1-7-15,1 1 5 0,1 1-5 0,-5-1 3 16,1 1-5-16,4-1 4 0,-2 0-2 0,1 0 1 16,1 1 2-16,0 0-39 0,1 0 51 0,-1 0-44 15,2 0 42-15,-2 0-41 0,2 1 43 0,-2-1-1 16,0 1-5-16,1 0-6 0,-2-1 0 0,1 1-1 15,0 0 1-15,2 1-4 0,-2 1 1 0,1-1-5 16,-3 0 1-16,3-1-3 0,-3 2 3 0,2 0-3 16,0-2 4-16,0 1 0 0,-1 0 0 0,0 1 15 15,1 1-20-15,1-1 4 0,-1 1 3 0,0-1 0 16,0 3-4-16,0-2 7 0,-1 1-7 0,-1 1 1 16,3 0-44-16,2 1 56 0,0 1-47 0,1-1 46 15,1 1-42-15,-2 0 51 0,1 1-51 0,0-2 47 16,1 2-45-16,-1-2 48 0,1 0-51 0,0 2 55 15,0 1-50-15,2-2 44 0,-1 3-43 0,-1-3 47 16,1 2-49-16,-1-3 48 0,-1 3-45 0,0-2 40 16,-2 1-43-16,1-2 50 0,-6 0-50 0,1 0 46 15,-1 2-48-15,1-4 49 0,-1 4-48 0,-6-1 7 16,4 0 47-16,0-2-48 0,-2 4 52 0,1-5-51 16,0 5 44-16,-2-2-45 0,1-1 47 0,0 2-50 0,-1-1 56 15,2-1-51-15,0 0 52 0,-1 2-52 16,2-1 51-16,-1 0-54 0,-2 1 53 0,1-2-39 15,1 2 84-15,-1-2-57 0,0 1 71 0,1 0-84 16,-3 0 68-16,2 1-87 0,-1-1 75 0,-3-1-78 16,3 3 78-16,-1-3-76 0,1 2 80 0,-1 0-89 0,0-1 76 15,-2 1-65-15,2 1 46 0,0-2-36 16,-1 3 0-16,1-3 0 0,-1 3 0 0,1-1 0 0,-2-2 0 16,2 3 0-16,-1 0 0 0,-2 0 0 0,2-1 0 15,-1 2 0-15,1-3 0 0,-2 2 0 0,1 2 0 16,-2-2 0-16,3 0 0 0,-3 0 0 0,3 2 0 15,-3-1 0-15,1 0 0 0,0 1 0 0,0 0 0 16,0-1 0-16,0 0 0 0,-1 1 0 0,0-1 0 16,1 0 0-16,0 2 0 0,1-3 0 15,-2 2 0-15,2-1 0 0,-2-1 0 0,2 1 0 0,-1 0 0 16,2-2 0-16,-1 3 0 0,1-2 0 0,1 0 0 16,-2 0 0-16,3-1 0 0,-2 1 0 0,2-1 0 15,0 0 0-15,-1 1 0 0,2-2 0 0,-1 1 0 16,2-2 0-16,-1 3 0 0,0-2 0 0,0 0 0 15,0-1 0-15,0 1 0 0,0 0 0 0,0-1 0 16,-2 0 0-16,1 0 0 0,-1 0 0 0,2 0 0 0,-3-3 0 16,1 4 0-16,-1-2 0 0,-2 0 0 15,2-2 0-15,-1 2 0 0,1 0 0 0,-1-1 0 16,1 0 0-16,-1 1 0 0,2-1 0 0,-1 1 0 0,-2-1 0 16,2 1 0-16,-1-1 0 0,1 1 0 0,-2 1 0 15,3 1 0-15,-2-2 0 0,2 1 0 0,-3 0 0 16,1 0 0-16,-3-1 0 0,2 2 0 0,-2 0 0 15,2-1 0-15,-3 1 0 0,2-1 0 0,-2 0 0 16,0 1 0-16,1 1 0 0,-2-1 0 0,1-1 0 16,0 2 0-16,-1 0 0 0,1-1 0 0,-1 1 0 15,0 1 0-15,1-3 0 0,-2 3 0 0,1-2 0 16,1 1 0-16,0-2 0 0,-1 3 0 0,0-1 0 16,0-1 0-16,1 1 0 0,-1 0 0 0,0 0 0 15,1-1 0-15,-1 1 0 0,0 0 0 0,2 0 0 0,-2-1 0 16,2 0 0-16,-2 0 0 0,0 0 0 0,1-1 0 15,-1 1 0-15,-1-1 0 0,1 0 0 0,-1-2 0 16,0 2 0-16,0-1 0 0,-2 0 0 0,1 0 0 16,-1-2 0-16,1 1 0 0,-2 1 0 0,0-2 0 15,1 0 0-15,-1 1 0 0,0-1 0 0,0 1 0 16,-7-6 0-16,14 10 0 0,-5-4 0 0,-9-6 0 16,12 10 0-16,-3-4 0 0,-9-6 0 0,13 12 0 15,-13-12 0-15,13 11 0 0,-13-11 0 0,14 11 0 16,-8-6 0-16,1 1 0 0,0 1 0 0,0-2 0 15,0 1 0-15,-1 0 0 0,2 1 0 0,-2-1 0 0,1 0 0 16,-2 1 0-16,2 0 0 0,0 0 0 0,-2 0 0 16,1 1 0-16,0 0 0 0,-1-1 0 0,0 3 0 15,2-2 0-15,-2 1 0 0,0-1 0 0,-1 3 0 16,2-2 0-16,-2 0 0 0,2 1 0 0,-2 0 0 16,1-1 0-16,-1 2 0 0,0-2 0 0,1 2 0 15,-2 0 0-15,3-3 0 0,-2 4 0 0,0-3 0 16,0 1 0-16,1 1 0 0,-1-1 0 0,2 0 0 0,-1-1 0 15,-1 1 0-15,1 1 0 0,-1-3 0 16,2 3 0-16,-2-2 0 0,2 1 0 0,-1-1 0 16,0 1 0-16,0-2 0 0,0 2 0 0,0-2 0 0,2 3 0 15,-2-2 0-15,1 0 0 0,-1-1 0 0,0 1 0 16,2 0 0-16,-2 0 0 0,1 0 0 0,-1-1 0 16,1 0 0-16,-1 1 0 0,1-1 0 0,-1-1 0 15,0 1 0-15,0 0 0 0,1-1 0 0,0 1 0 0,-1-2 0 16,-5-6 0-16,10 16 0 0,-10-16 0 15,9 14 0-15,-9-14 0 0,11 13 0 0,-11-13 0 16,9 13 0-16,-9-13 0 0,10 14 0 0,-10-14 0 0,10 12 0 16,-10-12 0-16,8 13 0 0,-8-13 0 0,9 13 0 15,-9-13 0-15,9 13 0 0,-9-13 0 0,9 10 0 16,-9-10 0-16,10 12 0 0,-10-12 0 0,8 13 0 16,-8-13 0-16,11 11 0 0,-11-11 0 0,7 11 0 15,-7-11 0-15,8 11 0 0,-8-11 0 0,7 10 0 16,-7-10 0-16,9 12 0 0,-9-12 0 0,9 13 0 15,-9-13 0-15,9 13 0 0,-5-5 0 0,-4-8 0 0,10 13 0 16,-10-13 0-16,9 13 0 0,-9-13 0 0,9 12 0 16,-9-12 0-16,10 12 0 0,-10-12 0 0,8 13 0 15,-8-13 0-15,8 13 0 0,-8-13 0 0,8 13 0 16,-8-13 0-16,9 14 0 0,-9-14 0 0,8 13 0 16,-8-13 0-16,8 14 0 0,-8-14 0 0,7 17 0 15,-7-17 0-15,8 16 0 0,-8-16 0 0,8 17 0 16,-5-7 0-16,1-2 0 0,-1 2 0 0,1-1 0 0,0 2 0 15,-1-1 0-15,1 1 0 0,-1 0 0 16,1 0 0-16,-1 0 0 0,1-1 0 0,-1 2 0 16,2-1 0-16,-2 0 0 0,0 0 0 0,0 1 0 15,1-1 0-15,-1 1 0 0,0-1 0 0,1 3 0 16,-1-3 0-16,0 0 0 0,2-1 0 0,-2 2 0 0,0-2 0 16,0 1 0-16,1 0 0 0,-2-1 0 0,1 1 0 15,0-1 0-15,0 1 0 0,1 0 0 0,-1-1 0 16,0 1 0-16,0 0 0 0,1 0 0 0,-2 0 0 15,1 0 0-15,0 1 0 0,0-2 0 0,0 3 0 16,3 0 0-16,-2-1 0 0,1 2 0 0,-1-1 0 0,2 0 0 16,-2 1 0-16,2 0 0 0,-1 0 0 15,1 0 0-15,-2 0 0 0,1 0 0 0,0 1 0 0,1-1 0 16,-1-1 0-16,-1 2 0 0,0 0 0 0,0-1 0 16,0 1 0-16,0 0 0 0,-1-1 0 0,2 1 0 15,-2 0 0-15,0 0 0 0,0 1 0 0,1-2 0 16,-1 2 0-16,0-1 0 0,0 0 0 0,0 0 0 15,1 1 0-15,-1-1 0 0,0-1 0 0,-1 1 0 0,2 2 0 16,-2-3 0-16,1 1 0 0,0-1 0 16,0 1 0-16,-1 0 0 0,0-1 0 0,2 1 0 0,-2-3 0 15,0 2 0-15,-1-2 0 0,1 1 0 16,0 0 0-16,0 0 0 0,0 0 0 0,0-1 0 0,0 1 0 16,0-1 0-16,-1 1 0 0,1-1 0 0,0 3 0 15,0-3 0-15,-1 0 0 0,2 0 0 0,-1 1 0 16,0-1 0-16,0 1 0 0,0-1 0 0,0 1 0 15,0-1 0-15,0 1 0 0,-1 0 0 0,0 2 0 16,1-3 0-16,0 1 0 0,0 0 0 0,-1 0 0 0,0-1 0 16,1 2 0-16,2-1 0 0,-3 1 0 15,0-2 0-15,-1 2 0 0,2-1 0 0,-2 0 0 16,1 0 0-16,0 1 0 0,0-1 0 0,-1 1 0 0,1 0 0 16,0-1 0-16,-1 2 0 0,0-1 0 0,1 0 0 15,-1-1 0-15,1 2 0 0,-1 0 0 0,0-1 0 16,0 1 0-16,0-1 0 0,0 1 0 0,0 0 0 15,0 0 0-15,0-2 0 0,0 2 0 0,-1 0 0 16,1-1 0-16,-1 2 0 0,1-2 0 0,-1 0 0 16,0 4 0-16,0-4 0 0,1 0 0 0,0 1 0 15,1-1 0-15,-2 1 0 0,1-1 0 0,-1 0 0 16,0 0 0-16,0 2 0 0,-1 0 0 0,1-3 0 16,-1 3 0-16,1 0 0 0,-1-1 0 0,1 1 0 15,-1-1 0-15,0-1 0 0,0 3 0 0,0-3 0 0,1 1 0 16,-1 1 0-16,0-1 0 0,0 0 0 0,0 1 0 15,1 0 0-15,-1 0 0 0,0-1 0 0,0 0 0 16,1 1 0-16,-2-2 0 0,2 1 0 0,0 0 0 16,0 0 0-16,0-1 0 0,-1 0 0 0,2-1 0 15,-2 0 0-15,2 0 0 0,-2 0 0 0,1-1 0 16,0 0 0-16,1 0 0 0,0-12 0 0,-1 20 0 16,1-20 0-16,0 21 0 0,0-21 0 0,-1 15 0 0,1-15 0 15,-1 11 0-15,1-11 0 0,0 0 0 0,-2 14 0 16,2-14 0-16,0 0 0 0,0 0 0 0,0 0 0 15,0 0 0-15,0 0 0 0,0 0 0 16,-10-4 0-16,10 4-625 0,-9-10-295 0,9 10-136 0,-11-13-709 16,3 5-1459-16</inkml:trace>
  <inkml:trace contextRef="#ctx0" brushRef="#br0" timeOffset="167795.3411">25286 8135 198 0,'0'0'743'0,"0"0"-176"15,0 0-111-15,0 0-67 0,0 0-34 0,0 0 1 16,0 0-12-16,0 0-53 0,0 0-10 0,-4 14-39 16,1-4-19-16,1 0-28 0,0 2 3 0,1 4-25 15,0 0-11-15,1 1-25 0,-2 3-12 0,2 0-22 0,0 2-10 16,2 1-14-16,-2 2-2 0,1-1-17 0,0 0 1 16,1 1 20-16,0-2-47 0,1-3 25 0,-3-1-39 15,2 0 27-15,0-1-39 0,0-1 31 16,0 0-40-16,-1-5 36 0,1 2-34 0,0-4 32 0,-2-10-30 15,0 21 52-15,0-21-12 0,2 15 61 0,-2-15-21 16,1 11 32-16,-1-11-54 0,0 0 25 0,0 0-52 16,0 0 27-16,0 0-44 0,0 0 30 15,0 0-45-15,-10-7 0 0,6-2-2 0,-1-3 0 16,1-1 2-16,0-3 1 0,-3-5-5 0,2-1-2 0,1-1 5 16,-2-2-3-16,1-7 2 0,1 1-4 0,0 1 2 15,1-1 33-15,2 3-43 0,-1 0 39 0,2 3-49 16,0 0 46-16,0 4-41 0,2 2 34 15,-1 1-41-15,3-1 40 0,1 3-43 0,2 2 39 0,1 2-35 16,1 2 37-16,4 1-41 0,1 2 39 16,2 2-31-16,1 4 30 0,2 2-33 0,0 2 36 0,4 3-37 15,0 3 42-15,2 4-38 0,2 2 5 16,-3 1 5-16,-1 3 3 0,1-1-1 0,-1 2 6 0,-4 1-4 16,0-3 3-16,-1 4 1 0,-4-2-1 0,0 3 2 15,-4-4-1-15,-1 0 0 0,-3 0 3 0,0-1-1 16,-4-2 36-16,-2 1-47 0,-2 0 43 0,-1-1-39 15,-3 1 36-15,-3 2-34 0,0-3 33 0,-3 0-38 16,-3 1 36-16,-3 1-41 0,0-3 4 0,-2-1 37 16,1-1-41-16,0-2 38 0,0 0-40 0,-1-2 30 15,2-1-59-15,2-1-7 0,-1-2-87 0,2-1-30 16,2-1-45-16,-1-3-55 0,14 0-22 0,-22 0-72 16,22 0-58-16,-17-6-55 0,17 6-105 0,-7-11-684 15,7 11-872-15</inkml:trace>
  <inkml:trace contextRef="#ctx0" brushRef="#br0" timeOffset="168261.8603">25883 8349 971 0,'0'0'789'0,"0"0"-168"0,0 0-90 15,0 0-38-15,0 0-41 0,0 0-37 16,0 0-34-16,0 0-95 0,0 0-56 0,0 0-40 15,0 0-34-15,0 0-25 0,0 0-27 0,0 0-17 16,6 11-18-16,-6-11-12 0,13 3-12 0,-13-3-11 16,20 0-6-16,-7 0-5 0,2 0-18 0,0-3-26 15,3 1-13-15,-3 0-12 0,1-3-3 0,-1 3-5 16,0-4 13-16,-2 1 6 0,1-2 4 0,-5 1-1 16,1-3 15-16,-1 0-9 0,-2-1 16 0,-2-1 1 15,1-1 0-15,-6 1 6 0,1-2-3 0,-2 1 2 16,-1 0 4-16,0 1 16 0,-2 0-1 0,1 1 13 15,-4 1-20-15,3 0 13 0,-3 4-10 0,7 5 16 16,-13-10-17-16,13 10 26 0,-18-1-14 0,18 1 33 16,-23 6-27-16,10 2 2 0,-3 0 20 0,3 3 8 15,-5 3 11-15,4 1 0 0,-4 5 4 0,3 1-6 0,-1 0-9 16,4-4-12-16,2 4 3 0,0 0-4 16,3-2-2-16,3-2-5 0,0 0-6 0,4 0 1 15,0-4 35-15,2 2-33 0,2-1 33 0,5-3-47 16,3-2 35-16,1-2-44 0,5 0-3 0,2-3-4 15,1-3-6-15,3 0-35 0,-1-2-57 0,3-1-70 0,1-1-59 16,0-2-60-16,0 0-52 0,3-2-33 16,1-2-75-16,-2 0-83 0,1-1-83 0,-1-3-625 15,-2 0-842-15</inkml:trace>
  <inkml:trace contextRef="#ctx0" brushRef="#br0" timeOffset="168678.8707">26509 8168 86 0,'2'-11'909'0,"-2"11"-176"0,0-18-40 0,0 18-35 0,-2-14 42 15,2 14-90-15,-1-12-32 0,1 12-93 16,0 0-17-16,-2-13-128 0,2 13-77 0,0 0-14 0,0 0-87 16,0 0 5-16,0 0 17 0,0 0-9 0,0 0-11 15,0 0-17-15,2 18 26 0,-2-18-43 16,3 20-13-16,1-9-117 0,-2 1 0 0,2 2 0 0,1-1 0 16,-1 0 0-16,2 1 0 0,-2 0 0 0,2 0 0 15,-1-3 0-15,-1 1 0 0,0-3 0 0,2 1 0 16,-2-2 0-16,0 0 0 0,-4-8 0 0,7 13 0 15,-7-13 0-15,7 11 0 0,-7-11 0 0,9 6 0 16,-9-6 0-16,0 0 0 0,16-1 0 16,-16 1-80-16,18-8-1 0,-9 1 12 0,2-2 1 15,0-4 5-15,2-2 7 0,-2 0 12 0,1-3 60 0,-1-1-52 16,1 1 51-16,-1 0-47 0,-1 2 53 0,0-1-46 16,-3 3 68-16,1 2-38 0,-1-1 95 0,1 2-92 15,-4 3 72-15,0 0-90 0,-4 8 60 0,9-12-69 16,-9 12 99-16,12-5-42 0,-12 5-1 0,11-2 10 15,-11 2-4-15,13 4-43 0,-13-4 0 0,16 10 0 16,-10-2 0-16,1-1 0 0,-1 2 0 0,2 0 0 16,-2 3 0-16,1-2 0 0,-1 2 0 0,0-2 0 15,-2 2 0-15,1-2 0 0,-1-1 0 0,0 1 0 16,1-1 0-16,-3 0-153 0,-2-9-255 0,7 16-59 16,-7-16-96-16,5 12-122 0,-5-12-144 0,0 0-782 15,0 0-1263-15</inkml:trace>
  <inkml:trace contextRef="#ctx0" brushRef="#br0" timeOffset="168864.6513">26796 7921 580 0,'-5'-15'892'0,"1"1"-152"0,0 0-71 16,-2 2-36-16,4 1-8 0,0-1-114 0,-2 4-50 15,4 8-124-15,-5-18-36 0,5 18-103 0,-2-14-10 16,2 14-75-16,0 0 11 0,2-11-61 0,-2 11 11 15,0 0-133-15,13 2-66 0,-13-2-95 0,16 8-88 16,-7-3-82-16,3 4-65 0,-1 0-79 0,2 1-205 16,3 1-416-16,-1-1-768 0</inkml:trace>
  <inkml:trace contextRef="#ctx0" brushRef="#br0" timeOffset="169347.9829">27313 7921 430 0,'12'-5'868'16,"-2"0"-118"-16,-3 0-44 0,1-1-24 0,-8 6 19 15,9-12-100-15,-9 12 18 0,8-10-85 0,-8 10-51 16,4-12-77-16,-4 12-72 0,0 0-44 0,-2-13-52 16,2 13-48-16,0 0-35 0,-12-6-29 0,12 6-48 15,-15 3-78-15,5 2 0 0,-1 1 0 0,0 5 0 16,-1-1 0-16,0 5 0 0,1-1 0 0,-1 3 0 16,3 2 0-16,2-1 0 0,-2 1 0 0,6-2 0 15,-1 1 0-15,4-2 0 0,0 0 0 0,3 2 0 16,1-2 0-16,3-1 0 0,4 1 0 0,0 0 0 15,5-5 0-15,1 0 0 0,4-2 0 0,2-1 0 16,2-3 0-16,2 0 0 0,-1-3 0 0,1 0 0 16,3-2 0-16,-2-3 0 0,2 2 0 0,-3-4 0 15,0 3 0-15,0-4 0 0,-2-1 0 0,-3 0-35 16,2-3 1-16,-3 0 16 0,-3-2 3 0,0 0 4 16,-3-3 0-16,1 0 75 0,-5-2-85 0,1-2 87 15,-4 3-88-15,-1-1 19 0,-3 1 21 0,-1 1-2 16,-1 1-10-16,-2 1-6 0,3 2 0 0,-3 11 0 15,-3-20 0-15,3 20 0 0,-5-13 0 0,5 13 0 16,-10-6 0-16,10 6 0 0,-15 3 0 0,15-3 0 16,-15 8 0-16,7-1 0 15,-2 3 0-15,2 0 0 0,1 1 0 0,0 2 0 0,0-2 0 0,3 3 0 16,1-3 0-16,1 1 0 0,2 0 0 0,0-1 0 16,4 2 0-16,-1-2 0 0,4 0 0 0,0-1 0 15,3-1 0-15,1 1 0 0,2-5 0 0,0 1 0 16,3 1-101-16,1-3-273 0,2-2-111 0,1 0-122 0,1 0-106 15,2-2-160-15,2-3-722 0,1 2-1247 16</inkml:trace>
  <inkml:trace contextRef="#ctx0" brushRef="#br0" timeOffset="171463.857">28463 7784 787 0,'-3'-12'889'0,"1"3"-110"0,2 9-68 0,-4-18-18 15,4 18 34-15,-4-14-75 0,4 14-35 0,-5-12-45 16,5 12-129-16,-5-9-54 0,5 9-72 0,0 0-71 15,0 0-17-15,0 0-89 0,0 0-140 0,-9 5 0 16,9-5 0-16,-2 23 0 0,0-7 0 0,1 2 0 16,0 3 0-16,0 0 0 0,1 3 0 0,0 1 0 15,0 0 0-15,2-2 0 0,-1 2 0 0,1 0 0 16,-1-1 0-16,1-2 0 0,-1-1 0 0,1-3 0 16,-2 0 0-16,2-2 0 0,-1-2 0 0,0-3 0 15,0 2 0-15,-1-13 0 0,2 17 0 0,-2-17 0 16,1 12 0-16,-1-12 0 0,0 0 0 0,0 0 0 15,0 0 0-15,0 0 0 0,0 0 0 0,-3-16 0 16,3 4 0-16,-1-4 0 0,2-4 0 0,-1 0 0 16,3-7 0-16,-1-4 0 0,0-2 0 0,3-3 0 15,-1 0 0-15,-2 2 0 0,3 1 0 0,0 2 0 16,-2 6 0-16,4 0 0 0,-2 2 0 0,-1 2 0 16,1 1 0-16,-1 6 0 0,0 0 0 0,1 4 0 15,-1 3 0-15,-4 7 0 0,12-7 0 0,-12 7 0 16,14 2 0-16,-6 5 0 0,-1 1 0 0,2 3 0 15,0 2 0-15,0 3 0 0,0 2 0 0,1 1 0 16,-1 3 0-16,0-2 0 0,-1 1 0 0,3 0 0 16,-4 0 0-16,2-1 0 0,0 0 0 0,-2-2 0 15,-1-2 0-15,0-1 0 0,-1-3 0 0,-1 2 0 16,2-4 0-16,-2-1 0 0,-4-9 0 0,7 16 0 16,-7-16 0-16,6 10 0 0,-6-10 0 0,0 0 0 15,0 0 0-15,16-2 0 0,-16 2 0 0,12-14 0 16,-4 3 0-16,2-6 0 0,0-1 0 0,2-4 0 0,1-3 0 15,-2 2 0-15,2-1 0 0,-3 3 0 0,-1 2 0 16,1 2 0-16,-2 2 0 0,-1 1 0 0,-1 2 0 16,0 1 0-16,0 3 0 0,-6 8 0 0,8-11 0 15,-8 11 0-15,0 0 0 0,12 5 0 0,-12-5 0 16,6 14 0-16,-1-3 0 0,-3 2 0 0,1 3 0 16,1-1 0-16,-2 3 0 0,1 0 0 0,1-1 0 15,1 5 0-15,3-2 0 0,0 0 0 0,1-1 0 16,2 0 0-16,3-1 0 0,3 2 0 0,1-2 0 15,2-2 0-15,0-2 0 0,0-2 0 0,0-2 0 16,0 0 0-16,1-3 0 0,-2-2 0 0,-3 1 0 16,3-4 0-16,-1-2 0 0,0 0 0 15,1 0 0-15,-3-2 0 0,2-4 0 0,-4 1 0 0,2-2 0 16,0-5-6-16,-2 0 12 0,-2-1-14 0,-1-2 16 16,-2 1-29-16,-4-1 42 0,1 0-47 0,-4 1 52 15,-1 1-30-15,-1 1 8 0,-2 2-4 0,0-1 0 16,-2 3 0-16,-2 1 0 0,-2 2 0 0,8 5 0 0,-17-3 0 15,17 3 0-15,-22 2 0 0,10 3 0 0,-1 3 0 16,0-1 0-16,2 3 0 0,-2 0 0 16,3 2 0-16,1-1 0 0,-1 0 0 0,3 1 0 15,1-1 0-15,1-1 0 0,2 1 0 0,0-1 0 0,3-10 0 16,-1 17 0-16,1-17 0 0,5 17 0 0,-5-17 0 16,11 12 0-16,-11-12 0 0,14 8 0 0,-14-8 0 15,20 7 0-15,-20-7 0 0,21 1 0 0,-21-1 0 16,20-1 0-16,-8-1 0 0,-3-1 0 0,1-2 0 15,1-2 0-15,-1 0 0 0,-1-2 0 16,0-2 0-16,0 0 0 0,-3-2 0 0,1 1 0 0,-1-2 0 16,-2 1 0-16,1 1 0 0,-2-1 0 0,0 5 0 15,-3 8 0-15,6-17 0 0,-6 17 0 0,5-12 0 16,-5 12 0-16,0 0 0 0,0 0 0 0,0 0 0 16,0 0 0-16,15 7 0 0,-15-7 0 0,6 18 0 15,-3-7 0-15,-1 3 0 0,2 2 0 0,-2 1 0 16,2 1 0-16,-2 2 0 0,1 3 0 0,-1-2 0 15,0 1 0-15,0-1 0 0,-1 0 0 0,0 0 0 0,-1-2 0 16,-1 1 0-16,0-2 0 0,-1 1 0 16,-2-2 0-16,0-2 0 0,-3 0 0 0,-1-1 0 0,0-1-78 15,-3-2-74-15,0 0 7 0,-1-3-47 0,-1 0 42 16,1-2-16-16,3-2 44 0,-1 0-64 0,10-4 14 16,-16 3-22-16,16-3 24 0,-12-3 21 0,12 3-2 15,-6-8 11-15,6 8 26 0,2-15 13 0,2 5 25 16,4-4 9-16,0 1 15 0,2-4 5 0,3-1 10 15,-1 0 7-15,4-3 5 0,-1 0 10 0,1 0 33 16,-1 2 41-16,-2 1 42 0,0 2 31 0,0 1 34 16,0 2 25-16,-2 1 5 0,-1 2-3 0,1-1-3 15,-1 3-12-15,-1 1-5 0,1 2-64 0,-2 0 39 16,-8 5-45-16,17-4 82 0,-17 4-94 0,16 2 80 16,-16-2-83-16,17 9 83 0,-10-3-103 0,0 2-68 15,0 0 0-15,0 1 0 0,-2-1 0 0,0 3 0 16,-1-1 0-16,0 1 0 0,0-1 0 0,0 1 0 15,1 0 0-15,-1 0 0 0,-1-2 0 0,0 1 0 0,-3-10 0 16,6 17 0-16,-6-17 0 0,3 14 0 0,-3-14 0 16,4 11 0-16,-4-11 0 0,4 10 0 0,-4-10 0 15,0 0 0-15,7 9 0 0,-7-9 0 0,0 0 0 16,0 0 0-16,12-2 0 0,-12 2 0 0,8-5 0 16,-8 5 0-16,8-11 0 0,-8 11 0 0,9-12 0 15,-9 12 0-15,8-14 0 0,-8 14 0 0,8-12 0 16,-8 12 0-16,7-10 0 0,-7 10 0 0,5-10 0 15,-5 10 0-15,5-7 0 0,-5 7 0 0,0 0 0 16,7-7 0-16,-7 7 0 0,0 0 0 0,0 0 0 16,0 0 0-16,14 4 0 0,-14-4 0 0,0 0 0 15,9 9 0-15,-9-9 0 0,6 8 0 16,-6-8 0-16,7 8 0 0,-7-8 0 0,8 12 0 0,-8-12 0 16,7 9 0-16,-7-9 0 0,9 9 0 0,-9-9 0 0,10 9 0 15,-10-9 0-15,13 9 0 0,-13-9 0 16,13 7 0-16,-13-7 0 0,17 6-37 0,-17-6-98 15,17 6 38-15,-17-6-43 0,17 4 29 0,-17-4-29 0,19 2 52 16,-19-2-55-16,17 2 46 0,-17-2-16 0,17 0 53 16,-17 0-17-16,14 2 49 0,-14-2-28 15,12-2 47-15,-12 2-35 0,12-1 46 0,-12 1-34 16,0 0 50-16,14-1-21 0,-14 1 44 0,0 0-41 0,13-3 40 16,-13 3-41-16,0 0 36 0,0 0-38 0,14-2 40 15,-14 2-44-15,0 0 43 0,15 1-41 0,-15-1 37 16,0 0-38-16,18 2 62 0,-18-2-70 0,15 0 41 15,-15 0-39-15,15 2 36 0,-15-2-36 0,21 0 40 16,-21 0-42-16,19 0 38 0,-19 0-41 16,18 0 38-16,-18 0-38 0,19-2 41 0,-19 2-37 0,16-3 40 15,-16 3-41-15,14-4 58 0,-14 4-25 0,13-8 50 16,-13 8-41-16,12-12 63 0,-12 12-54 0,6-16 55 16,-3 7-48-16,-2-3 92 0,0 1-88 0,-1-2 66 15,1-4-87-15,-1 0 85 0,-1 0-86 0,0 2 101 16,0-2-69-16,1 2-57 0,-2 4-1 0,2-1 0 15,0 12 0-15,-1-20 0 0,1 20 0 0,-2-14 0 16,2 14 0-16,0 0 0 0,0 0 0 0,0 0 0 16,0 0 0-16,-10 9 0 0,8 2 0 0,0 0 0 15,0 4 0-15,-1 1 0 0,2 1 0 0,-1 1 0 16,1 1 0-16,-1 0 0 0,0 0 0 0,0-1 0 0,1 6 0 16,-1-2 0-16,-1 0 0 0,-1 0 0 0,1-2 0 15,-1-1 0-15,-1-2 0 0,1-1 0 0,0 0 0 16,-1-2 0-16,0 0 0 0,0-3 0 0,1-3 0 15,-1 3 0-15,-1-4 0 0,-1 0 0 0,-1-1 0 16,-1-1 0-16,0-2 0 0,9-3 0 0,-20 3 0 16,20-3 0-16,-18-2 0 0,18 2 0 0,-15-8 0 15,15 8 0-15,-11-11 0 0,11 11 0 0,-2-15 0 16,6 7 0-16,4-3 0 0,2 2 0 0,7-3 0 16,1 1 0-16,7-1 0 0,2 0 0 0,3 2 0 15,3 2 0-15,11 1 0 0,5 1 0 0,6 1 0 16,6 1 0-16,13-1 0 0,0 2-410 0,3 0-2045 15,1-3-2270-15</inkml:trace>
  <inkml:trace contextRef="#ctx0" brushRef="#br0" timeOffset="179156.5683">20708 13429 15 0,'0'0'307'0,"0"0"-116"0,-14 1 14 0,14-1-84 16,0 0 21-16,-12 0-66 0,12 0 26 0,0 0-59 15,0 0 37-15,0 0-49 0,-16 0 27 0,16 0-46 16,0 0 37-16,0 0-42 0,0 0 41 0,0 0-41 15,0 0 48-15,-13 2-33 0,13-2 54 0,0 0-35 16,0 0 54-16,0 0-39 0,0 0 58 0,0 0-36 16,0 0 36-16,0 0-31 0,0 0 27 0,0 0-15 15,0 0 6-15,0 0-2 0,0 0-3 0,0 0 4 16,0 0-12-16,-13-2 1 0,13 2-25 0,0 0 19 16,0 0-14-16,0 0-1 0,0 0-10 0,0 0 14 15,0 0-6-15,-9-5 11 0,9 5-14 0,0 0 4 16,0 0-29-16,-6-7 30 0,6 7-10 0,0 0-6 15,0 0-11-15,-7-9-3 0,7 9 1 0,0 0 10 16,-4-7-5-16,4 7-13 0,0 0-1 0,-4-13-5 16,4 13-7-16,-2-12 7 0,2 12 0 0,-2-15 6 0,2 15-3 15,-1-21-4-15,0 10 7 0,1 0-2 16,0-1-4-16,-1-2 2 0,0-1 7 0,1 1 2 16,-1-4 1-16,1 0-1 0,-2 0-8 0,2-1-3 0,-2 0-4 15,2-1 8-15,-2-4-5 0,0 2 7 0,0-1 1 16,-2-1 0-16,2-1 1 0,-1-1 2 0,0 1 0 15,0-7-1-15,0-1-1 0,0 0-9 0,0 0 6 16,0-3-12-16,1 1 10 0,0-2-14 0,0 1 8 16,-1-2-14-16,1 0 16 0,2-1-27 0,-1 0 20 15,1 1-13-15,0-1 12 0,1-1 7 0,-1 2-9 16,1 0 21-16,0-1-26 0,-1 1 24 0,3-5-25 16,-1 5 21-16,0-7-29 0,0 1 24 0,1-2-22 15,1 0 17-15,-1 2-11 0,2-2 24 0,-1 1-18 16,3-1 19-16,-2 2-23 0,0 2 24 0,-1 1 0 15,1 5 6-15,0 1 0 0,-2 0 6 0,2 1-52 16,-2 1 52-16,1 1-35 0,0-1 29 0,-1 0-39 16,0 0 37-16,0-1-42 0,0 2 32 0,1 0-27 15,0-1 17-15,0 1-19 0,0-1 29 0,0-3-34 16,1 2 32-16,-2 0-38 0,3-6 39 0,2 1-36 16,-1 0 31-16,1-2-34 0,0 2 13 0,3-1 24 0,-1 1-33 15,0 0 30-15,2-1-29 0,-3 1 41 0,3 0-31 16,-3 1 32-16,0 1-22 0,-1 5 42 15,0 0-27-15,-1 0-3 0,0-1-3 0,0 1-8 0,0-1 6 16,0 1 14-16,-1 0-22 0,0-1 22 0,1-1-26 16,2-3 15-16,1-1-23 0,-1 2 24 0,2-1-25 15,-1-1 26-15,2 1-19 0,3-1 24 0,-1-1-24 16,1 1 16-16,1 0-18 0,2 0 17 0,-2 0-22 16,3-1 28-16,-1 1-22 0,-1 1 20 0,1 1-17 15,-1-1 18-15,0 1-16 0,-2 2 25 0,3-1-22 16,-3 3 21-16,2 0-18 0,-2 1 21 0,-1 4-12 15,-1 0 8-15,2 1-16 0,-2 0 13 0,1-1-21 16,0 1 14-16,1-1-16 0,-1 2 11 0,1-1-20 16,2-4 0-16,-1 4 6 0,0-4 12 0,2 0-15 15,-3 6 1-15,3-6 7 0,-4 4 9 0,2 0 42 16,-2-1 1-16,1 2-8 0,-1 0-4 0,1-1-3 16,-3 0-9-16,2 1-2 0,-2 0 8 0,0 1-9 15,0 0-5-15,-1-1 3 0,0 0-1 0,2 2-18 0,-2-2 9 16,2 1-14-16,-1 0 9 0,1 0-15 15,2-1 12-15,-1 1-11 0,2-1 13 0,0-1-16 0,0 2 14 16,0-1-5-16,-1 0-3 0,0 0-6 16,1 0 11-16,-1 1-13 0,1 1 16 0,-2-1-14 0,1 1 4 15,-1-2 1-15,0 3 3 0,-2-1 2 0,2 1-4 16,-1-2 3-16,1 1-1 0,-1-1 5 0,0 0 1 16,2-2-2-16,0 0-6 0,1 2 4 0,4-6-10 15,-1-2 6-15,2 1-11 0,1 2 11 0,0-2-10 16,1 0 7-16,1-1-11 0,1 1 16 0,-2 0-8 15,2 2 0-15,0-1 0 0,-1-1 5 0,1 3-10 16,-2 0 5-16,1 1-3 0,0 0 2 0,-1-1-3 16,-1 1 1-16,0 2 0 0,1 0 0 0,0-1 2 15,-5 6-1-15,2-2 0 0,1-5 2 0,2 2-2 16,-3 4 1-16,-2 0 1 0,2-1-2 0,0 2 1 16,0-2 0-16,4-2-3 0,1 0 4 0,-1 2 4 15,1-3-5-15,-1 1-1 0,2-1 2 0,0 2 6 16,0-2-9-16,1 0 9 0,1 3-7 0,0-1 8 15,-1 0-6-15,2 1 5 0,-1-2-10 0,0 2 5 16,1-1-4-16,-1 0 1 0,1 0 0 0,-2 2 3 16,0 1-1-16,0-3-1 0,1 0 2 0,-6 4 46 15,2 0-58-15,2-2 52 0,-2 2-56 0,1-3 51 16,2 0-56-16,-1 0 52 0,1 0-54 0,0-2 56 16,0 1-60-16,1 0 5 0,1-1 4 0,-1 0 2 15,0 1 4-15,1 1 4 0,1-2 1 0,-1 2 1 16,1-1 1-16,0 0-1 0,0 1 0 0,1 0 2 15,0-1 3-15,1 2-2 0,-1 0 1 0,1-1 0 16,-1 1-1-16,0 0 1 0,1 1 1 0,-2 1 0 16,0 2 50-16,-3 1-59 0,4-2 55 0,0 0-66 15,-4 4 54-15,4-4-53 0,-3 4 49 0,0 0-53 16,4-3 56-16,0 0-58 0,0-2 54 0,-3 6-53 16,2-5 60-16,1 3-61 0,1-2 53 0,1 1-53 15,-1 0 49-15,1 0-51 0,1 0 54 0,-1-1-51 16,0 3 54-16,0-2-57 0,0 2 55 0,-4 1-53 15,5 0 48-15,-3 1-49 0,-2 0 51 0,7-2-54 16,-8 3 51-16,3 1-48 0,0 0 52 0,0-1-57 16,0 2 56-16,0-1-51 0,1 1 50 0,-1-1-53 15,2 2 52-15,0-2-50 0,6 2 53 0,-6-2-48 16,5 0 51-16,-3 2-57 0,-1 0 57 0,1 2-53 16,4-4 51-16,0 1-51 0,3 0 56 0,-3 1-61 15,4-1 61-15,0 0-60 0,-3 0 50 0,4 2-48 16,-3-2 62-16,1 0-63 0,-9 2 63 0,4 1-69 15,-4-1 56-15,3 0-54 0,-1 1 7 0,1 2 4 16,-1-2 4-16,2 2 51 0,0 0-53 0,0-1 50 16,1-1-51-16,-1 3 46 0,2-1-46 0,1 0 55 15,-3 1-62-15,0-2 55 0,0 2-52 0,0 0 53 16,-2 1-60-16,0-2 57 0,-2 3-54 0,3 0 62 16,-7 1-62-16,3 0 8 0,1-2 4 0,-2 2 6 15,1 2 2-15,-1-2 3 0,-1 1 0 0,3-1 51 16,-2 1-55-16,-1 1 53 0,3 0-59 0,2 0 56 15,-1 1-64-15,1 0 58 0,0 1-57 0,3-1 57 16,-3 1-61-16,0-2 59 0,-1 3-62 0,-1 0 67 16,0 0-67-16,-3-1 55 0,3 1-56 0,-3 1 59 15,3 0-54-15,0 0 54 0,-2 1-59 0,1 0 66 16,1-1-67-16,-3 2 66 0,0-1-67 0,1 1 65 16,-2-1-65-16,-1 0 60 0,-1 1-57 0,-2-2 58 15,-1 0-58-15,0 0 61 0,1 0-10 0,-1 1 2 16,1 0-4-16,-2 0 9 0,3-2-17 0,-2 3-12 15,0-2 3-15,0 2-5 0,0-1 1 0,-1 0 3 16,5 2 4-16,-1 0-7 0,0 0 12 0,1 1-13 16,1 1 6-16,0-2-7 0,0 3-1 0,-2-1 2 0,2-2 5 15,-2 2-1-15,0-1-3 0,-3-2-1 16,1 2 1-16,1 0 0 0,0 1-4 0,-1-1 9 0,-2-2-8 16,-2 1 13-16,2-1-12 0,-1 1 4 15,0-1 6-15,-3 1-12 0,2-1 0 0,0 2 1 0,-2-1 3 16,1 0-4-16,-1 0 2 0,1-1-3 15,0 3 7-15,0-3-4 0,0 3 5 0,0-2-5 16,0 1 4-16,5 2-54 0,0-2 66 0,-1 2-63 16,2-1 68-16,1 2-59 0,2-1 64 0,5 4-62 0,1-2 58 15,1 1-56-15,0 0 61 0,1 0-54 0,1 1 59 16,0-1-61-16,-1 2 67 0,-1-2-65 0,1 2 61 16,-2 1-64-16,2-1 73 0,-3-1-73 15,1 1 62-15,-1 1-63 0,-1-1 68 0,-1-1-10 0,-1 2-5 16,-5-3-5-16,-1 1-9 0,1 0 6 0,-1 0-8 15,-1-1 6-15,-1 1-7 0,0 0 1 0,0 0 0 16,0-2 4-16,-2 4-8 0,1-2 9 0,1-1-9 16,0 2 3-16,-2-2-1 0,2 1-1 0,0 0 3 15,0 0 1-15,-1 0-4 0,1-1 1 0,-1-1-6 16,1 3 11-16,-1-3-1 0,0 2-56 0,0-2 77 16,-1 1-68-16,2 1 69 0,-2-2-65 0,2 1 77 15,-1-2-72-15,-4-1 68 0,4 3-66 0,-3-5 81 16,-2 2-76-16,2-1 90 0,-1 0-72 0,0 1 63 15,-1-1-79-15,0-1 75 0,0 2-74 0,1-2 44 16,-3-1-22-16,3 2 0 0,-2-3 0 0,0 2 0 16,2-2 0-16,-3 3 0 0,3-4 0 0,-4 0 0 15,1 1 0-15,-1-1 0 0,2 0 0 0,-2 1 0 16,1-2 0-16,-2 1 0 0,2-1 0 0,-2 1 0 16,1 0 0-16,-1-1 0 0,2 0 0 0,-3 1 0 15,1-1 0-15,0 1 0 0,0 0 0 0,0 0 0 16,-1-1 0-16,0 1 0 0,-1 0 0 0,0 0 0 15,0 0 0-15,-1-1 0 0,1 0 0 0,-1 1 0 0,-1 0 0 16,1 1 0-16,0 1 0 0,-1-2 0 16,1 1 0-16,-1 0 0 0,0 1 0 0,2 0 0 15,-3 0 0-15,2 1 0 0,-1-1 0 0,1 2 0 0,-2-1 0 16,3 0 0-16,-3 2 0 0,1-2 0 0,1 1 0 16,-1 1 0-16,0-1 0 0,0 2 0 0,0-3 0 15,0 4 0-15,1-3 0 0,-2 1 0 0,1 1 0 16,0 0 0-16,1 1 0 0,0 0 0 0,0-2 0 15,0 2 0-15,0 0 0 0,-1-1 0 0,0 1 0 16,1-2 0-16,0 1 0 0,-1-1 0 0,1 2 0 16,0-1 0-16,-1-1 0 0,0 0 0 0,1 0 0 15,-1-1 0-15,-1 0 0 0,2 2 0 0,-1-3 0 0,-1 2 0 16,2-2 0-16,-2-1 0 0,1 1 0 0,1 0 0 16,-1 1 0-16,-1-3 0 0,2 2 0 0,-2-3 0 15,0 1 0-15,-1-1 0 0,0 0 0 0,0 0 0 16,0-1 0-16,1 1 0 0,-2-1 0 0,0 0 0 15,0 0 0-15,1 1 0 0,-1-2 0 0,0 2 0 16,0-1 0-16,2 0 0 0,-2-1 0 0,-1 3 0 16,1-4 0-16,0 3 0 0,1 1 0 0,-1-2 0 15,0 0 0-15,0 2 0 0,1-1 0 0,-1-2 0 16,1 5 0-16,0-4 0 0,1 2 0 0,0 1 0 0,0-1 0 16,1 0 0-16,-1 3 0 0,1-1 0 0,1 0 0 15,-2 1 0-15,1 0 0 0,1 1 0 0,-2-1 0 16,1 1 0-16,-1 0 0 0,2 1 0 0,-2-1 0 15,0 0 0-15,1 2 0 0,-1 0 0 0,1 0 0 16,0 0 0-16,-1 1 0 0,2 1 0 0,-2-2 0 0,-1-2 0 16,1 6 0-16,1-2 0 0,-1-2 0 15,0 3 0-15,0-3 0 0,1-1 0 0,-2 1 0 0,1 2 0 16,1 1 0-16,-2-3 0 0,0 0 0 0,0 0 0 16,0 1 0-16,-1-1 0 0,1 0 0 0,1 2 0 15,-1-1 0-15,-1-1 0 0,0 0 0 0,1 1 0 16,0-1 0-16,-2 1 0 0,1-2 0 0,-1 2 0 15,0-1 0-15,0 0 0 0,0-1 0 0,0 0 0 16,-1 0 0-16,1-1 0 0,0 0 0 0,-2 1 0 16,1-4 0-16,0 2 0 0,-1-1 0 0,1 0 0 15,-1-1 0-15,2 1 0 0,-2-2 0 0,1 2 0 16,-1-2 0-16,0 1 0 0,1-1 0 0,-1 0 0 16,2 1 0-16,-1-1 0 0,0 0 0 0,0 0 0 0,0 1 0 15,2-1 0-15,-2 1 0 0,1-1 0 16,-1 0 0-16,2 1 0 0,-1-1 0 0,2 0 0 0,-2 0 0 15,1 1 0-15,0 1 0 0,1-1 0 0,0 0 0 16,-1 1 0-16,0-2 0 0,0 2 0 0,0-2 0 16,0 3 0-16,1-1 0 0,0 0 0 0,-3-2 0 15,2 2 0-15,-1-1 0 0,1 1 0 0,0 1 0 16,-1-2 0-16,0 1 0 0,0-2 0 0,0 3 0 0,1-1 0 16,-1 0 0-16,0 0 0 0,0-1 0 15,-1 2 0-15,2-1 0 0,-1 0 0 0,0 0 0 0,1 0 0 16,0 1 0-16,0-3 0 0,-1 2 0 0,-1-2 0 15,2 2 0-15,-2-2 0 0,3 2 0 0,-2-1 0 16,0 0 0-16,0 0 0 0,0 0 0 0,1 0 0 16,-2-1 0-16,1 0 0 0,-1 1 0 0,1-2 0 15,-1 0 0-15,0 2 0 0,0-2 0 0,0 2 0 16,-1-2 0-16,1 1 0 0,0-1 0 0,1 1 0 16,-1 0 0-16,-5-8 0 0,9 15 0 0,-3-7 0 15,-2-1 0-15,-4-7 0 0,11 15 0 0,-6-7 0 0,0 1 0 16,0-2 0-16,0 1 0 0,2 1 0 0,-2-1 0 15,1 0 0-15,-1 2 0 0,1-2 0 0,0 1 0 16,1 1 0-16,-1 0 0 0,0-2 0 0,0 2 0 16,1-2 0-16,-1 3 0 0,1-2 0 0,-2 1 0 15,2 0 0-15,-1 0 0 0,0-1 0 0,0 1 0 16,-1-1 0-16,1 2 0 0,1-1 0 0,-2 0 0 16,0-1 0-16,0 1 0 0,1-1 0 0,-1 2 0 15,2-3 0-15,-2 3 0 0,0-3 0 0,0 3 0 16,0-3 0-16,-1 2 0 0,2-2 0 0,-2 1 0 0,0 0 0 15,2 0 0-15,-2 0 0 0,-4-9 0 0,7 17 0 16,-7-17 0-16,7 16 0 0,-3-6 0 0,-4-10 0 16,7 15 0-16,-7-15 0 0,7 15 0 0,-7-15 0 15,8 15 0-15,-8-15 0 0,7 14 0 0,-7-14 0 16,8 14 0-16,-8-14 0 0,6 16 0 0,-6-16 0 16,7 13 0-16,-7-13 0 0,7 13 0 0,-7-13 0 15,6 12 0-15,-6-12 0 0,5 13 0 0,-5-13 0 0,6 12 0 16,-6-12 0-16,7 13 0 0,-7-13 0 0,7 12 0 15,-7-12 0-15,5 12 0 0,-5-12 0 0,6 12 0 16,-6-12 0-16,7 11 0 0,-7-11 0 0,4 10 0 16,-4-10 0-16,6 11 0 0,-6-11 0 0,5 12 0 15,-5-12 0-15,5 12 0 0,-5-12 0 0,5 9 0 16,-5-9 0-16,4 11 0 0,-4-11 0 0,4 11 0 16,-4-11 0-16,3 11 0 0,-3-11 0 0,4 10 0 15,-4-10 0-15,5 12 0 0,-5-12 0 0,4 11 0 16,-4-11 0-16,4 13 0 0,-4-13 0 0,5 12 0 15,-5-12 0-15,5 10 0 0,-5-10 0 0,5 15 0 0,-5-15 0 16,6 12 0-16,-6-12 0 0,6 14 0 16,-6-14 0-16,6 15 0 0,-6-15 0 0,7 16 0 0,-7-16 0 15,8 16 0-15,-8-16 0 0,6 16 0 0,-6-16 0 16,6 16 0-16,-6-16 0 0,5 14 0 0,-5-14 0 16,4 15 0-16,-4-15 0 0,5 14 0 0,-5-14 0 15,5 15 0-15,-5-15 0 0,4 13 0 0,-4-13 0 16,3 14 0-16,-3-14 0 0,4 14 0 0,-4-14 0 15,5 15 0-15,-5-15 0 0,6 13 0 0,-6-13 0 16,4 13 0-16,-4-13 0 0,6 13 0 0,-6-13 0 16,4 12 0-16,-4-12 0 0,4 13 0 0,-4-13 0 0,3 12 0 15,-3-12 0-15,5 13 0 0,-5-13 0 0,3 13 0 16,-3-13 0-16,4 12 0 0,-4-12 0 0,4 14 0 16,-4-14 0-16,5 13 0 0,-5-13 0 0,3 15 0 15,-3-15 0-15,5 13 0 0,-5-13 0 0,4 13 0 16,-4-13 0-16,4 15 0 0,-4-15 0 0,4 16 0 15,-4-16 0-15,4 15 0 0,-4-15 0 0,6 16 0 16,-6-16 0-16,4 14 0 0,-4-14 0 0,5 18 0 16,-3-8 0-16,-2-10 0 0,5 18 0 0,-5-18 0 15,4 17 0-15,-4-17 0 0,4 18 0 0,-4-18 0 0,5 19 0 16,-5-19 0-16,4 18 0 0,-4-18 0 0,3 19 0 16,-3-19 0-16,4 19 0 0,-4-19 0 0,4 19 0 15,-4-19 0-15,4 20 0 0,-4-20 0 0,4 19 0 16,-4-19 0-16,3 20 0 0,-3-20 0 0,5 19 0 15,-1-9 0-15,-3 0 0 0,-1-10 0 0,4 19 0 0,-4-19 0 16,3 18 0-16,-3-18 0 0,3 18 0 16,-3-18 0-16,2 18 0 0,-2-18 0 0,3 18 0 15,-3-18 0-15,4 19 0 0,-4-19 0 0,2 16 0 0,-2-16 0 16,4 19 0-16,-4-19 0 0,3 18 0 0,-3-18 0 16,3 20 0-16,-3-20 0 0,4 18 0 0,-4-18 0 15,3 19 0-15,-3-19 0 0,4 20 0 0,-2-11 0 16,-2-9 0-16,4 20 0 0,-4-20 0 0,4 21 0 15,-4-21 0-15,2 18 0 0,1-7 0 0,-3-11 0 16,2 19 0-16,0-9 0 0,-2-10 0 0,1 21 0 16,-1-21 0-16,2 21 0 0,-2-21 0 0,2 20 0 0,-2-20 0 15,0 22 0-15,0-22 0 0,2 20 0 16,-2-20 0-16,2 21 0 0,-2-21 0 0,0 21 0 0,0-21 0 16,2 21 0-16,-1-10 0 0,-1-11 0 0,0 18 0 15,0-18 0-15,1 22 0 0,-1-22 0 16,0 24 0-16,0-24 0 0,0 22 0 0,0-11 0 0,1 1 0 15,-1-12 0-15,-1 24 0 0,1-12 0 0,-1 1 0 16,1-1 0-16,0 1 0 0,0 0 0 0,-1-1 0 16,1 2 0-16,0-1 0 0,-1 0 0 0,1 1 0 15,-1 0 0-15,1 2 0 0,0-2 0 0,0 0 0 0,0 1 0 16,0 0 0-16,-1 1 0 0,1 0 0 16,-1-1 0-16,1 2 0 0,-1 0 0 0,2-1 0 0,-2 1 0 15,0-2 0-15,1 0 0 0,-1 2 0 0,0 0 0 16,1-4 0-16,-1 4 0 0,0 0 0 0,0-1 0 15,1 0 0-15,-1-1 0 0,0 2 0 0,1-3 0 16,-1 2 0-16,0-1 0 0,1-2 0 0,-1 2 0 16,-1 1 0-16,1-3 0 0,0 2 0 0,0-2 0 15,0 1 0-15,1 0 0 0,-1-1 0 0,0-1 0 0,0 2 0 16,1-3 0-16,0-11 0 0,-2 24 0 16,2-12 0-16,-1-1 0 0,0 1 0 0,1-12 0 0,0 19 0 15,0-19 0-15,-2 22 0 0,2-22 0 0,0 19 0 16,0-19 0-16,0 17 0 0,0-17 0 0,0 16 0 15,0-16 0-15,0 16 0 0,0-16 0 0,0 15 0 16,0-15 0-16,0 16 0 0,0-16 0 0,-1 16 0 16,1-16 0-16,0 15 0 0,0-15 0 0,0 14 0 15,0-14 0-15,0 17 0 0,0-17 0 0,-1 17 0 16,1-17 0-16,-2 16 0 0,2-16 0 0,-2 20 0 0,2-20 0 16,-2 18 0-16,2-18 0 0,-2 18 0 0,2-18 0 15,-2 21 0-15,0-11 0 0,2-10 0 0,-5 19 0 16,5-19 0-16,-3 19 0 0,3-19 0 0,-2 21 0 15,2-21 0-15,-2 20 0 0,2-20 0 0,-2 19 0 16,2-19 0-16,-1 19 0 0,1-19 0 0,-1 17 0 16,1-17 0-16,-1 16 0 0,1-16 0 0,-1 16 0 15,1-16 0-15,-1 15 0 0,1-15 0 0,-1 16 0 16,1-16 0-16,-1 14 0 0,1-14 0 0,1 13 0 16,-1-13 0-16,0 12 0 0,0-12 0 0,0 0 0 15,0 16 0-15,0-16 0 0,0 0 0 0,-1 13 0 16,1-13 0-16,0 0 0 0,0 0 0 0,0 15 0 15,0-15 0-15,0 0 0 0,0 0 0 0,0 0 0 0,0 12 0 16,0-12 0-16,0 0 0 0,0 0 0 0,0 0 0 16,0 0 0-16,0 0 0 0,0 0 0 0,0 13 0 15,0-13 0-15,0 0 0 0,0 0 0 0,0 0 0 16,0 0 0-16,0 0 0 0,0 0 0 0,0 0 0 16,0 12 0-16,0-12 0 0,0 0 0 0,0 0 0 15,0 0 0-15,0 0 0 0,0 0 0 0,0 0 0 16,-2 10 0-16,2-10 0 0,0 0 0 0,0 0 0 15,0 0 0-15,0 0 0 0,0 0 0 0,0 0 0 0,0 0 0 16,0 0 0-16,0 0 0 0,0 0 0 16,0 0 0-16,0 0 0 0,0 0 0 0,0 0 0 0,0 0 0 15,0 0 0-15,0 0 0 0,0 0 0 0,0 0 0 16,0 0 0-16,0 0 0 0,0 0 0 0,0 0 0 16,0 0 0-16,0 0 0 0,0 0 0 0,0 0 0 15,0 0 0-15,0 0 0 0,0 0 0 0,0 0 0 16,-9-5 0-16,9 5 0 0,0 0 0 0,0 0 0 15,0 0 0-15,0 0 0 0,-7-9 0 0,7 9 0 16,0 0 0-16,0 0 0 0,-7-4 0 0,7 4 0 0,0 0 0 16,0 0 0-16,0 0 0 0,-9-8 0 0,9 8 0 15,0 0 0-15,0 0-253 0,-3-13-553 16,3 13-99-16,0 0-174 0,5-13-551 0,-5 13-1287 0</inkml:trace>
  <inkml:trace contextRef="#ctx0" brushRef="#br0" timeOffset="179753.4948">32901 12877 388 0,'0'0'316'0,"-12"-2"-25"0,12 2-64 0,-11-4-22 0,11 4-57 16,-11-5 8-16,11 5-32 0,-9-4-2 0,9 4-33 16,0 0-11-16,-11-6-12 0,11 6 0 15,0 0-15-15,-12-8-1 0,12 8-14 0,0 0-8 0,-9-7-9 16,9 7 2-16,0 0-10 0,-8-4 3 0,8 4-1 16,0 0 0-16,0 0 6 0,-11-4 0 15,11 4 13-15,0 0-16 0,0 0 44 0,-7-6-22 0,7 6 19 16,0 0 6-16,0 0 27 0,0 0 58 0,0 0-57 15,0 0 31-15,0 0-66 0,0 0 38 0,0 0-57 16,0 0 50-16,0 0-49 0,0 0 45 0,0 0-52 16,2-12 53-16,-2 12-39 0,0 0 72 0,9-4-40 0,-9 4 66 15,0 0-65-15,15-5 73 0,-15 5-64 16,12-3 103-16,-12 3-72 0,14-2 88 0,-14 2-64 16,14-4 6-16,-14 4-9 0,16-3 4 0,-16 3-14 15,13-3-10-15,-13 3-17 0,16-2-6 0,-16 2-2 16,13-3-3-16,-13 3 34 0,12-3-54 0,-12 3 17 15,15-2-5-15,-15 2 20 0,14 0 21 0,-14 0 13 0,16-1 34 16,-16 1 10-16,17 1 9 0,-17-1 7 0,26 2-13 16,-11-2-28-16,2 1-11 0,2 1-121 0,1 1-24 15,2-2 0-15,4 0 0 0,2 3 0 0,3-2 0 16,4 1 0-16,0-1 0 0,2-1 0 0,-5 1 0 16,-1-1 0-16,5 1 0 0,-4-2 0 0,0 1 0 15,-2 0 0-15,2 0 0 0,0-1 0 0,3 3 0 16,-4-3 0-16,-1 0 0 0,-2 0 0 0,1 1 0 0,-5-1 0 15,-2 0 0-15,-1-1 0 0,-2 1 0 0,-1 0 0 16,-2 0-119-16,-2 0-336 0,1 0-66 0,-15 0-7 16,0 0-125-16,0 0 11 0,0 0-4 0,0 0-36 15,0 0-563-15,0 0-854 0</inkml:trace>
  <inkml:trace contextRef="#ctx0" brushRef="#br0" timeOffset="183466.8202">23093 7795 218 0,'-5'-13'758'0,"-2"1"-190"0,3 2-54 16,-1 0-23-16,0 1-48 0,1-1-1 0,-1 1-31 16,1 0-59-16,-1 0-36 0,5 9-35 0,-7-15-20 15,7 15-17-15,-6-12-37 0,6 12-36 0,-5-9-43 16,5 9-32-16,0 0-17 0,0 0-2 16,0 0 35-16,0 0 26 0,0 0 0 0,-4 14-5 0,6-3 24 15,0 4-15-15,0 3 28 0,0 0-74 0,0 5 29 16,1-1-58-16,1 3 28 0,-1-1-62 0,1 1 37 15,2 0-60-15,-2-2 1 0,2 1 1 0,0-3-6 16,1 1 0-16,1-1-1 0,-2-2 0 0,0-1-3 16,0-3 1-16,-1 0 1 0,1-2 3 15,-4-2 2-15,2-2 1 0,0-1 8 0,-4-8 46 0,5 15 38 16,-5-15 1-16,0 0-10 0,4 9-32 0,-4-9 10 16,0 0-15-16,0 0-56 0,-6-9 0 15,6 9 0-15,-8-16 0 0,2 4 0 0,-3-1 0 0,-1-7 0 16,0 2 0-16,-3-7 0 0,0-1 0 0,-1-1 0 15,-1-5 0-15,0-1 0 0,3 5 0 0,1 1 0 16,-1-1 0-16,3-1 0 0,0 1 0 0,1 0 0 16,3 4 0-16,0 0 0 0,2 0 0 0,0 0 0 15,2 1 0-15,1 2 0 0,2-3 0 0,3 1 0 16,3-3 0-16,3 1 0 0,1 2 0 0,3 1-21 16,0 1 42-16,4 0-74 0,0 2 1 0,2 3-81 15,2 1-14-15,0 2-94 0,2 1-32 0,-2 4-72 16,1 1-47-16,0 3-72 0,-4 1-78 0,1 2-21 15,-1 2-98-15,-4 3-714 0,-1 1-974 0</inkml:trace>
  <inkml:trace contextRef="#ctx0" brushRef="#br0" timeOffset="183672.8998">23022 7882 871 0,'-9'11'667'0,"1"-2"-89"0,2-2-73 15,6-7-9-15,-12 12-53 0,12-12-62 16,-8 8-54-16,8-8-70 0,0 0-62 0,-6 7-34 16,6-7-38-16,0 0-19 0,9-3-26 0,-9 3-15 0,21-9-18 15,-5 2-5-15,3-3-26 0,4 2-43 0,4-3-66 16,2-2-46-16,1 1-58 0,0 0-49 16,1-1-46-16,-1 0-49 0,-2 1-84 0,0-1-51 15,-1 2-490-15,-1-1-557 0</inkml:trace>
  <inkml:trace contextRef="#ctx0" brushRef="#br0" timeOffset="183902.0134">23558 7660 718 0,'0'0'741'0,"0"0"-108"0,11-3-62 0,-11 3-88 0,0 0-41 16,0 0-47-16,0 0-34 0,0 0-60 0,11 6 3 15,-11-6 11-15,0 0-39 0,5 11-35 0,-5-11-43 16,6 10-35-16,-6-10-23 0,7 13-31 0,-7-13 13 15,7 18-53-15,-2-9 15 0,0-1-48 0,-1 3 28 16,2-1-49-16,0 0 36 0,1 1-50 0,-1-1 12 16,-1 0-101-16,0-1-45 0,1 1-85 0,-2-2-72 15,2 0-83-15,-2 1-99 0,-4-9-48 0,7 15-126 16,-7-15-655-16,1 10-903 0</inkml:trace>
  <inkml:trace contextRef="#ctx0" brushRef="#br0" timeOffset="184099.8096">23528 7604 698 0,'-1'-21'743'16,"1"21"-160"-16,-3-19-8 0,3 19-88 0,-2-15-59 15,2 15-89-15,-2-15-62 0,2 15-70 0,-2-12-41 16,2 12-52-16,0 0-27 0,0-15-83 0,0 15-47 15,0 0-94-15,0 0-75 0,7-4-69 0,-7 4-116 16,0 0-95-16,12 3-492 0,-12-3-577 0</inkml:trace>
  <inkml:trace contextRef="#ctx0" brushRef="#br0" timeOffset="184366.6383">23801 7388 531 0,'-3'-10'834'0,"0"-2"-105"0,-2 2-50 16,2 1 11-16,0-2-49 0,-1 4-37 16,4 7-131-16,-5-13-56 0,5 13-126 0,-6-9-27 0,6 9-91 15,0 0-4-15,0 0-51 0,0 0 55 16,0 0-61-16,1 15-11 0,1-3-20 0,2 3-14 0,0 3-9 16,1 3-9-16,-1 2-3 0,3 7-14 0,-2-2-5 15,1 3-6-15,-1-1-2 0,1 0-5 0,2 1-4 16,-1-2-3-16,0 0-19 0,1-3-36 15,2 0 5-15,-3-5-115 0,1 0-42 0,0-3-81 0,2 0-73 16,-2-5-69-16,-1 1-91 0,-1-2-42 0,1-4-156 16,-2-1-597-16,-5-7-910 0</inkml:trace>
  <inkml:trace contextRef="#ctx0" brushRef="#br0" timeOffset="184767.8805">24031 7671 891 0,'0'0'867'0,"-1"-14"-170"0,1 14-51 0,-3-12-24 0,3 12-69 16,-1-13-113-16,1 13-87 0,0-12-69 0,0 12-57 15,0-12-48-15,0 12-41 0,5-9-23 0,-5 9-25 16,11-13-24-16,-4 9-12 0,2-2-7 0,3 1-15 16,-1-2-12-16,2 0-16 0,0 2-32 0,0-2 4 15,-1 1 5-15,-1-1-3 0,0 0 5 0,-1-1 5 16,-2-2 27-16,-2 2-30 0,-1-3 30 0,-2 1-35 15,0-2 40-15,-2 2-27 0,-1 10 27 0,0-22-33 16,0 22 36-16,-3-21-27 0,3 21 54 0,-4-16-34 16,4 16 38-16,-6-14-42 0,6 14 23 0,-7-9-47 15,7 9 40-15,-9-6-35 0,9 6 55 0,-14 4-27 16,14-4 26-16,-15 10-41 0,4-1 37 0,1 2-35 16,-3 2 6-16,2 3 1 0,0 0-2 0,0 0 15 15,2 0-5-15,0 2-4 0,4-2 0 0,1 0-2 16,0 0-3-16,3-1 0 0,2-1-1 0,3 1-2 15,3-3 3-15,3 0-2 0,6 0-2 0,3-3 2 16,4-3-4-16,4-1 4 0,2-3-19 0,3-2-49 16,4 0-51-16,2-4-60 0,6-3-19 0,0 0-61 15,-4-2-69-15,2-1-93 0,-4-1-88 0,-2-5-154 16,-3 2-685-16,-7-1-938 0</inkml:trace>
  <inkml:trace contextRef="#ctx0" brushRef="#br0" timeOffset="186995.7999">25119 6748 770 0,'1'-20'776'0,"-3"-1"-86"0,0 2-59 16,-4-2-16-16,0 0-90 0,-3 0-37 0,-3 2-87 16,2 1 28-16,-5-1-70 0,0 3-63 0,0 2-83 0,-1 0-7 15,-2 3-84-15,0 2 11 0,2 3-59 16,-1 2 16-16,-1 3-48 0,0 4 19 0,-1 1-45 15,1 4 33-15,-1 2-47 0,1 3 33 0,4 2-40 16,3 3 38-16,1 2-41 0,4 1 3 0,4 1 2 16,4 3 6-16,4 3 2 0,6 0 8 0,6 5-3 15,6-3 31-15,6 1-36 0,2-2 33 0,8 5-42 16,5-3 37-16,-9-6-41 0,0 0 34 0,0-2-33 16,-1-1 30-16,-3-1-39 0,-1 1 40 0,-6-5-43 15,-4 0 37-15,-1-2-33 0,-5-2 36 0,-2 1-37 16,-1-1 44-16,-3-2-31 0,-3 0 50 0,-3-1-38 15,0-1 46-15,-3-9-49 0,-5 19 35 0,0-12-39 16,-1 1 35-16,-3 2-43 0,-3-3 41 0,-1-1-48 16,-1 0 45-16,-1-1-47 0,-2-2 46 0,2 2-50 15,-3-3 41-15,3-2-58 0,-1 0 26 0,1 0-60 0,0-2 15 16,0-1-51-16,-1 0 19 0,5-4-54 0,0 1 34 16,1 0-50-16,4-1 13 0,1-3-15 0,5 10 32 15,-1-19-7-15,4 8 20 0,5-1 14 16,5-3 12-16,0 1 12 0,5-4 12 0,2 0 14 15,3 0 10-15,-2 1 12 0,2 0 3 0,-2-1 11 0,0 2 5 16,-4 2 9-16,1 0 25 0,-3 2 19 0,-1-1 35 16,-3 2 44-16,1 1 24 0,-3 0 9 0,-2 3 9 15,2-1 3-15,-9 8-9 0,11-11-17 16,-11 11-26-16,9-10-26 0,-9 10-22 0,8-7-16 16,-8 7-15-16,0 0-5 0,8-6-4 0,-8 6-4 0,0 0 1 15,8 6 7-15,-8-6-3 0,0 0-6 0,7 12-3 16,-7-12 0-16,5 12 3 0,-5-12-5 15,9 15-3-15,-6-6-2 0,3-1-5 0,-2 1 45 16,1 0-53-16,1-1 41 0,-1 1-51 0,2-1 45 16,-2 0-49-16,1 0 42 0,-1-1-45 0,4-1 40 0,-9-6-50 15,13 11 44-15,-13-11-50 0,14 7 41 0,-14-7-38 16,13 3 44-16,-13-3-37 0,15 0 48 16,-15 0-45-16,14-6 39 0,-14 6-41 0,13-11 42 15,-9 3-40-15,2-1 4 0,-2-1 4 0,-2 0 1 16,0-4 6-16,1 1 0 0,-3 0 5 0,0 1 0 0,-2-1 10 15,1 0 29-15,0 1 31 0,0 1-3 0,1 11-12 16,-2-19-8-16,2 19-12 0,-2-13-19 0,2 13-6 16,0 0-4-16,3-13-4 0,-3 13 5 15,0 0 9-15,14 6-1 0,-7 0 5 0,5 2 1 16,-3 3-1-16,5 2 11 0,-2 1-5 0,2 3 4 0,0-1-7 16,1 4-1-16,3 1 15 0,1 1-14 0,0-1-11 15,0 1 62-15,0 0-74 0,-1-2 0 0,-1-1 0 16,0 1 0-16,-5-2 0 0,-1-2 0 15,-4-2 0-15,1-1 0 0,-5 1 0 0,2-1 0 0,-5-3 0 16,0 2 0-16,-5-3 0 0,2 1 0 0,-3-3 0 16,-1 1 0-16,-3-2 0 0,0-2 0 0,-1-1-6 15,2-1-27-15,9-2-9 0,-21 0 60 0,21 0-80 16,-18-8 46-16,10 4-67 0,3-6 40 0,-2 2-44 16,5-5 34-16,0 0-49 0,2-1 36 15,2-3-38-15,0-2 44 0,5-2-30 0,-2-2 50 0,3-3-31 16,2 0 46-16,0 1-41 0,0-2 17 0,1 1 14 15,0 1 3-15,-4 0 8 0,2 3 39 16,-2-1-38-16,-1 1 36 0,-1 2-28 0,1 0 34 0,-4 2-35 16,1 1 44-16,0 2-37 0,-3 0 43 15,2 2-38-15,-2 13 39 0,0-22-35 0,0 22 40 0,0-19-39 16,0 19 34-16,0-16-45 0,0 16 35 0,0-12-48 16,0 12 37-16,0 0-36 0,0 0 39 0,4-9-38 15,-4 9 41-15,7 5-36 0,-7-5 37 0,13 11-35 16,-3-2 53-16,1 0-53 0,2 1 2 15,1 3 7-15,2 1 0 0,-1 2 2 0,3 1 4 0,-1 0 25 16,2 1-32-16,-2 0 33 0,-1-3-40 0,0 1 41 16,0-1-43-16,-3 0 36 0,1-1-39 0,-1 0 36 15,-3-1-38-15,-2-2 42 0,-1 1-40 0,0 0 40 16,-1-3-41-16,-1 1 37 0,-2-1-37 16,-3-9 38-16,6 16-37 0,-6-16 39 0,0 12-41 0,0-12 34 15,-4 10-43-15,4-10 36 0,-5 8-47 0,5-8 26 16,0 0-55-16,-9 5 20 0,9-5-49 0,0 0 11 15,-11-4-54-15,11 4 24 0,-7-10-58 0,7 10 23 16,-2-20-9-16,0 10 10 0,2-5 18 0,0-1 6 16,0-1 36-16,2-4-2 0,0-4 29 0,-2 0-2 15,2-1 25-15,1-6-7 0,-1 0 11 0,0-1 8 16,-2-1 18-16,2 1 27 0,-4-2 16 0,2 1 6 16,-2-1 26-16,0 1 32 0,-2 2 9 0,1 0 33 15,-1 2-16-15,-2 5 43 0,2 0-62 0,0 3 95 16,-1 0-67-16,3 5 24 0,-2 2-55 15,2 3 10-15,-2 1-65 0,4 11 23 0,-4-14-44 0,4 14 62 16,0 0-2-16,0 0 43 0,0 0-17 0,0 10 61 16,2 1-75-16,2 3 61 0,0 2-98 0,2 5 79 15,1 1-54-15,0 4-2 0,4 2-17 0,-2 0-62 16,0 3-3-16,3-1 0 0,-1 3 0 16,1-3 0-16,3 4 0 0,-4-6 0 0,2-2 0 0,0 0 0 15,-1-2 0-15,-1 0 0 0,-2-5 0 0,-2 0-58 16,0-5-3-16,0 0 6 0,-3-1 14 0,0-2 11 15,0-1 8-15,-1-2 2 0,-3-8 6 0,2 12 6 16,-2-12 2-16,0 0-1 0,-5 9-1 16,5-9 2-16,0 0 1 0,-10-3-1 0,10 3 0 0,-9-7 3 15,9 7 0-15,-12-12 6 0,12 12-1 0,-9-14-2 16,9 14 1-16,-8-13 4 0,8 13-7 0,-5-14 1 16,5 14 0-16,-5-14 2 0,5 14-9 15,0-14 5-15,0 14-6 0,5-13 5 0,-5 13-3 16,7-16 2-16,0 9 0 0,-1 0 0 0,3 0-4 0,2-1-15 15,0 1 23-15,1-3-54 0,-1 2 35 0,0-1-58 16,3 1 36-16,-3-3-31 0,0 3 48 0,1-2-20 16,-1 1 40-16,0-2-31 0,-2 2 40 0,-3 1-31 15,1-1 46-15,-3 1-40 0,2-1 42 0,-6 9-29 16,6-15 69-16,-6 15-22 0,5-12 82 0,-5 12-72 16,2-12 69-16,-2 12-93 0,0 0 65 0,0-13-86 15,0 13 58-15,0 0-71 0,0 0 64 0,-7-9-72 16,7 9 84-16,0 0-85 0,-6 7 88 0,6-7-94 15,-6 9 83-15,6-9-83 0,-4 12 76 0,4-12-80 16,-2 17 10-16,2-17 1 0,0 18 4 0,0-18 4 16,2 21 0-16,0-11 6 0,1 0 2 0,2 2 14 15,-1-2-23-15,0 0-1 0,1 1 6 0,1-4-7 16,-1 2-3-16,4 0-11 0,-4-3-5 0,3 1-1 16,-3-1 0-16,-5-6 9 0,16 8 0 0,-16-8 5 15,13 5-5-15,-13-5 1 0,16 0 5 0,-16 0 5 16,15-6 0-16,-15 6 1 0,15-8 61 0,-7 1-62 15,-3 0 50-15,1 0-57 0,2 0 55 0,-4-1-60 16,-4 8 57-16,11-14-55 0,-11 14 61 0,8-12-64 16,-8 12 70-16,8-9-74 0,-8 9 53 0,6-7-58 15,-6 7 57-15,0 0-59 0,9-8 56 0,-9 8-46 16,0 0 56-16,0 0-59 0,16 5 69 0,-16-5-59 16,7 4 65-16,-7-4-69 0,11 9 58 15,-11-9-58-15,12 12 4 0,-12-12 3 0,10 13 4 0,-10-13 6 16,11 12-3-16,-11-12 2 0,10 13 3 0,-10-13 1 15,9 12 0-15,-9-12 1 0,8 11-1 0,-8-11 2 16,9 12 1-16,-9-12-6 0,10 8 4 0,-10-8-4 16,6 8 4-16,-6-8-11 0,0 0 0 0,7 9 4 15,-7-9 4-15,0 0 3 0,9 3 0 0,-9-3 0 16,0 0-4-16,13-3-2 0,-13 3 3 0,7-8-9 16,-7 8 53-16,9-14-57 0,-2 7 56 0,-2-2-61 15,-1-1 52-15,2-1-51 0,-1 3 55 0,1-4-57 16,0 3 57-16,-2-1-58 0,2 1 61 0,-3 1-60 15,-3 8 57-15,9-15-51 0,-9 15 52 0,7-11-60 16,-7 11 48-16,7-10-55 0,-7 10 52 0,0 0-44 16,8-8 50-16,-8 8-44 0,0 0 50 0,0 0-51 15,16 2 57-15,-16-2-59 0,7 5 53 0,-7-5-54 16,9 4 65-16,-9-4-58 0,10 6 54 0,-10-6-56 16,10 6 60-16,-10-6-63 0,13 7 61 0,-13-7-63 15,12 6 66-15,-12-6-68 0,13 3 61 0,-13-3-62 16,13 4 51-16,-13-4-56 0,14 4 62 15,-14-4-63-15,15 4-22 0,-15-4-11 0,17 4-123 0,-17-4-35 16,17 3-109-16,-17-3-51 0,23 1-56 0,-23-1-107 16,24 2-36-16,-12-2-103 0,2 0-718 0,-1 0-1006 15</inkml:trace>
  <inkml:trace contextRef="#ctx0" brushRef="#br0" timeOffset="189336.5262">27831 6459 363 0,'3'-21'845'0,"-3"21"-178"0,2-21-11 0,-2 21-69 0,0-22 38 16,0 11-22-16,-2-1-70 0,2 12 2 0,-2-21-65 15,2 21 21-15,-1-19-166 0,1 19 9 0,-2-13-145 16,2 13 23-16,-5-9-114 0,5 9 56 0,0 0-74 16,0 0 79-16,0 0-93 0,-7 12 71 0,5-2-94 15,0 1-24-15,0 3-19 0,2 3 0 0,0 1 0 16,0 1 0-16,0 0 0 0,2 1 0 0,0 0 0 15,0 2 0-15,1-3 0 0,-1 1 0 0,0-1 0 16,1-1 0-16,1 0 0 0,-2-1 0 0,1-1 0 16,-1-1 0-16,0-2 0 0,0-1 0 0,0-2 0 15,-2-10 0-15,3 19 0 0,-3-19 0 0,2 12 0 16,-2-12 0-16,0 0 0 0,2 11 0 0,-2-11 0 0,0 0 0 16,0 0 0-16,3-13 0 0,-3 13 0 0,4-19 0 15,-3 6 0-15,1-5 0 0,0-1 0 0,2-5 0 16,-1-1 0-16,1-5 0 0,0-1 0 0,-1 0 0 15,1 0 0-15,1 2 0 0,-1-3 0 0,0 6 0 16,-1 1 0-16,1 2 0 0,0 2 0 0,-1 4-15 16,-1 2 2-16,0 0-5 0,3 4-1 0,-3 2 3 15,-2 9-1-15,5-14 8 0,-5 14 11 0,9-5 68 16,-9 5-84-16,10 2 63 0,-10-2-58 0,14 10 18 16,-9-3-9-16,5 2 0 0,-2 1 0 0,-1 2 0 15,1 1 0-15,-3-1 0 0,4 1 0 0,-2 1 0 16,-1-2 0-16,-1 1 0 0,1-1 0 0,0 0 0 15,-2-1 0-15,0-3 0 0,0 1 0 0,-4-9 0 16,5 16 0-16,-5-16 0 0,7 10 0 0,-7-10 0 16,7 8 0-16,-7-8 0 0,0 0 0 0,11-5 0 0,-11 5 0 15,11-12 0-15,-2 3 0 0,-2-2 0 16,2-3 0-16,0-3 0 0,1 0 0 0,-2 0 0 16,1 1 0-16,1-2 0 0,-4 5 0 0,1 0 0 0,-1 0 0 15,-1 5 0-15,1-2 0 0,-6 10 0 0,7-12 0 16,-7 12 0-16,0 0 0 0,0 0 0 15,11 5 0-15,-11-5 0 0,5 16 0 0,-3-5 0 0,0 3 0 16,1 2 0-16,0 2 0 0,0 4 0 0,-1 0 0 16,1 0 0-16,1 1 0 0,1-1 0 0,-1 0 0 15,4 2 0-15,-2 0 0 0,2-3 0 0,3 3 0 16,-1-3 0-16,4 1 0 0,-1-5 0 0,1 0-63 16,2-1 61-16,-2-3-76 0,0-1 53 0,2 0-50 15,0-4 56-15,-2 0-42 0,-1-2 56 0,2-2-43 16,-3-1 56-16,1-1-46 0,-13-2 52 0,24-2-49 15,-12-1 61-15,-1-1-55 0,1-2 52 0,-1-2-51 16,-1 0 58-16,1-3-56 0,-5 1 52 16,3-1-1-16,-3 1 14 0,0 2-22 0,-3-3 6 0,0 2 3 15,-3 9-6-15,4-16-5 0,-4 16-3 0,-2-13-1 16,2 13-5-16,-7-10-3 0,7 10 1 0,-12-7 1 16,12 7 2-16,-16-1 4 0,16 1-54 0,-21 3 60 15,9 0-53-15,1 2 61 0,0 3-62 0,-1-2 69 0,1 4-70 16,1-2 73-16,-1 2-73 0,1-1 69 15,4 3-66-15,-1-4 61 0,2 2-61 0,0-2 68 16,1 3-67-16,4-11 69 0,-2 16-69 0,2-16 65 16,2 15-60-16,-2-15 5 0,10 10 5 0,-10-10 78 0,11 10-82 15,-11-10 58-15,15 5-64 0,-15-5 71 0,16 1-67 16,-16-1 74-16,20-3-81 0,-10-1 70 16,-2-1-66-16,2-1 71 0,1-2-74 0,-2 0 67 0,-1-2-66 15,2 0 67-15,-1-2-66 0,-2 3 69 0,-1-2-60 16,0 3 73-16,-3-1-75 0,3 1 90 0,-6 8-80 15,5-11 72-15,-5 11-83 0,4-10 67 0,-4 10-79 16,0 0 72-16,0 0-77 0,0 0 82 0,0 0-85 16,0 0 88-16,0 0-84 0,0 0 70 0,0 0-70 15,0 0 72-15,-6 10-70 0,6-10 85 0,0 0-89 16,0 15 73-16,0-15-72 0,1 11 75 0,-1-11-74 16,2 10 76-16,-2-10-74 0,3 10 78 0,-3-10-79 15,4 8 82-15,-4-8-79 0,0 0 87 0,6 11-91 16,-6-11 82-16,0 0-80 0,10 4 74 0,-10-4-67 15,0 0 60-15,12-3-49 0,-12 3 38 0,12-6-27 16,-12 6 16-16,12-9-8 0,-5 4 0 0,-7 5 0 16,12-12 0-16,-12 12 0 0,13-11 0 0,-13 11 0 15,8-8 0-15,-8 8 0 0,9-6 0 0,-9 6 0 0,0 0 0 16,9-6 0-16,-9 6 0 0,0 0 0 0,8 4 0 16,-8-4 0-16,5 9 0 0,-5-9 0 15,4 15 0-15,-4-15 0 0,4 20 0 0,-3-8 0 16,-1 0 0-16,0 2 0 0,0 0 0 0,-2 1 0 0,2 1 0 15,-3 3 0-15,3-1 0 0,-3 1 0 0,3-1 0 16,-1 1 0-16,0 0 0 0,-1 0 0 0,0-1 0 16,-1-1 0-16,1-1 0 0,-1-1 0 0,0-2 0 15,1-1 0-15,1-2 0 0,1-10 0 0,-4 20 0 16,4-20 0-16,-4 11 0 0,4-11 0 0,0 0 0 16,-6 7 0-16,6-7 0 0,0 0 0 0,0 0 0 15,-4-8 0-15,4 8 0 0,2-12 0 0,-2 12 0 16,4-20-57-16,-1 8-17 0,2-1 17 0,0-1 11 15,-1 2 13-15,1-3 4 0,0 2 6 0,0 0 6 0,2 0 59 16,-2 0-60-16,1 1 53 0,0 1-57 16,0 3 55-16,0-2-61 0,-1 3 70 0,0-1-70 15,0-1 62-15,-5 9-63 0,9-8 60 0,-9 8-60 0,10-7 78 16,-10 7-57-16,9-3 10 0,-9 3-4 16,0 0 4-16,16 2 5 0,-16-2 4 0,11 6-6 15,-11-6-5-15,10 7 10 0,-10-7-7 0,12 8 3 16,-12-8-4-16,9 12 1 0,-9-12-4 0,9 9 2 0,-9-9 7 15,7 11-7-15,-7-11 0 0,7 9-2 0,-7-9 0 16,6 8-3-16,-6-8 0 0,6 7 4 16,-6-7-4-16,0 0 0 0,7 8 8 0,-7-8 0 0,0 0-2 15,0 0-1-15,13 4 0 0,-13-4-1 0,0 0-3 16,12-6-1-16,-12 6 3 0,12-8 3 0,-12 8 8 16,12-15-10-16,-12 15 0 0,12-12-6 0,-6 5 10 15,2-1 72-15,-1 2-94 0,-7 6 79 0,11-12-87 16,-11 12 77-16,10-9-84 0,-10 9 85 0,9-9-89 15,-9 9 68-15,6-8-75 0,-6 8 65 0,0 0-70 16,10-6 85-16,-10 6-75 0,0 0 74 0,0 0-80 16,16 2 74-16,-16-2-69 0,0 0 12 0,11 9 0 15,-11-9 6-15,10 6 6 0,-10-6 10 0,10 10-6 16,-10-10 2-16,10 10 6 0,-10-10 3 0,12 12-4 0,-12-12 3 16,10 9 7-16,-10-9-8 0,10 9 3 15,-10-9 3-15,10 7 1 0,-10-7 5 0,8 7-2 16,-8-7 8-16,8 5-9 0,-8-5 0 0,0 0 2 15,12 3-3-15,-12-3 0 0,0 0-2 0,0 0 3 16,18-1-4-16,-18 1 0 0,9-4 1 0,-9 4-1 16,10-7 4-16,-10 7-6 0,11-10 2 0,-11 10 71 15,11-13-87-15,-4 5 80 0,-2 0-86 0,1-2 69 0,-1 0-57 16,1-2 16-16,1-1-8 0,-2 0 0 0,0-2 0 16,-1 0 0-16,0-1 0 0,-1-1 0 0,0-1 0 15,-1 0 0-15,-1 3 0 0,1-2 0 0,0 0 0 16,-1 2 0-16,0 1 0 0,-1 2 0 0,0-1 0 15,0 13 0-15,1-20 0 0,-1 20 0 0,1-15 0 16,-1 15 0-16,0-13 0 0,0 13 0 0,0 0 0 16,0 0 0-16,0 0 0 0,0 0 0 0,0 0 0 15,0 0 0-15,2 13 0 0,-2-1 0 0,1 0 0 16,1 4 0-16,0 1 0 0,0 3 0 0,0 3 0 16,-1 1 0-16,2 0 0 0,-1 2 0 0,-1-1 0 15,1 1 0-15,0-1 0 0,-1 0 0 0,2-1 0 16,-1 1 0-16,0-3 0 0,-2-2 0 0,2-1 0 15,-2-1 0-15,1-3 0 0,-1-1 0 0,0-2 0 0,1 0 0 16,-1-12 0-16,0 19 0 0,0-19 0 16,-1 13 0-16,1-13 0 0,0 0 0 0,-3 8 0 15,3-8 0-15,0 0 0 0,-9-6 0 0,9 6 0 16,-3-13 0-16,3 13 0 0,3-22 0 0,4 7 0 0,1-3 0 16,6-4 0-16,5 0 0 0,6-4 0 0,6 0 0 15,7-1 0-15,11-2 0 0,7-3 0 0,7 3 0 16,6 0 0-16,4-3 0 0,-2 3-34 15,14-15-2540-15,-5-7-2408 0</inkml:trace>
  <inkml:trace contextRef="#ctx0" brushRef="#br0" timeOffset="199008.1304">20081 6019 394 0,'0'0'328'0,"0"0"-71"0,0 0-13 16,0 0-25-16,0 0-26 0,-4-9-32 0,4 9-27 15,0 0-20-15,0 0-19 0,0 0-12 0,0 0-15 16,0 0-15-16,0 0-4 0,2-12-1 0,-2 12 1 16,0 0 1-16,0 0-1 0,0 0 1 0,0 0 0 15,0 0 1-15,3-9-6 0,-3 9 3 0,0 0 5 16,0 0-3-16,0 0-3 0,0 0-4 0,0 0 12 15,6-7 5-15,-6 7 22 0,0 0 19 0,0 0 15 16,0 0 10-16,11-4 3 0,-11 4 2 0,0 0 0 16,0 0 7-16,0 0 1 0,0 0 4 0,0 0 1 15,10-5-2-15,-10 5-2 0,0 0-10 0,0 0-8 16,0 0-1-16,0 0-9 0,0 0 26 0,0 0-30 16,0 0 11-16,-13 3-18 0,13-3 33 0,-17 3-52 15,6-1 40-15,-4 1-67 0,-2 1 25 0,-5 0-44 16,-2 1 27-16,-2 1-44 0,-6 0 1 0,0 1-7 15,-3 0 0-15,-5 4-1 0,-1-3-5 0,0 2 1 16,1-2 30-16,-1 2-40 0,6-1 30 0,1-2-39 16,1 3 35-16,1-2-36 0,2 1 32 0,2-1-42 0,5 0 40 15,1-1-37-15,1-1 35 0,1 2-35 16,3-2 38-16,1-1-38 0,2 2 33 0,0 0-38 0,1-1 42 16,1 1-11-16,-2 0-29 0,3 1 34 15,-2-1-40-15,2 0 43 0,-1 1-3 0,-1 1-1 0,2-1-3 16,-2 0-4-16,1 2 3 0,1 0-3 0,-2 1-1 15,2-1-2-15,-4 2-1 0,3-1 3 0,0 1-4 16,0 0 0-16,2-2-1 0,0 3 1 0,-1-1 1 16,2 0 1-16,1 1 0 0,-2 0 1 0,3-1-2 15,0 1-34-15,1 2 48 0,0-1-39 0,0 0 27 16,2 2-21-16,0 0 40 0,1 1-42 0,0-1 39 16,1 1-32-16,0 2 33 0,1-1-32 0,1 1 17 15,-1 2 2-15,2 0-3 0,-1 2 7 0,1 1 28 16,0 2-34-16,0-1 41 0,0 3-45 0,1-2 38 15,-2 3-41-15,2 3 55 0,-2-1-35 0,1 1 42 0,-1 2-25 16,-1 1 33-16,0-1-41 0,-2 2 37 16,1-1-46-16,0 0 35 0,0 2-37 0,-1-2 49 15,0 2-31-15,0-2 0 0,-1 8 2 0,-2-2-3 16,3-6 2-16,-1 2 4 0,1-2 6 0,1 2 35 0,-3 0-50 16,3 1 44-16,-1-1-49 0,1-1 67 0,0 3-56 15,0-2 69-15,0 1-79 0,2 0 66 16,0-1-87-16,1 2 6 0,-1-2-8 0,1 2 1 0,-1-3-2 15,1 1-3-15,0-2 25 0,1 2-24 0,-1-1 6 16,0-2-6-16,1 2 3 0,0-1-2 0,1-1 5 16,0 0-7-16,-1 0 2 0,1-2-2 0,1 2 3 15,-1-3 3-15,0-2-6 0,1 3 6 0,-1-5-3 16,0 4 1-16,2-4 5 0,-2 0 5 0,-1-2-4 16,2 3 3-16,-1-1 11 0,-1 0 29 0,0 0 25 15,0 0-27-15,1 0-30 0,-1 0-19 0,0 0 0 16,-1 1 0-16,2 4 0 0,-2-3 0 0,1 2 0 15,-1 2 0-15,1 0 0 0,-1 1 0 0,2-2 0 16,-3 2 0-16,2 0 0 0,0-1 0 0,-1 2 0 16,1-2 0-16,0 2 0 0,0-2 0 0,0 1 0 15,1 0 0-15,-1-2 0 0,3 3 0 0,-3-2 0 16,3 0 0-16,-1 1 0 0,1-2 0 0,-1 1 0 16,-1-2 0-16,2 2 0 0,0-1 0 0,-1 2 0 0,1-2 0 15,-1 0 0-15,0 1 0 0,0 1 0 16,1-1 0-16,-2 1 0 0,0 0 0 0,1 0 0 0,-2 0 0 15,1 1 0-15,-1 0 0 0,0 0 0 0,0-1 0 16,0 3 0-16,0-1 0 0,-1 1 0 16,0-2 0-16,0 2 0 0,0 2 0 0,1-1 0 0,0 1 0 15,-2 6 0-15,2-1 0 0,-1 0 0 0,-1 0 0 16,0-3 0-16,0-2 0 0,1 0 0 0,0 6 0 16,-1-5 0-16,1-1 0 0,0-1 0 0,1 6 0 15,-1-6 0-15,1-1 0 0,0 1 0 0,0-1 0 16,1 1 0-16,-1-1 0 0,0 1 0 0,0-2 0 15,1 1 0-15,-1-1 0 0,0 0 0 0,1 0 0 16,0 0 0-16,0-2 0 0,0 0 0 0,-1 0 0 16,1-1 0-16,-1-1 0 0,0 1 0 0,-2-5 0 15,1 0 0-15,0 0 0 0,1-2 0 0,-2 3 0 16,2-2 0-16,-1 1 0 0,0-2 0 0,0 1 0 0,-1 0 0 16,0-1 0-16,2 1 0 0,-2-1 0 15,1 0 0-15,1 1 0 0,-1-2 0 0,0 0 0 16,1 0 0-16,0 0 0 0,0 2 0 0,1-2 0 0,-1-2 0 15,1 4 0-15,1-2 0 0,1 0 0 0,-2 0 0 16,1 0 0-16,0 0 0 0,-1 0 0 16,-1 0 0-16,2 0 0 0,-1 0 0 0,0 0 0 0,1 0 0 15,-1 0 0-15,-1-2 0 0,0 4 0 0,0-2 0 16,0 0 0-16,0 0 0 0,-1 0 0 0,0 0 0 16,0 0 0-16,1-2 0 0,0 1 0 0,0-1 0 15,-1 1 0-15,2-1 0 0,1 0 0 0,-1 0 0 16,0-2 0-16,1 2 0 0,0-3 0 0,2 3 0 15,-1-3 0-15,2 1 0 0,-1-1 0 0,1 1 0 16,-1-1 0-16,0 0 0 0,3 1 0 0,-3-1 0 16,1 0 0-16,0-1 0 0,1 1 0 0,-2 1 0 15,1-1 0-15,0-1 0 0,0 0 0 0,1 0 0 0,0 0 0 16,-2 0 0-16,1-1 0 0,1 0 0 0,-1 1 0 16,-2-3 0-16,2-1 0 0,0-1 0 15,-1 1 0-15,1 0 0 0,-1-1 0 0,0 2 0 0,2-2 0 16,-2 1 0-16,0 0 0 0,1-1 0 0,-2 0 0 15,3 1 0-15,-2-1 0 0,1 0 0 0,-1 0 0 16,1-1 0-16,0 2 0 0,-1-2 0 0,0 0 0 16,0 1 0-16,1 0 0 0,-1 0 0 0,0-3 0 15,-1 2 0-15,1 0 0 0,-1-1 0 0,1 0 0 16,-2-2 0-16,1 1 0 0,-1-3 0 0,0 1 0 16,0 0 0-16,-4-9 0 0,8 15 0 0,-8-15 0 15,6 13 0-15,-6-13 0 0,5 10 0 0,-5-10 0 16,4 9 0-16,-4-9 0 0,0 0 0 0,6 10 0 15,-6-10 0-15,0 0 0 0,4 11 0 0,-4-11 0 0,0 0 0 16,0 0 0-16,6 6 0 0,-6-6 0 16,0 0 0-16,0 0 0 0,0 0 0 0,0 0 0 15,0 0 0-15,0 0 0 0,0 0 0 0,0 0 0 0,0 0 0 16,0 0 0-16,0 0 0 0,0 0 0 16,4-6 0-16,-4 6 0 0,0 0 0 0,0 0 0 15,0 0 0-15,0 0 0 0,0 0 0 0,0 0 0 0,0 0 0 16,0 0 0-16,0 0 0 0,0 0 0 15,0 0 0-15,4-11 0 0,-4 11 0 0,0 0 0 0,0 0 0 16,10-3 0-16,-10 3 0 0,14-3 0 0,-4-1 0 16,2 1 0-16,5-2 0 0,5-1 0 0,1-1 0 15,8 0 0-15,1-2 0 0,8-1 0 0,1 1 0 16,0-1 0-16,2-1 0 0,0 2 0 0,0-1 0 16,-1 2 0-16,1-1 0 0,0 1 0 0,0 0 0 15,-1 1 0-15,-3 0 0 0,3 2 0 0,-5-1 0 16,0 1 0-16,1 1 0 0,-2 1 0 0,0-2 0 15,-1 3 0-15,0-1 0 0,-2 0 0 0,-2 0 0 16,-2 1 0-16,1 1 0 0,-2-1 0 0,1 1 0 16,-2 0 0-16,1 0 0 0,-1 1 0 0,-4 0 0 0,0-1 0 15,0 1 0-15,0 0 0 0,-1 0 0 0,-1-1 0 16,-1 1 0-16,0-1 0 0,-2 0 0 0,0-1 0 16,-3 2 0-16,0 0 0 0,-1-1 0 0,0 0 0 15,-1 1 0-15,-13 0 0 0,21-2 0 0,-21 2 0 16,19-4 0-16,-19 4 0 0,16-3 0 0,-16 3 0 15,11-8 0-15,-11 8 0 0,8-10 0 0,-8 10 0 16,4-14 0-16,-4 14 0 0,-5-17-232 0,1 8-415 16,-1-4-105-16,-2 1-95 0,0-1-168 0,-2-2-475 15,0-2-1117-15</inkml:trace>
  <inkml:trace contextRef="#ctx0" brushRef="#br0" timeOffset="200342.5752">19578 7263 582 0,'-1'-12'533'0,"0"-1"-25"0,1 0-18 0,-2-1-22 0,2 2-18 16,-3-2-40-16,1 1-24 0,0-2-12 0,1 1-14 16,-2-1-67-16,1 2 26 0,-1 1-41 0,1 1 22 15,-1-2-71-15,0 3-18 0,0 0-14 0,-1 0-28 16,-2-1-7-16,2 4-8 0,4 7-24 0,-9-14-29 15,9 14-22-15,-8-6-16 0,8 6-6 0,-12 2 56 16,6 6-54-16,-1 3 74 0,1 4-62 0,-2 5 61 16,3 5-82-16,1-1-9 0,0 9-4 0,2-1-6 15,1 3-5-15,1 0 0 0,2-1-15 0,0 2 7 16,2-1-8-16,1 0 11 0,2 1-17 0,-1-3 6 16,1-2-13-16,1 0 20 0,-1-1 0 0,2-4-13 15,-2-1 5-15,0-4-10 0,-1-1 4 0,2-3 4 16,-4-1 0-16,0-2-5 0,0-2 6 0,-1-2 3 15,0-1 3-15,-3-9-14 0,3 16 0 0,-3-16 0 16,0 0 0-16,6 7 0 0,-6-7 0 0,0 0 0 16,0 0 0-16,5-13 0 0,-5 13 0 0,3-19 0 15,0 6 0-15,0-5 0 0,2-1 0 0,2-4 0 16,1-6 0-16,2 1 0 0,0-1 0 0,4-6 0 0,1-1 0 16,3 2 0-16,1 0 0 0,1-1 0 0,2 2 0 15,1-1 0-15,1 1 0 0,0 3 0 0,1 2 0 16,0 1 0-16,-5 6 0 0,-1 3 0 15,-2 3-10-15,-3 2-11 0,-3 1 2 0,1 5 69 0,-4-1-74 16,0 1 48-16,-8 7-42 0,11-5 36 0,-11 5-27 16,0 0 18-16,0 0-13 0,0 0 8 0,-10 17-4 15,1-9 0-15,-4 3-13 0,-4 2-8 0,-3 3-75 16,-1 0 33-16,-2 2-54 0,-5 3 38 0,0-2-50 16,0 3 40-16,2-5-20 0,3 1 34 0,-1 0-36 15,-3 3 14-15,6-3 8 0,-1-2 6 0,0 0 6 16,1 0 6-16,4-2 0 0,0-1 12 0,2-1 8 15,1 1 7-15,4-2 2 0,2 0 9 0,-1 0 7 16,3 0 5-16,2 0 9 0,2-2 5 0,2-9-1 16,0 21 2-16,4-12 5 0,0 2 0 0,4-2 7 0,2 1 15 15,2-2 14-15,2 0 7 0,1 1 10 16,5-3 6-16,1 0-3 0,2-2-3 0,3 0-5 16,0-2-7-16,1 0-7 0,1-1-9 0,-2 1-7 15,-1-2-2-15,1 0-2 0,-3 0-7 0,-1 0-14 16,-3-2-60-16,-2 2-77 0,-2 0-82 0,0 0-84 15,-15 0-133-15,21 2-100 0,-21-2-105 0,13 1-814 0,-13-1-1083 16</inkml:trace>
  <inkml:trace contextRef="#ctx0" brushRef="#br0" timeOffset="200923.5571">19842 7981 385 0,'10'-6'690'16,"-10"6"-103"-16,14-10-36 0,-14 10-52 15,10-8-50-15,-10 8-48 0,8-6-49 0,-8 6-42 0,0 0-55 16,8-8-55-16,-8 8-32 0,0 0-33 0,0 0-26 15,0 0-20-15,0 0-14 0,-7-8-6 0,7 8 5 16,-15 5-9-16,4-1 13 0,-2 3-24 16,-1 2 20-16,-4 1-28 0,0 2 19 0,-4 3-28 0,-1 1 37 15,1 3-31-15,-4 2-4 0,-1 2-2 0,0 1-7 16,-2 1 8-16,2 1 2 0,0 1 4 0,-1 1 8 16,4 0 3-16,-1 1-3 0,4-1 9 0,5-4-3 15,2 1 1-15,3-1 8 0,3-2 4 0,2-1 1 16,5-3-2-16,2 0 24 0,3 0-37 0,4-1 34 15,1 0-43-15,6-2-5 0,0-3-2 0,5-1-6 16,1-1-7-16,5-4 32 0,1-1-44 0,6-1 30 16,0 1-49-16,-1-5 38 0,-2 0-47 0,2 2 32 15,-3-4-60-15,0 2 3 0,-2 0-88 0,-1-1-27 16,-4-1-98-16,-3-1-45 0,0 2-46 0,-3-2-98 0,-2 1-79 16,-3 0-60-16,-1-3-140 0,0 0-507 15,-10 5-834-15</inkml:trace>
  <inkml:trace contextRef="#ctx0" brushRef="#br0" timeOffset="201190.7847">19601 8426 49 0,'-16'0'889'0,"2"0"-233"16,14 0-88-16,-21 0-18 0,21 0-51 0,-18 0-25 15,18 0-53-15,-15 0-55 0,15 0-71 0,-12-1-58 16,12 1-53-16,0 0-28 0,0 0-25 0,0 0-19 16,0 0-22-16,0 0-7 0,11-12-10 0,2 6-12 15,3 0-8-15,1 2-16 0,6-2-2 0,1 0-16 16,3-1 9-16,2 1-16 0,-3 0-6 0,1 0-30 16,-1 1-58-16,1 0-78 0,-3-1-88 0,1 3-131 15,-3-3-93-15,-2 2-159 0,-3 1-664 0,0-3-897 16</inkml:trace>
  <inkml:trace contextRef="#ctx0" brushRef="#br0" timeOffset="202032.2691">19516 9253 283 0,'-7'-11'841'0,"1"-1"-197"0,0 0-89 0,0 0-16 16,1 3-17-16,0-3-37 0,-2 1-16 15,2 1-84-15,1 1-10 0,0 1-22 0,4 8-36 16,-6-16-58-16,6 16-54 0,-5-11-46 0,5 11-33 0,-6-7-1 16,6 7 16-16,0 0 3 0,0 0 11 0,0 0 6 15,0 0-11-15,1 16 39 0,-1-16-39 16,2 21 58-16,2-5-70 0,-2 1-25 0,0 1-113 0,1 6 0 15,0 0 0-15,1 1 0 0,0 1 0 0,1 3 0 16,-1 0 0-16,2-3 0 0,-2 3 0 0,1-4 0 16,0 0 0-16,0-1 0 0,-1-4 0 0,2 1 0 15,-2-3 0-15,-1-2 0 0,0 0 0 0,0-5 0 16,1 1 0-16,-2-1 0 0,-2-11 0 0,3 14 0 16,-3-14 0-16,0 0 0 0,0 0 0 0,0 0 0 15,0 0 0-15,0 0 0 0,0 0 0 0,-7-14 0 16,4-1 0-16,-2-1 0 0,1-3 0 0,-3-5 0 15,2-1 0-15,-1-3 0 0,-1-4 0 0,1 1 0 16,-1-1 0-16,2-1 0 0,0 0 0 0,2 2 0 0,1 3 0 16,2 1 0-16,0 1 0 0,2 0 0 15,2 3 0-15,1 0 0 0,4 2 0 0,0 3 0 16,3 4 0-16,1 1 0 0,3 2 0 0,0 4 0 0,1 2 0 16,2 4 0-16,0 1 0 0,-1 1 0 0,1 2 0 15,-1 2 0-15,-1 2 0 0,0 1 0 0,1 1 0 16,-4 2 0-16,-2 1 0 0,-3 0 0 0,-2 0 0 15,0 1 0-15,-5 0-33 0,-2 0-67 0,-2 3-49 16,-5-1-25-16,-1 3-25 0,-3-4-14 0,-2 3-17 16,1-3-13-16,-4-1-8 0,2-2 34 0,1-1 18 15,-3-3 17-15,2-2 1 0,-1-1 45 0,2-1 6 16,-1-1 37-16,1-2 6 0,13 0 40 16,-24 0 11-16,24 0 46 0,-20-3 21 0,20 3 8 0,-15-2 1 15,15 2-10-15,-13 0 11 0,13 0 21 0,0 0 22 16,0 0 31-16,-9 5 11 0,9-5 19 0,5 7 18 15,-5-7 10-15,15 13 2 0,-5-5-10 0,4 0-20 16,2 1-29-16,3 2-19 0,2-3-18 0,7 4-18 16,2 0-12-16,2-3-10 0,10 2-49 0,-1-2-73 15,-1 2-169-15,-3-4-116 0,-3 0-158 0,-2 1-128 16,-3-1-153-16,-7 0-646 0,-1 1-1069 0</inkml:trace>
  <inkml:trace contextRef="#ctx0" brushRef="#br0" timeOffset="202908.4164">19443 10507 407 0,'-6'-10'823'0,"0"0"-188"0,1-1-102 15,1 3 0-15,-3-2-14 0,3 1-25 0,0-1-48 16,0 2-30-16,4 8 9 0,-8-15-87 16,8 15-25-16,-5-12-96 0,5 12-35 0,0 0 9 0,0 0-20 15,0 0 16-15,0 0 2 0,-8 6-3 0,8-6-16 16,1 20-26-16,0-6 0 0,0 4-34 0,2 1 31 15,-1 4-27-15,-1 3-4 0,0 1-57 16,0 0-53-16,1 1 0 0,-1 1 0 0,0-1 0 0,1 0 0 16,0-1 0-16,0-1 0 0,-1 0 0 0,1-2 0 15,1-2 0-15,-1-4 0 0,0-1 0 0,0-2 0 16,0-1 0-16,1-3 0 0,-3-11 0 0,2 18 0 16,-2-18 0-16,2 11 0 0,-2-11 0 0,0 0 0 15,0 0 0-15,0 0 0 0,0 0 0 0,2-14 0 0,-4 2 0 16,0-2 0-16,-3-3 0 0,1-3 0 15,-2-4 0-15,0-2 0 0,-1-5 0 0,-1 0 0 0,0 0 0 16,1-1 0-16,-1 1 0 0,0-1 0 16,3 2 0-16,1 5 0 0,0 1 0 0,2 3 0 0,0 3 0 15,1 1 0-15,1 4 0 0,1 3 0 0,2 0 0 16,-3 10 0-16,10-11 0 0,-10 11 0 0,18-3 0 16,-7 6 0-16,2 3 0 0,2 2 0 0,2 3 0 15,1 2 0-15,3 4 0 0,0 2 0 0,0 1 0 16,3 5 0-16,1 2 0 0,-2-2 0 0,-1 1 0 15,2 0 0-15,-1 0 0 0,1-4 0 0,-4-1 0 16,0-2 0-16,-1-3 0 0,-5-1 0 0,2-4 0 16,-5-1 0-16,-1-2 0 0,-1-2 0 0,-9-6 0 15,15 5 0-15,-15-5 0 0,12-4 0 0,-12 4 0 16,11-15 0-16,-7 2 0 0,-1-3 0 0,0-3 0 16,-1-4 0-16,0-7 0 0,-1-4 0 0,0-4 0 15,-1-8 0-15,0-2 0 0,0 0 0 0,0-1 0 16,-2 0 0-16,3 0 0 0,-1 10 0 0,0 2 0 0,-1 4 0 15,1 4 0-15,0 3 0 0,0 6 0 16,0 0 0-16,0 3 0 0,0 4 0 0,0 0 0 16,0 13 0-16,-1-15 0 0,1 15 0 0,0 0-324 0,0 0-93 15,0 0-19-15,-7 13-67 0,6-1-82 0,1 4-38 16,0 2-92-16,1 2-741 0,0 5-1075 16</inkml:trace>
  <inkml:trace contextRef="#ctx0" brushRef="#br0" timeOffset="203557.9564">20049 11316 809 0,'9'-4'793'0,"-9"4"-104"16,14-7-49-16,-14 7-22 0,10-6-5 0,-10 6-49 15,8-6-50-15,-8 6-54 0,0 0-58 0,4-11-57 16,-4 11-57-16,0 0-41 0,-5-10-45 0,5 10-36 16,-10-3-31-16,10 3-24 0,-25-1-22 0,8 2-17 15,-4 1-12-15,-5 2-10 0,0 0-20 0,-5 4-3 16,-1-2-12-16,1 2 2 0,-1 1-7 15,2 1-2-15,0-1-5 0,1 1-2 0,1 0-2 0,4 2-2 0,2-1 6 16,3-1-12-16,2 2 12 0,0 2-7 16,3-1-4-16,0 1 5 0,3 1 3 0,2 1 0 15,1-1 2-15,2 0-4 0,1 1 3 0,-1 5 3 16,3-1-2-16,1 0 4 0,0 0-1 0,0 2 12 16,2-1 27-16,0 3-11 0,2 0 41 0,-1 2-25 15,0-2-49-15,1 1 0 0,0 0 0 0,1 0 0 16,-1-1 0-16,2-1 0 0,-1-1 0 0,1-1 0 0,1-1 0 15,2 0 0-15,-2-4 0 0,2-2 0 0,0 0 0 16,2-1 0-16,0-2 0 0,1-2 0 0,3-2 0 16,1 0 0-16,2-4 0 0,2 0 0 0,2-2 0 15,1-1 0-15,5-3 0 0,2 0 0 0,4-3 0 16,1-1 0-16,-1 1 0 0,1-5-76 0,1 3-331 16,-2-2-43-16,-1-2-63 0,-1 0-55 0,-5 0-60 15,-1 0-72-15,-4-1-113 0,-4 3-463 0,-2-2-883 16</inkml:trace>
  <inkml:trace contextRef="#ctx0" brushRef="#br0" timeOffset="203732.5119">19776 11826 390 0,'-16'0'1019'16,"2"2"-230"-16,14-2-147 0,-21 0-67 0,21 0-62 15,-14-2-72-15,14 2-97 0,0 0-67 16,-4-10-57-16,4 10-21 0,17-13-67 0,2 3-4 15,8-1-98-15,7-3-94 0,5-1-89 0,4 2-148 0,-1 1-124 16,1-1-197-16,1 1-688 0,-3 1-913 0</inkml:trace>
  <inkml:trace contextRef="#ctx0" brushRef="#br0" timeOffset="204401.9365">19918 12594 725 0,'-5'-11'747'0,"-1"0"-96"16,1 3-62-16,-1-2 0 0,1 0 18 0,1 0-44 16,-1-1-55-16,-2 2-26 0,3 0-14 0,-1 0-28 15,5 9-40-15,-7-15-77 0,7 15-18 0,-5-11-98 16,5 11 1-16,0 0-35 0,-7-8 33 0,7 8-206 16,0 0 0-16,0 0 0 0,0 16 0 0,0-16 0 15,1 19 0-15,1-6 0 0,-1 4 0 0,0 0 0 16,1 3 0-16,-2-1 0 0,1 6 0 0,0 0 0 15,-1 0 0-15,0 2 0 0,-1 0 0 0,0 2 0 16,-1-1 0-16,0 4 0 0,-1-5 0 0,1 1 0 16,-1-1 0-16,1 1 0 0,0-2 0 0,1 1 0 15,-1-2 0-15,1-3 0 0,0-1 0 0,0-1 0 16,0-3 0-16,1 1 0 0,0-4 0 0,-1-1 0 16,0-1 0-16,1-12 0 0,0 21 0 0,0-21 0 0,-1 17 0 15,1-17 0-15,0 13 0 0,0-13 0 0,0 0 0 16,1 14 0-16,-1-14 0 0,0 0 0 0,9 6 0 15,-9-6 0-15,14-1 0 0,-14 1 0 0,23-5 0 16,-6 1 0-16,5-3 0 0,3 0 0 0,7-2 0 16,9-3 0-16,2-1 0 0,5-4 0 0,9-2 0 15,3 0 0-15,4-3 0 0,-1-6-184 0,1 2-2343 16,1-5-2352-16</inkml:trace>
  <inkml:trace contextRef="#ctx0" brushRef="#br0" timeOffset="413623.776">19592 14135 9 0,'0'0'385'16,"-7"-7"-76"-16,7 7-66 0,-7-6 22 0,7 6-62 16,-9-7 14-16,9 7-9 0,-8-8-32 0,8 8-33 15,-7-9 1-15,7 9-21 0,-7-8-13 0,7 8-5 16,-7-11-35-16,7 11 0 0,-5-8-3 0,5 8-2 15,-5-10 5-15,5 10-6 0,-5-8-2 0,5 8-1 0,0 0-8 16,-5-12-8-16,5 12-4 0,0 0-9 0,-3-11-6 16,3 11-19-16,0 0 23 0,2-12 16 15,-2 12-2-15,6-10 1 0,-6 10 4 0,11-11-7 0,-3 5-6 16,0 0-9-16,3-1 6 0,2-2 4 0,3 0 1 16,2-2-2-16,2 1 4 0,6-5 5 0,8-1 2 15,1-2-8-15,3-1-1 0,3 0 5 0,10-5-12 16,3-2-2-16,2 1-14 0,3 0-4 0,1-3-6 15,4 1 9-15,3-1-4 0,4-1-8 0,2 0 2 16,1 0 1-16,4-1-1 0,1 0-15 0,-1 2 18 16,2-1-8-16,-3 1 5 0,2 0-4 0,-2 2-2 15,1 1 4-15,-3 0-5 0,1 0 4 0,-3 3-2 16,-3 1-2-16,0 0-6 0,-5 1-1 0,-3 3-6 16,-2 0-10-16,-13 3-1 0,0 2-10 0,-3 0-14 15,-4 0-11-15,-5 2-11 0,-4 2 1 0,-1 0-3 16,-7 2 0-16,0 0-3 0,-5 1-2 0,-2-1 0 15,-1 4-4-15,-4-2 7 0,-1 2-6 0,-10 2-31 16,15-5 6-16,-15 5-34 0,0 0-14 0,0 0-22 16,0 0-40-16,0 0-28 0,-12-3-13 0,12 3-294 15,-22 3-68-15</inkml:trace>
  <inkml:trace contextRef="#ctx0" brushRef="#br0" timeOffset="415963.0178">19912 13861 256 0,'0'0'326'0,"-13"-7"-40"16,13 7-51-16,-13-7 6 0,13 7-36 0,-14-6-18 16,14 6-29-16,-13-5 2 0,13 5-22 15,-12-5-21-15,12 5-29 0,0 0-17 0,-13-5-16 0,13 5-19 16,0 0 0-16,0 0-6 0,-11-4-4 0,11 4 12 15,0 0 17-15,0 0-17 0,0 0 12 0,0 0 0 16,0 0 9-16,0 12 7 0,0-12 1 0,0 0 12 16,8 12-13-16,-8-12 10 0,7 9 13 0,-7-9-9 15,12 13 23-15,-5-6-22 0,0 1-8 0,1 2 30 16,2 0-22-16,-1 1 17 0,0 2-14 0,3 1-8 16,-2 3-1-16,1 0 6 0,1 2-5 0,1 3 3 15,0 3-6-15,0-1-9 0,-1 4-6 0,1 0-10 16,-2 1-7-16,1 5-6 0,1 2-4 0,-2 1-3 15,0 0 11-15,-1 2-20 0,0-2-1 0,1 2-10 0,-2 0 3 16,0 2-1-16,-1-2 0 0,1-1 0 16,0 0-4-16,-1-1 8 0,-2-2-12 0,1-3 10 15,-1 0-10-15,0 0 0 0,1-2-1 0,-2 0 1 16,2-1-4-16,-2-4-2 0,0-2 8 0,-1 2-2 0,0-1-2 16,1-3 3-16,-1-1-2 0,-1-1 2 0,0-2-2 15,-1-2 2-15,0-2-2 0,1-1 4 0,-2-1 2 16,-1-11 23-16,3 19 18 0,-3-19-2 0,2 13 4 15,-2-13-4-15,2 13-7 0,-2-13-7 0,0 0-8 16,2 15-2-16,-2-15-11 0,0 0 0 0,1 13-2 16,-1-13-1-16,0 0-5 0,2 11-1 0,-2-11 0 15,0 0 2-15,3 14-8 0,-3-14 6 0,2 12 3 16,-2-12-4-16,3 11 3 0,-3-11-5 0,4 12 3 16,-4-12 0-16,4 15-4 0,-4-15 2 0,7 18 2 15,-4-8 0-15,0 1-2 0,2-1-1 0,-1 2-1 16,0 1 2-16,0 1 2 0,0 0 0 0,1-1-1 15,-1 3-4-15,2-2 2 0,-1 0 15 0,1 5-15 16,-1-2 3-16,1-2 0 0,-1 2 5 0,1-1-1 0,-1 0 30 16,0-1-32-16,0 1 7 0,1-1 12 0,-1 0-5 15,0-1-1-15,0 0-6 0,0 0 1 16,-1-2 0-16,0 0-5 0,1-1-2 0,0-1-2 0,-2-1-2 16,1 0 3-16,-4-9 6 0,6 15-9 0,-6-15 2 15,5 13 2-15,-5-13 2 0,5 10 0 0,-5-10-4 16,4 8 11-16,-4-8 4 0,7 7 13 15,-7-7 32-15,7 4 20 0,-7-4-50 0,0 0 4 0,16 5 22 16,-16-5-43-16,14-1 39 0,-14 1-44 0,16-2 41 16,-16 2-48-16,21-5 38 0,-8 1-41 15,2 1 39-15,1-1-37 0,2-2 45 0,3-1-39 0,1 1 32 16,1-1-36-16,5-3 41 0,1 0-46 0,2 2 42 16,0-4-43-16,2 2 37 0,4-4-37 0,2 1 31 15,0 0-36-15,1 0 6 0,2-2 40 0,2 0 42 16,5-1 17-16,8-3-10 0,6-2-12 0,2 0-17 15,2 2-14-15,2-1-8 0,2 0-4 0,3-1-11 16,-1 0-2-16,2 0-40 0,3-2 40 0,3 1 0 16,1 0-3-16,4 0 8 0,3 0-19 0,16-4-2 15,-14 4 6-15,17-4-8 0,-1 0-1 16,3 1 4-16,0 1-1 0,3-1-3 0,0 3 0 0,-1 1-2 16,-1 1-2-16,-17 3 1 0,1 0 1 0,0 2 1 15,0-1 0-15,1 0 4 0,1 0-7 0,-3 0 0 0,1-1 1 16,-2 1 1-16,-1 0-3 0,-1 0 4 15,1-1 2-15,0-1-5 0,1 1-1 0,1-2 3 16,0 4 2-16,0-3-3 0,0 1-2 0,-2 1 3 0,-1 1-2 16,0-2 2-16,-1 4-1 0,0-2 1 0,-2-1-3 15,-1 2 1-15,0 0-35 0,1 2 45 16,-5-1-40-16,-2 2 42 0,-2-1-37 0,-3 1 41 0,0 1-39 16,-1-1 40-16,-1 3 1 0,-2-2-7 0,-1 2-1 15,0 1-2-15,0-1-2 0,-4 0 5 0,-8 1-6 16,1 2 2-16,-1 2-5 0,-1-3 2 0,1 0 1 15,-1 1 0-15,0 1 2 0,1 0-12 0,-1-2 9 16,3 1-2-16,-3 1 6 0,1 0-6 0,1-2-15 16,-1 1 16-16,-1 2 1 0,1-2-2 0,-1 0 1 15,-2 2 2-15,-2-1-3 0,2-1 6 0,-1-1-4 16,0 2 3-16,-2 0-6 0,0-2 8 0,3 0-7 16,-1-1 3-16,0 1 18 0,3-3 42 0,9 1-33 15,1 0-9-15,-12 1 1 0,2-1-5 0,-1 0-1 16,-1 1 0-16,2 0-3 0,0-1 7 0,0 0-7 15,9 0 27-15,-9 1-30 0,11 0 34 0,0-1-38 16,-1 0 32-16,3 0-34 0,0 1 27 0,-1-1-29 16,2 2 15-16,-1 1 3 0,0-1 6 0,2 0 4 0,0 1-3 15,1 1 33-15,3 0-34 0,-1 0 41 16,2 2-38-16,-2 0 30 0,2 1-25 0,-3-1 2 16,-8 1 15-16,0 1 7 0,8 1-33 0,-10-1-25 15,1 0 0-15,0 1 0 0,0 0 0 0,-1-1 0 0,0 2 0 16,0-1 0-16,-2 1 0 0,0-1 0 0,0 0 0 15,-1 1 0-15,-1 0 0 0,-1 0 0 0,-2 0 0 16,-1 0 0-16,-1 1 0 0,-4-1 0 0,0-1 0 16,-2 1 0-16,-8 0 0 0,-2 0 0 0,0 1 0 15,-2-1 0-15,-1 0 0 0,-2 0 0 0,-1 2 0 16,-4-4 0-16,-2 3 0 0,1 0 0 0,-2-1 0 16,-1 1 0-16,-1 0 0 0,-5-2 0 0,0 1 0 15,-1 0 0-15,-1 0 0 0,-1 0 0 0,-1 0 0 0,0 0 0 16,-2 1 0-16,1-2 0 0,-2 0 0 15,1 1 0-15,0 0 0 0,0-2 0 0,2 1 0 0,3-1 0 16,1 0 0-16,1 0 0 0,2-1 0 0,2 1 0 16,2-2 0-16,1-1 0 0,0 2 0 0,1-3 0 15,5 0 0-15,0 1 0 0,0-1 0 0,2 0 0 16,0-1 0-16,-1 1 0 0,1 1 0 0,1-3 0 16,2 0 0-16,4 0 0 0,1 0 0 0,0-1 0 15,0 1 0-15,0-1 0 0,-1-1 0 0,1 0 0 16,0 0 0-16,-2 1 0 0,0-2 0 0,-6 1 0 15,-1 1 0-15,-1 0 0 0,-2 1 0 0,-1-1 0 16,-5 1 0-16,-1 0 0 0,-2 0 0 0,-1 0 0 16,-3 0 0-16,-2 2 0 0,-1 0 0 0,-2-2 0 0,1 1 0 15,-3-1 0-15,-1 3 0 0,-1-1 0 0,-2 0 0 16,0-1 0-16,-8 5 0 0,15-8 0 0,-15 8 0 16,10-8 0-16,-10 8-57 0,7-7-226 0,-7 7-78 15,0 0 28-15,2-12-125 0,-2 12 26 0,-8-9-65 16,8 9-19-16,-13-11-37 0,5 5-56 0,-1 0-91 0,0 0-358 15,0-4-675-15</inkml:trace>
  <inkml:trace contextRef="#ctx0" brushRef="#br0" timeOffset="416588.9946">33639 12871 233 0,'0'0'349'0,"0"0"-73"0,-2-11-6 0,2 11-10 0,0 0-11 16,-4-12-22-16,4 12-24 0,0 0-12 0,-2-9-25 16,2 9 1-16,0 0 0 0,-3-12 11 0,3 12 1 15,0 0-18-15,0 0-19 0,-4-11-35 0,4 11-22 16,0 0-18-16,0 0-9 0,0 0 27 0,0 0 34 16,0 0-6-16,0 0-11 0,0 0 33 0,1 11 24 15,-1-11-68-15,3 16 95 0,-1-6-37 0,1 1 53 16,-1 1-80-16,2 2 71 0,-1 2-73 0,2-1 48 15,0 3-44-15,-1-1 40 0,2 4-64 0,0-1 36 0,0 4-45 16,1-1 43-16,-2-1-59 0,3 7 42 0,-1-2-21 16,1-1 26-16,0 3-48 0,-1-3 17 0,1 2-48 15,0 0 27-15,0-1-46 0,-2-3 31 0,1-1-44 16,0 5 34-16,1-2-41 0,-2-2 34 0,1-1-38 16,-1 0 29-16,0-2-34 0,0 1 32 0,-1 0-35 15,1 0-5-15,0-2 14 0,-1 0 35 0,1-1-30 16,-1-1 33-16,-1 0-31 0,0-4 18 0,1 4-15 15,-1-3 22-15,-1 1-32 0,2 0 31 0</inkml:trace>
  <inkml:trace contextRef="#ctx0" brushRef="#br0" timeOffset="417014.0545">33865 14093 7566 0,'-15'5'-22'0,"1"2"45"0,-3-2-33 0,-1 1 29 16,-3 1-29-16,-2 0 23 0,-3 0-23 0,-4 0 30 16,-4 0-35-16,-1 0 33 0,-8-1-28 15,-2 2 26-15,0-2-35 0,-4 2 30 0,2-4-24 0,-2 3 15 16,1-1-58-16,3-1 19 0,7 1-64 0,2-1 2 15,1-1-72-15,3 1 10 0,7 0-85 0,0-1 11 16,4-2-89-16,3 0 14 0,-1 1-60 0,4-2-109 16,2-1-72-16,13 0-146 0,-23-2-480 0,23 2-787 15</inkml:trace>
  <inkml:trace contextRef="#ctx0" brushRef="#br0" timeOffset="418005.9492">25224 13903 224 0,'-19'-9'529'0,"0"0"-38"0,0-2-68 15,0 2-22-15,0-3-34 0,1 3-46 0,2-2-25 16,1 1-40-16,2 2 1 0,2 1-45 16,-1-2 1-16,1 1-21 0,-1 1-16 0,5 1-57 0,7 6-15 15,-11-7-27-15,11 7 20 0,0 0 15 0,0 0 6 16,0 0 14-16,2 11-22 0,3-2 42 0,3 3-25 16,2 6-6-16,1 0-11 0,1 5-13 0,2 1-15 15,0 1-21-15,0 3-9 0,1-3-9 0,-1 1-13 16,0 2 0-16,2-2-7 0,-3 1-1 0,3-1-11 15,-3-1-2-15,3 2-46 0,-2-4-85 0,-1 1-70 16,1-1-59-16,-3-3-74 0,1 0-71 0,-2-2-29 16,-1 1-106-16,0-4-124 0,-2-2-363 0,0-1-626 15</inkml:trace>
  <inkml:trace contextRef="#ctx0" brushRef="#br0" timeOffset="418240.0075">25433 13802 185 0,'2'-19'766'0,"0"2"-190"16,-2 6-66-16,2-1-68 0,-2 12-44 15,0-19-42-15,0 19-36 0,0 0-42 0,2-10 32 0,-2 10-29 16,0 0-23-16,0 0-46 0,7 12-21 0,-3-3-44 16,1 2 2-16,2 2-65 0,-1 5 21 0,3 0-20 15,3 1-21-15,-1 4-6 0,3 1-13 16,1 1-1-16,-1 0-18 0,2 1-62 0,2-2-48 0,-3 0-56 15,2-1-57-15,-1 1-48 0,1-3-60 0,-4 0-30 16,-2-2-48-16,0-2 12 0,-2 0-60 0,-2-3-35 16,-3 0-444-16,-1-3-476 0</inkml:trace>
  <inkml:trace contextRef="#ctx0" brushRef="#br0" timeOffset="418830.3774">25369 14177 545 0,'-18'-5'483'0,"1"1"-22"15,1 0-56-15,2-2 61 0,-2 3-92 0,4 0-24 16,0 0-22-16,1 0-35 0,2 0-40 0,9 3-48 16,-17-4-32-16,17 4-47 0,-12-4-17 0,12 4-22 15,0 0-6-15,0 0-18 0,0 0-2 0,0 0-17 16,8-8-2-16,4 3-15 0,5 2 19 0,6-2-32 16,6-3-9-16,5 0 5 0,6-1-7 0,6-3-10 15,1 1-19-15,3 0-45 0,1 0-9 0,0 1-15 16,1-2-12-16,-5 2 24 0,1 0-2 0,-2-1 19 15,-4 3-15-15,-7-2 15 0,-5 3 7 0,-4-1 23 16,-4 1 6-16,-3-1 9 0,-4 1-10 0,-1-1 15 0,-3 0 12 16,-1-1 17-16,-4 1 40 0,-6 8-8 15,6-16 37-15,-6 16-18 0,0-14-3 0,0 14-2 0,-6-12 6 16,6 12-5-16,-16-10-2 0,7 6-12 16,-2 1-5-16,-3 2 20 0,1 1-10 0,-1 2 5 0,1 2 28 15,-3 2-10-15,1 1-6 0,0 3 5 0,2 1-10 16,2 0-9-16,2 1-10 0,0 1-2 0,5 1-12 15,0 0 5-15,2-1-4 0,4-1-4 0,2 2-6 16,2-2 1-16,5 0 3 0,1 0-15 0,3 0 6 16,2-3-4-16,0 0-2 0,1-3-6 0,-2 0-13 15,2-2-12-15,0-1-9 0,-2-1-3 16,0 1-6-16,-1-3 1 0,-15 0 13 0,25-2 2 0,-14 0 2 16,-2-1 3-16,0-2-5 0,-4-1 5 0,1-3 4 15,-4 0 1-15,0-3 0 0,0 2 0 0,-2-4 7 16,-2 1 0-16,2 0 0 0,-2 0 5 0,0 0-1 15,0 2 3-15,0 0 16 0,0 0 15 0,2 11 1 16,-3-17-11-16,3 17-8 0,-2-12-4 0,2 12-2 16,0 0-4-16,0 0 2 0,0 0 12 0,0 0-13 15,0 0-2-15,0 0 1 0,0 0-3 0,13 8 7 16,-5 0-3-16,2 0-2 0,1 0 1 0,3 0-11 16,2 2-53-16,2-2-63 0,0 2-71 0,2-2-90 15,3-1-4-15,2 1-69 0,1-3-34 0,1 0-108 16,2 0-523-16,-2-1-628 0</inkml:trace>
  <inkml:trace contextRef="#ctx0" brushRef="#br0" timeOffset="419173.3127">26540 13897 530 0,'-6'-10'684'0,"0"0"-130"0,0 1 52 0,1 0-47 0,1 0-47 15,-1 0-55-15,5 9-70 0,-9-15-50 0,9 15-80 16,-5-12-33-16,5 12-68 0,0 0 6 0,-2-13-66 15,2 13 5-15,0 0-48 0,17-4 24 0,-17 4-44 16,24 5 16-16,-10 1-30 0,4 0 19 16,1 1-10-16,0 2-11 0,3 1 13 0,0 3-18 0,-1 0-7 15,2 3-1-15,-6-4-4 0,-1 3-4 0,-1-2-23 16,-1-2 2-16,-1 3 2 0,-4-3 6 0,1 0 5 16,-2-1 2-16,-3 0 10 0,-1-2-4 0,-4-8 1 15,5 15 12-15,-5-15-14 0,-1 12 4 0,1-12 6 16,-6 9-3-16,6-9 6 0,-11 3-4 0,11-3-1 15,-16-3 3-15,7-2 1 0,0-1-3 0,-2-2 2 16,2-3-1-16,0-1 2 0,1 2 1 0,0-5 3 16,2 1 1-16,1 1-14 0,3-2-11 0,2 3 23 15,0 0-29-15,2-3 37 0,3 1-62 0,3 1-11 16,2 0-36-16,-1 1-72 0,4 0-56 0,3 0-78 0,-3 2-73 16,1 2-21-16,1 1-82 0,3 1-101 0,-4 2-446 15,4 0-629-15</inkml:trace>
  <inkml:trace contextRef="#ctx0" brushRef="#br0" timeOffset="420189.9728">27143 13503 562 0,'-6'-14'695'0,"0"-3"-52"0,-1 3-31 15,2-3-34-15,-2 3-19 0,3 1-58 0,0 1-81 16,1 0-77-16,-1 3-72 0,4 9-58 0,-2-13-46 15,2 13-21-15,0 0-1 0,0 0 27 0,17 1-15 16,-7 5-18-16,1 3-17 0,2 4-16 0,3 2-18 16,-1 3-7-16,4 3-20 0,-1 0-12 0,1 2-9 15,0 0-9-15,2 3-41 0,-2 1 38 0,1-4-34 16,-4-1 37-16,2 1-12 0,0-1 2 0,-2 0-9 16,-3-1-2-16,1-3-4 0,-3-1-5 0,2-1-1 15,-3 0 1-15,-2-4-3 0,0 0-4 0,-2 0 3 16,-1-4 3-16,-1-1-3 0,2 2 0 0,-6-9 6 15,7 13 0-15,-7-13-1 0,5 8 1 0,-5-8 6 16,0 0-7-16,0 0 0 0,0 0 0 0,0 0-5 16,-9-5-2-16,9 5 1 0,-13-11 2 0,4 5-1 0,-3-2-35 15,1 0 41-15,-3 1-32 0,1-1 34 0,-3 0-36 16,3 2 41-16,-6 1-37 0,4 2 42 16,-3 3-37-16,0 0 38 0,-2 0-39 0,3 2 38 15,-2 3-4-15,-2 1 0 0,2 3-2 0,0 0 1 0,1 2-5 16,5 0-4-16,0 2-1 0,1-1 1 0,5 1-3 15,-1 0 3-15,4 0 8 0,2-2-8 0,2-11 1 16,1 22 1-16,2-10 0 0,1-4-1 0,3 3-1 16,4-4-1-16,0 0-9 0,2-2-23 0,2 1-1 15,-3-5-11-15,3 1-26 0,0-2 2 0,1 0-1 16,1 0 6-16,2-2-2 0,-2 1-14 0,2-5-3 16,-2 1 12-16,4-1 4 0,-1-2 16 0,-1-2 3 15,-2 1 12-15,0-3 5 0,1-1 7 0,-3 1 5 16,-2-1 7-16,-1-2 4 0,-1 5-19 0,-3-2 21 15,1 0-13-15,-3 1 97 0,0 3-32 0,0-1 49 16,-1 0-42-16,-5 9 40 0,8-13-45 0,-8 13 29 16,5-12-51-16,-5 12 29 0,7-7-53 0,-7 7 36 15,0 0-40-15,7-7 29 0,-7 7-39 0,0 0 44 16,0 0-10-16,12 2-6 0,-12-2-4 0,8 7 1 16,-8-7-2-16,11 10 0 0,-11-10-9 0,13 11 0 15,-3-6 4-15,-2 1-7 0,-1 1-11 0,2-1-35 16,4 0 4-16,-1 1-25 0,2-1 0 0,0 0-28 15,1 0-1-15,0-2-30 0,3 1-24 0,-4 1-2 0,2-4 3 16,-3 0 27-16,1-1-3 0,-1 0 12 0,0-2 21 16,-13 1 18-16,23-4-5 0,-14 0 2 15,0-2 17-15,0 0 16 0,-1 0 5 0,-3-1 16 16,2-1 20-16,-1 1 28 0,-1 0 28 0,-5 7 15 0,8-12 19 16,-8 12 12-16,5-11 24 0,-5 11-28 0,7-9 0 15,-7 9-39-15,0 0 1 0,7-10-23 16,-7 10 9-16,0 0-16 0,0 0 37 0,13-1-30 15,-13 1 24-15,10 3-41 0,-10-3 36 0,13 9-1 0,-3-6-14 16,0 2-5-16,-1 1-5 0,4 0-2 0,2 0-6 16,1 0 2-16,3 0-7 0,4 0-1 15,3-2-8-15,-2-1 4 0,3 0-6 0,0 0-4 16,1-2 3-16,-1 2-1 0,0-3 2 0,1 0 3 0,-2-1-14 16,-1-1 14-16,-1 0-10 0,-4-3 2 0,-2 1 0 15,-1-4 3-15,-3 1-1 0,0-1 4 0,-3-3-2 16,-4-1-5-16,1-2 1 0,-5-1 2 0,-2-3-4 15,-3 1-1-15,-2-4 9 0,-4 1 5 0,-1 1 20 16,0-1-4-16,-4 2-7 0,-1 2-6 0,-2 1-3 16,-1 2 0-16,-1 1-1 0,0 4-3 0,2 2-7 15,2 3-1-15,0 1-1 0,2 3-5 0,2 3-39 16,-1-1-73-16,4 3-49 0,1 1-56 0,3 2-30 16,3-9-48-16,1 19-50 0,3-7-31 0,5 1-37 15,5-1-60-15,4 0-41 0,6 1-443 0,1-2-553 16</inkml:trace>
  <inkml:trace contextRef="#ctx0" brushRef="#br0" timeOffset="420631.0185">28925 13714 361 0,'12'-8'577'0,"-4"1"-29"16,-2-1-19-16,-6 8-5 0,9-13 7 0,-9 13-63 16,3-13-58-16,-3 13-72 0,-3-13 8 0,3 13-33 15,-10-13-19-15,2 7-33 0,-2 1-32 0,0 2-44 16,-2 1-28-16,-1 1-15 0,-2 1-25 0,0 1-17 15,1 1-8-15,-2 2-3 0,1 2-12 0,1 2-8 16,2-1-20-16,0 4-44 0,3-1 38 0,1 2-6 16,2-1-6-16,2 0-3 0,3 2-4 0,1-1-2 15,1 1-3-15,5 0-2 0,0 0 0 0,1-2-4 0,4 0 1 16,-1 0-4-16,1-2 1 0,2-2-4 0,1 1-6 16,0-3-9-16,-1 0-7 0,3-2-1 0,-4-2-2 15,2 0 6-15,-14-1 3 0,23-1 2 16,-23 1 0-16,21-4 0 0,-13 1 4 0,0-3-3 0,-1 0-4 15,-2-1 10-15,-1-4-9 0,-1 1-34 0,-3-1 44 16,1-1-1-16,-2-2 0 0,-1 1 0 0,-1-1 0 16,-2 1-3-16,2 3 3 0,-3 0 3 0,3 0-6 15,-1 1 1-15,4 9-9 0,-6-13 1 16,6 13 5-16,-6-8-2 0,6 8 11 0,0 0 16 0,0 0 1 16,0 0-1-16,0 0 4 0,2 12-38 0,-2-12 47 15,10 14-36-15,-3-7 33 0,3 1-5 0,1 3-7 16,4-1 0-16,0 0-7 0,4 2-28 0,-1-2-66 15,3 0-78-15,1 0-45 0,0-2-57 0,3 0-104 16,0-1-64-16,1-1-98 0,-1 2 31 0,-3-3-76 16,1-1-40-16,-2-1-434 0,-4 0-665 0</inkml:trace>
  <inkml:trace contextRef="#ctx0" brushRef="#br0" timeOffset="420998.7667">29445 13731 643 0,'-1'-15'470'0,"0"1"-17"0,-2 1 35 0,-1-2 15 16,0 2 29-16,-2-1-30 0,1 1 8 0,-1 0-72 15,1 1 45-15,-1 1-53 0,2 2-13 0,-2 0-70 16,3 1-49-16,3 8-50 0,-6-14-38 0,6 14-36 16,-5-9-27-16,5 9 1 0,0 0-5 0,0 0 28 0,0 0-21 15,12-2-86-15,-12 2 60 0,20 7-93 0,-9-1 36 16,4 2-67-16,-1-1 0 0,3 3 0 16,0 1 0-16,1 1 0 0,1-1 0 0,-1 2 0 15,2 2 0-15,2 2 0 0,-3-2 0 0,1 3 0 0,-2-1 0 16,-1-3 0-16,-3 2 0 0,0-1 0 0,-2 0 0 15,0 0 0-15,-5-2 0 0,0 0 0 16,0-1 0-16,-3-2 0 0,0 0 0 0,-4-10 0 0,3 18 0 16,-3-18 0-16,-2 12 0 0,2-12 0 0,0 0 0 15,-9 7 0-15,9-7 0 0,0 0 0 0,-14-7 0 16,14 7 0-16,-10-15 0 0,4 5 0 0,1-3 0 16,1-1 0-16,1-2 0 0,1 0 0 0,0 0 0 15,2-2 0-15,1 0 0 0,1 1 0 0,1 1 0 16,1-1 0-16,0 3 0 0,3 1-24 0,0-1-170 15,1 3-55-15,1 0-84 0,3 2-82 0,-1 0-65 16,1 2-75-16,3 1-70 0,-1 3-24 0,2 0-130 16,-2 1-447-16,1 2-835 0</inkml:trace>
  <inkml:trace contextRef="#ctx0" brushRef="#br0" timeOffset="421543.3245">30020 13620 56 0,'0'0'906'0,"0"0"-226"0,0 0-4 15,0 0 13-15,-12-5-26 0,12 5-41 0,0 0-80 16,0 0-55-16,-7-10-45 0,7 10-50 16,0 0-57-16,0 0-53 0,-3-9-45 0,3 9-45 0,0 0-35 15,0 0-36-15,0 0-22 0,5-7-18 0,-5 7-8 16,0 0-21-16,19 0-9 0,-19 0-6 0,16 0-5 16,-16 0-14-16,22 0-7 0,-8 0-1 0,0 0-15 15,-1-2-21-15,2 2-20 0,0 0-36 0,0-1-14 16,-2-1 10-16,2 1-58 0,-1 0 22 0,1-3-8 15,-3 3 54-15,1-4-57 0,-1 2-3 0,-1-2-6 16,1-1 57-16,-3-2-27 0,-1 1 50 0,-1-2-26 16,0 2 52-16,-2-4-31 0,0 3 50 0,-3-3-31 15,1 0 47-15,-3 11-40 0,2-18 43 0,-2 18-22 16,-2-16 31-16,2 16-31 0,-7-16 44 0,7 16-17 16,-11-11 40-16,11 11-9 0,-19-6 60 0,19 6-29 15,-23 0 19-15,11 2 2 0,-3 2 29 0,0 1-8 16,-1 4 24-16,0-1-40 0,-1 4 17 0,2 1-17 0,-1 1-3 15,3 2 12-15,0-2 8 0,2 3-17 0,1 2 48 16,1-2-90-16,4 0 73 0,2-1-84 16,1 2 83-16,2-1-81 0,2 0-44 0,3 0 0 15,5 2 0-15,2-1 0 0,7 1 0 0,1-2 0 0,5-1 0 16,3-2 0-16,3-3 0 0,3-1 0 0,1-3 0 16,2-1 0-16,2 0 0 0,-1-5 0 15,1-1 0-15,-1-1 0 0,2 1 0 0,-3-5 0 0,1-1 0 16,-2 2 0-16,1-2 0 0,-3-1 0 0,-2-1 0 15,-1 1 0-15,-2-2 0 0,-6 2 0 0,0-1 0 16,-2 2 0-16,-3-2 0 0,-2 2 0 0,-2 1 0 16,0-1 0-16,-4 1 0 0,1 1 0 0,-4-1 0 15,-7 5 0-15,14-7 0 0,-14 7 0 0,11-6 0 16,-11 6 0-16,0 0 0 0,0 0-441 0,0 0-196 16,0 0-86-16,0 0-82 0,-5-10-162 0,5 10-499 15,-8-5-1085-15</inkml:trace>
  <inkml:trace contextRef="#ctx0" brushRef="#br0" timeOffset="509959.0377">22293 1228 301 0,'4'-11'477'0,"-2"1"-39"16,0-1-21-16,-1 1-35 0,-1 10 23 0,1-22-11 15,-2 11-90-15,1 11-52 0,-5-20 29 0,1 12 0 16,0-1-9-16,-1 1-64 0,-3 0-34 0,0 2-32 0,-2 1-24 16,-2 2-17-16,-2 0-22 0,-3 3-12 0,-2 5-16 15,-5 1-1-15,-6 3-12 0,-6 7-1 0,-1 2-7 16,-2 3-12-16,1 2-64 0,1 1 77 15,1 2-75-15,4 0 81 0,2 0-72 0,4 3 82 0,4-3-87 16,7-1 75-16,2 0-71 0,5-2 76 0,4-1-77 16,4 0 81-16,4 0-84 0,4 5 79 0,6-2-75 15,7 4 74-15,5-4-71 0,4 1 76 0,4-2-76 16,4-2 75-16,1 0-79 0,3-3 77 0,1 1-77 16,0-3 80-16,0-1-82 0,-1 0 73 0,-2-1-64 15,-2-1 73-15,-1 0-79 0,-7-3 73 0,-1-1-74 16,-2 1 72-16,-5-2-71 0,-3-1 69 0,-3-1-69 15,-1 0 75-15,-3-1-67 0,-1 1 92 0,-2-1-55 16,-2 0 97-16,-7-6-39 0,7 14 20 0,-7-14-3 16,-4 13-6-16,-2-4-8 0,-7-2-10 0,-3 3-9 15,-5-2-4-15,-6 2-10 0,-3 0 0 0,-3-2-18 16,-2 1 5-16,-1-3-1 0,-6 2-7 0,-2-2-4 16,7-1-4-16,-1 0-3 0,-1-2 2 0,1 0-15 15,3-1-35-15,4-2-79 0,3 0-60 0,6 0 3 0,3-1-152 16,1-1-42-16,6-1-95 0,12 3-52 15,-12-9-69-15,12 9-477 0,7-14-684 0</inkml:trace>
  <inkml:trace contextRef="#ctx0" brushRef="#br0" timeOffset="510408.0825">22614 1692 283 0,'0'0'878'15,"0"0"-270"-15,0 0-1 0,14 0-130 0,-14 0 27 0,0 0-126 16,0 0 16-16,0 0-139 0,0 0 15 0,0 0-126 16,0 0 51-16,0 0-109 0,16 0 53 0,-16 0-98 15,0 0 64-15,18-1-94 0,-18 1 71 0,24-3-87 16,-8 0 67-16,2 0-76 0,2-3 64 0,0 1-97 16,3 1 32-16,0-1-80 0,-1-2 38 0,0 0-74 15,1-1 67-15,-3 0-44 0,1-3 79 0,-2 2-51 16,-3-3 75-16,-1 0-51 0,-4-2 74 0,-3 2-36 15,-2-2 26-15,-1-1 27 0,-4 2 63 0,-2 0-34 16,-2-3 74-16,-3 2-54 0,-1 2 23 0,-1-1-14 16,-4 5-17-16,0-2 1 0,-2 4 8 0,-3 2-24 15,-1 1-7-15,0 3 15 0,-1 3 1 0,1 2-12 16,-3 4 10-16,1 1 10 0,0 6 3 0,1 3-8 16,3 0 31-16,0 3-52 0,5 3 59 0,1 1-51 15,3-2 26-15,3 1-52 0,2 1 35 0,2-2-52 0,1 0 14 16,3-1-19-16,1 2-1 0,3-2-2 0,1-4 2 15,4 4-3-15,2-2-2 0,3-3-2 0,2-2-2 16,2-2-1-16,2-3-29 0,1-2-52 0,4-2-31 16,-1-1-52-16,2-5-61 0,2 0-54 0,4-3-22 15,-1-1-131-15,1 0-20 0,-3-3-49 0,-1-1-94 16,-2-4-52-16,-2-1-342 0,-4 0-585 0</inkml:trace>
  <inkml:trace contextRef="#ctx0" brushRef="#br0" timeOffset="512058.6352">23378 1569 322 0,'-2'-11'596'0,"1"-1"-21"16,1 12 15-16,-4-18 66 0,4 18-119 0,-4-14-14 16,4 14-42-16,-3-13-71 0,3 13-60 0,-5-10-66 15,5 10-57-15,0 0-43 0,-4-9-43 0,4 9 8 16,0 0 17-16,0 0 40 0,0 0-29 0,2 12-35 0,-2-12-10 16,5 14-18-16,-1-3-8 0,1-3-12 15,1 6-13-15,1-2-11 0,1 2-19 0,1 2-7 16,-1-1-5-16,2 0-16 0,2-1-4 0,-3 3 0 15,0-4-1-15,1 0-10 0,-1-1 1 0,-1 0-1 0,2-1-2 16,-3-2 4-16,-1-2-17 0,0 2-2 16,-6-9 4-16,11 12-2 0,-11-12 9 0,7 7-6 15,-7-7-5-15,0 0-16 0,0 0-16 0,13-4 2 0,-13 4-4 16,4-16-20-16,-3 1 0 0,1 2 15 0,1-2 7 16,1-2 1-16,-2 0 19 0,2 0-3 15,-1 1 2-15,0-1 2 0,1 3 9 0,0 0 3 0,-1 3 6 16,1 0 5-16,-1 3-7 0,0-3-2 0,-3 11 2 15,7-13 3-15,-7 13 4 0,9-7 32 0,-9 7 19 16,14-3-14-16,-14 3 9 0,17 4 3 0,-7 1 18 16,-1-1 5-16,2 3-14 0,0 1-5 0,-2 0-8 15,1 0-8-15,2 2-4 0,-2 0-5 0,0 0 7 16,0 1-18-16,1-2-4 0,-3 1-5 0,0 0 0 16,-1-1-1-16,0-1 2 0,-1 0 3 0,-1-1-11 15,-5-7-1-15,11 13-2 0,-11-13 10 0,9 10-3 16,-9-10-10-16,7 9 12 0,-7-9 0 0,0 0 6 15,8 8 2-15,-8-8-10 0,0 0 0 0,0 0-5 16,0 0-3-16,10-6-3 0,-10 6-4 0,2-13-17 0,-2 13-13 16,2-19-5-16,-2 19 4 0,2-23 1 15,-1 9 6-15,0-2 9 0,1 0-29 0,1 1 35 16,-1-1 4-16,0 2 4 0,1 2 2 0,-1-1 3 0,2-1 1 16,-2 4-8-16,-2 10 2 0,3-18-1 0,-3 18 5 15,4-14-13-15,-4 14 6 0,3-12-1 0,-3 12-2 16,4-7 4-16,-4 7-1 0,0 0 6 15,10-6-3-15,-10 6 8 0,0 0-2 0,17 6 6 0,-17-6-6 16,13 8 2-16,-4-2 3 0,-2 0 3 0,1 0-1 16,1 2 4-16,1 2-9 0,0-2 8 0,1 4-4 15,1-3 4-15,1 1-1 0,0 1 7 0,2 0-8 16,1-1-3-16,0 0 1 0,1 0-3 0,1-1 8 16,1-1-5-16,1 0 2 0,1 0-6 0,2-3 3 15,1 1-2-15,3-3-2 0,0 1-4 0,2-2-5 16,2-1-11-16,0-1-35 0,0-1-10 0,3-2-9 15,1-1-8-15,-1-1 11 0,-2-2 0 0,0-3 0 16,-3 1 7-16,-2-2 21 0,0-2 7 0,-4 0 6 16,0-3 8-16,-6 2 3 0,-2 0 14 0,-1 1 6 15,-3-1 23-15,-3 1 30 0,-2 1 52 0,-1 1-8 16,-3 0 7-16,-2 11-20 0,-5-20-9 0,-2 12-16 16,-1-1-8-16,-3 2 4 0,-4 3 2 0,0 1-12 15,-2 1-4-15,-1 2 11 0,-1 2 1 0,-3 2 0 0,2 2-33 16,-3 3 34-16,3 0-39 0,3 2 32 15,0 3-7-15,4 0 25 0,0 2-46 0,3 1 31 16,3-3-27-16,3 3 22 0,3-3-39 0,1 2 24 16,3-1-30-16,4 1 0 0,1-1 0 0,5 0 0 0,1-2 0 15,3 0 0-15,-1-3 0 0,2 1 0 0,0-4-75 16,1 0 2-16,-1-1-13 0,-1-1-6 16,0-2 6-16,-1 0 5 0,0-2 9 0,-3-1 17 0,-2-1 12 15,3-1 4-15,-4-2 12 0,0-2-1 0,-1-1 5 16,-2-2 7-16,-2-2 1 0,-1-2 4 0,-1-2 6 15,-2-1-8-15,2-1 8 0,-7-1 0 0,2 0 3 16,-1 1 23-16,0 1-3 0,-3-5 19 0,2 6 15 16,1 2 16-16,-1 1 8 0,-1 2-7 0,2 0-7 15,3 10-16-15,-5-17-17 0,5 17-8 0,-4-10-4 16,4 10-8-16,0 0 6 0,0 0-6 0,0 0-32 16,0 0 39-16,0 0-25 0,5 12 36 0,0-5-29 15,2 1 29-15,1 2-32 0,2 0 37 0,3 1-41 16,2-1 40-16,3 1-35 0,1-2 29 0,3 0 0 15,0-1-46-15,2-3 33 0,0 1-16 0,0-3-27 16,3 0-26-16,-8-3-6 0,2 0-1 0,0-1 9 16,-3-1 13-16,0-2 7 0,0-1 7 0,-1-3 6 15,-3-2 10-15,-1-2 3 0,-1-2 7 0,-1-4-2 16,-4-2 1-16,-1-3 29 0,-2-6-28 0,-1-3 33 16,-3-3-2-16,-3-1 8 0,-3-7-15 0,-3-2 19 15,-4-2-8-15,1 0 10 0,-3 2 21 0,-1 2 36 16,1 0 14-16,-3 6-40 0,2 3-74 0,4 7 0 15,1 2 0-15,2 7 0 0,0 0 0 0,2 4 0 16,1 2 0-16,1 3 0 0,5 9 0 0,-9-6 0 0,9 6 0 16,-7 7 0-16,7-7 0 0,0 24 0 15,2-6 0-15,4 8 0 0,2 5 0 0,5 9 0 16,4 4 0-16,5 11 0 0,5 0 0 0,0 5 0 16,5 1 0-16,1 5 0 0,1 0 0 0,1 4 0 15,2-1 0-15,-3 0 0 0,-1-2 0 0,-2-2 0 0,-1-1 0 16,-5-4 0-16,-1-2 0 0,-3-5 0 0,1-1 0 15,-9-11 0-15,1-1 0 0,-3-3 0 0,-2-10 0 16,1 0 0-16,-4-6 0 0,0-2 0 0,-1-5 0 16,-1-1 0-16,-1-2 0 0,-3-11 0 0,7 15 0 15,-7-15 0-15,0 0 0 0,0 0 0 16,0 0 0-16,0-13 0 0,-4 2 0 0,1-4 0 0,0-7 0 16,-4-7 0-16,1-3 0 0,-5-7 0 0,3-3 0 15,-2-2 0-15,-1-4 0 0,-1 1 0 0,1-2 0 16,-2 0 0-16,-1-7 0 0,4 11 0 0,-1 1 0 15,3 1 0-15,0 4 0 0,0 7 0 0,4 2 0 0,-1 4 0 16,3 1 0-16,0 2 0 0,1 4 0 16,1 2 0-16,0 0 0 0,3 2 0 0,1 2 0 0,1 0 0 15,4 3 0-15,0 2 0 0,4 2 0 0,3 3 0 16,-1 2 0-16,6 4 0 0,0 1 0 0,1 3 0 16,0 2 0-16,5 3 0 0,-2 2 0 0,-2 2 0 15,-2 1-25-15,0 0-36 0,-2 1 45 0,0-1 10 16,-5-1-2-16,-3 0 2 0,-2-2 5 0,0 1 8 15,-5-2 0-15,1 1 10 0,-3-2 22 0,-2 1 14 16,-4-2-53-16,-1 3 0 0,-5-2 0 0,0 1 0 16,-7 1 0-16,0-2 0 0,-3 0 0 0,-2 0 0 0,-5 0 0 15,0-2 0-15,4-1 0 0,1-1 0 0,0-2 0 16,1 1 0-16,5-2 0 0,1-1 0 0,3-1-340 16,1 1-79-16,11-4-207 0,-17 2-117 0,17-2-90 15,0 0-821-15,0 0-1321 0</inkml:trace>
  <inkml:trace contextRef="#ctx0" brushRef="#br0" timeOffset="512559.0353">25929 1180 656 0,'-18'-31'1033'16,"2"2"-173"-16,-2 4-161 0,2 1 79 0,0 1-60 15,1 0-73-15,-3 1-57 0,5 5-193 0,1 0 130 16,1 0-61-16,2 5-72 0,-1 0-78 0,4 3-190 16,-2 0-124-16,8 9 0 0,-7-9 0 0,7 9 0 15,0 0 0-15,-7 10 0 0,10 0 0 0,1 5 0 0,2 5 0 16,3 5 0-16,3 2 0 0,3 10 0 16,1 0 0-16,0 2 0 0,4 3 0 0,-2-3 0 15,4 4 0-15,1 4 0 0,-4-6 0 0,2 0 0 0,0 0 0 16,-2-4 0-16,-2-1 0 0,0-1 0 0,-1-2 0 15,-3-6 0-15,-1-2 0 0,-3-3 0 0,-1-3 0 16,2-2 0-16,-4-2 0 0,1-2 0 0,-2-1 0 16,1-4 0-16,-1-1 0 0,-5-7 0 0,11 8 0 15,-11-8 0-15,15-2 0 0,-5-4 0 0,-1-3 0 16,2-5 0-16,3-3 0 0,-1-6 0 0,1-1 0 16,-1-2 0-16,-1-2 0 0,1 0 0 0,-4 1 0 0,4 1 0 15,-6 4 0-15,0 2 0 0,1 1 0 16,-3 2 0-16,0 4 0 0,1 0 0 0,-3 2 0 0,1 2 0 15,-4 9 0-15,6-13 0 0,-6 13 0 0,8-5 0 16,-8 5 0-16,11 3 0 0,-11-3 0 0,13 11 0 16,-3-3 0-16,0 1 0 0,-1 1 0 0,3 1 0 15,-3 0 0-15,4 2 0 0,1 0 0 0,-1-1 0 16,3 1 0-16,-1-1 0 0,4-1 0 0,-1-2 0 0,-3-1 0 16,4 0 0-16,-2-2 0 0,-1 0-263 0,2-3-470 15,0-1-161-15,-3 1-245 0,1-1-495 16,-2-2-1293-16</inkml:trace>
  <inkml:trace contextRef="#ctx0" brushRef="#br0" timeOffset="512992.3341">26965 1404 706 0,'-10'-9'1041'0,"1"-1"-323"16,1 1 13-16,0-2-84 0,1 1 39 15,1 0-136-15,0 1 12 0,1-1-68 0,-2 0-49 16,4 1-16-16,-1-2-71 0,4 11-73 0,-2-16-45 16,2 16-54-16,0-16-73 0,0 16-113 0,7-15 0 0,0 8 0 15,-7 7 0-15,17-9 0 0,-17 9 0 0,21-3 0 16,-8 4 0-16,1 1 0 0,1 3 0 0,2 1 0 16,0 2 0-16,1 2 0 0,-2 1 0 0,0 1 0 15,-1 2 0-15,-1 0 0 0,-1 2 0 0,1 0 0 16,-3 2 0-16,0-1 0 0,-2 1 0 0,-2-3 0 15,-3-1 0-15,-1 3 0 0,-1-5 0 0,-2 1 0 0,-2 0 0 16,-3 0 0-16,-1 0 0 0,-3-1 0 0,-3-2 0 16,-3 1 0-16,-3-2 0 0,-3-1 0 15,-1-1 0-15,-1-2 0 0,-2-1 0 0,-2-1 0 0,6-2 0 16,-2-1 0-16,2-1 0 0,2 0 0 0,2-2 0 16,-1-1 0-16,5-2 0 0,0-3 0 0,1 0 0 15,3-3 0-15,3 0 0 0,2-1 0 0,1 0 0 16,3 0 0-16,5-2 0 0,1-1 0 0,1-2 0 15,6 2 0-15,1 0 0 0,3 3 0 0,4-4-243 16,2 4-280-16,2 0-205 0,2 3-74 0,-6 2-127 16,4 1-644-16,-2 1-1219 0</inkml:trace>
  <inkml:trace contextRef="#ctx0" brushRef="#br0" timeOffset="513926.0319">27507 1351 806 0,'-8'-5'1078'0,"1"0"-288"0,7 5 32 16,-16-10-69-16,16 10-46 0,-13-10-45 0,13 10-49 0,-9-7-89 15,9 7-71-15,-9-7-73 0,9 7-71 16,0 0-50-16,0 0-224 0,0 0-35 0,9-5 0 0,2 8 0 16,4 2 0-16,4 2 0 0,3 2 0 0,2 3 0 15,3 0 0-15,0 1 0 0,3 4 0 16,3 1 0-16,-3 1 0 0,1 0 0 0,-4-3 0 0,-4 1 0 15,0-1 0-15,-1 0 0 0,-2-1 0 0,-7-2 0 16,1 0 0-16,-3-2 0 0,-2 0 0 0,2 1 0 16,-6-2 0-16,1-1 0 0,-6-9 0 0,4 15 0 15,-4-15 0-15,-1 13 0 0,1-13 0 0,-9 10 0 0,9-10 0 16,-11 8 0-16,11-8 0 0,-14 3 0 16,14-3 0-16,-13 0 0 0,13 0 0 0,-16-8 0 15,9 2 0-15,0-1 0 0,1-2 0 0,-1-1 0 0,4 0 0 16,-1-2 0-16,2-1 0 0,2 1 0 0,0-1 0 15,2-1 0-15,0 3 0 0,3-4 0 0,2 1 0 16,0 1-74-16,2 0 10 0,5 0 9 0,0 0 17 16,0 0-1-16,4 1 6 0,2 1 5 0,0 0 30 15,3-1-13-15,-1 2 6 0,3-2-22 0,-1 0 40 16,2 0-26-16,-1 0 28 0,-1 0-17 0,-6 2 15 16,2-2-14-16,1 1 22 0,-4-2-14 0,2 0 3 0,-5 1-2 15,2-2 27-15,-2-1-2 0,-2 1 0 16,-1-4 58-16,-2 7-21 0,-2-3-31 0,-1 2-39 0,-2 0 0 15,-1 1 0-15,-3 11 0 0,0-21 0 0,0 21 0 16,-2-16 0-16,2 16 0 0,-7-11 0 0,7 11 0 16,-12-8 0-16,12 8 0 0,-17 1 0 0,9 2 0 15,-4 3 0-15,1 4 0 0,-1 0 0 0,1 4 0 16,0 1 0-16,2 1 0 0,0 1 0 0,2 1 0 0,3 0 0 16,0-2 0-16,0 2 0 0,7 0 0 15,0-1 0-15,1 3 0 0,4 0 0 0,3-2 0 16,2-1 0-16,4 2 0 0,3-4 0 0,1 1 0 0,4-3 0 15,-4-2 0-15,6-2 0 0,-3-1 0 0,0-3 0 16,3-1 0-16,-1-1 0 0,-5-2 0 0,6-2 0 16,0-1 0-16,-2-2 0 0,-1-1 0 0,0-4 0 15,2-1 0-15,-3-4 0 0,-1-2 0 0,-1-2 0 16,-2-1 0-16,-1-4 0 0,-2-2 0 0,-3-1 0 16,-1-1 0-16,-3-1 0 0,-3 1 0 0,-1 1 0 15,-2 1 0-15,0 1 0 0,-3 0 0 0,0 4 0 16,-3 1 0-16,2 0 0 0,0 3 0 0,0 1 0 15,-1 3 0-15,1-1 0 0,1 13 0 0,-2-19 0 0,2 19 0 16,-1-14 0-16,1 14 0 0,0 0 0 0,0 0 0 16,1-13 0-16,-1 13 0 0,0 0 0 0,7 5 0 15,-7-5 0-15,12 10 0 0,-5-4 0 0,3 5 0 16,2-1 0-16,3 1 0 0,3 3 0 0,4 2 0 16,2 0 0-16,2 0 0 0,6 3 0 0,1-1 0 15,1 1 0-15,2-1 0 0,-1 0 0 0,1-1 0 16,1 1 0-16,0-1 0 0,-1-1 0 0,1 1 0 15,-4-1 0-15,-5-3 0 0,-4 0 0 0,-3-2 0 0,-2-2 0 16,-2 1 0-16,-2-2 0 0,-4 1 0 0,-1 0 0 16,-2-2 0-16,-3 1 0 0,-5-8 0 0,3 15 0 15,-3-15 0-15,-10 14 0 0,-2-6 0 16,-3 2 0-16,-7-1 0 0,-7 1 0 0,-9 3 0 0,-4-4 0 16,-4 1 0-16,-4 1-354 0,-1-1-352 0,-4-1-207 15,-1 0-1046-15,-1-1-1699 0</inkml:trace>
  <inkml:trace contextRef="#ctx0" brushRef="#br0" timeOffset="514709.0701">22967 3431 303 0,'-26'-2'269'16,"3"1"-65"-16,-2-1-46 0,4 0-23 0,-2-1-6 16,2 0-17-16,0-1 16 0,-2-1 14 0,1 0 13 15,1 0-7-15,2 1 1 0,1 0-7 0,-2-3-12 16,1 2-11-16,1 1 15 0,2-1 21 0,-2 1 0 16,2-1-5-16,-1 1 0 0,2-1 0 0,0-1 7 15,2 4-5-15,1-4-10 0,1 2-9 0,1-1-8 16,0 2-9-16,10 3-10 0,-15-9-12 0,8 3-16 15,7 6-3-15,-11-7-2 0,11 7-12 0,-8-8-1 16,8 8-11-16,0 0-4 0,-3-12-3 0,3 12 10 16,6-10 21-16,1 5 12 0,3 0 19 0,3-2 30 15,8-2-7-15,8-3 56 0,11-3-26 0,17-5 66 16,10-4-25-16,15-1 5 0,32-10-7 0,21-4-4 16,17 0-2-16,20-5 14 0,61-9 7 0,15-1-74 15,14-1 13-15,11 1-61 0,16 0 5 0,9 0-42 16,12 2 14-16,7 2-40 0,8 1 21 0,6 3-32 15,4 4 16-15,-5 2-47 0,-7 3 41 0,-8 3-44 0,-16 2 49 16,-17 3-36-16,-18 1 28 0,-19-1-28 16,-59 8 29-16,-13-3-22 0,-13 2 43 0,-15-1-15 15,-14 1-29-15,-16 0 0 0,-27 4 0 0,-9-1 0 0,-8 1 0 16,-8 0 0-16,-14 2 0 0,-6 0 0 0,-3 1 0 16,-6 0 0-16,-6 2 0 0,-4 3 0 0,-4 0 0 15,-3 3 0-15,-2-2 0 0,-2 3 0 0,-2 1 0 16,-2 0-41-16,-9 5-587 0,11-6-101 0,-11 6-116 15,0 0-130-15,0 0-600 0,-17 3-1222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7-25T10:12:24.7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1591 1155 35 0,'0'0'463'0,"-8"-11"-63"16,8 11-4-16,-8-15-3 0,8 15-39 0,-9-14 48 15,9 14-46-15,-9-14 23 0,9 14-19 0,-9-12 45 16,9 12-31-16,-7-9-62 0,7 9-51 0,-6-9-50 16,6 9-44-16,0 0-32 0,-6-8-26 0,6 8 34 15,0 0-3-15,0 0 34 0,-3 10-16 0,3-10 17 0,2 21-2 16,-1-4-53-16,0 8 22 0,0 2-37 16,0 9-1-16,-1 3-30 0,0 8 17 0,0 1-45 15,-1 2 21-15,2 0-45 0,-2 0 31 0,2 4-35 16,0-3 21-16,0-1-34 0,0-2 27 0,1-1-32 0,1 2 23 15,-1-11-31-15,2-1 21 0,-2-4-26 0,0 0-2 16,1-6 6-16,1-1 2 0,-2-4 7 16,-1-1 0-16,1-5 5 0,0 0-2 0,-2-4 10 0,2-1 3 15,-2-11-4-15,0 15 3 0,0-15-6 0,0 0-2 16,0 0 3-16,2-12 20 0,-1-1-39 16,0-7 23-16,-1-8-54 0,3-8 29 0,-1-12-53 0,0-4 32 15,0-4-52-15,1-12 43 0,-1-5-47 0,1 0 39 16,2-2-32-16,-3 2 51 0,2 0 3 0,0 3 2 15,0 1 8-15,-1 13-15 0,1 1 18 0,3 5-38 16,-2 3 51-16,-1 6-44 0,2 7 45 0,-1 5-46 16,1 4 50-16,0 4-50 0,0 5 53 0,1 1-44 15,1 6 51-15,2 5 7 0,-10 4 46 0,20 5 3 16,-4 6 28-16,-1 6-9 0,1 5-26 0,2 10 5 16,-4 4-46-16,-1 9 31 0,1 2-39 0,-1 11 25 15,1 4-21-15,-3 1 19 0,2-1-39 0,-2 1 39 16,1-2-38-16,-3-11 36 0,1-2-41 0,0-1 22 15,0-3-28-15,0-2 34 0,-1-3-42 0,-1-7 35 16,1-2-22-16,-3-6 19 0,1-4-26 0,-1-1 30 16,0-4-38-16,0-1 37 0,-1-5-30 0,2-3 30 15,-7-6-53-15,14 0 15 0,-1-7-56 0,-1-6 25 0,6-8-71 16,4-7 39-16,-1-4-61 0,2-5 71 0,-1 0-55 16,0-1 69-16,1-1-43 0,0 1 81 0,-1 1-49 15,-1 4 60-15,-2 2-46 0,-5 8 65 0,0 4-63 16,-4 2 67-16,0 6-57 0,0 1 68 0,-1 5-46 15,-9 5 86-15,14 0-51 0,-14 0 84 0,14 15-29 16,-8-1 43-16,1 3-48 0,1 5 29 0,-1 1-53 16,1 5 30-16,1 2-47 0,1 0 36 0,-1-1-48 15,2 1 27-15,1 0-36 0,1 3 38 0,-1-3-47 16,3-4 43-16,0-1-44 0,0-1 40 0,2-2-42 16,-1-1 37-16,1-4-40 0,-2-2 28 0,2-3-61 15,-2-2 27-15,0-2-54 0,0-2 34 0,0-2-60 16,-2-4 49-16,2-2-61 0,0-2 77 0,1-4-42 15,-1-2 64-15,0-2-48 0,-2-5 61 0,-1 0-47 16,-1-2 65-16,-3-1-60 0,0 0 79 0,-3-1-35 0,0 4 63 16,-2 0-4-16,-1 1 71 0,-2 2-35 15,-1 2 79-15,1-1-23 0,0 13 10 0,-2-19-32 16,2 19-33-16,-2-13-14 0,2 13-10 0,0 0 40 0,0 0 11 16,0 0 23-16,0 0-24 0,-11 10-16 0,11-10-21 15,-1 18-68-15,1-6-16 0,2 1 0 0,1 2 0 16,0 2 0-16,3-2 0 0,1 4 0 15,0-1 0-15,1 0 0 0,2-2 0 0,0 1-81 0,0-1-167 16,1 0-142-16,-2-4-68 0,-1 0-181 0,2 0-94 16,-3-2-70-16,0-2-731 0,-7-8-1170 0</inkml:trace>
  <inkml:trace contextRef="#ctx0" brushRef="#br0" timeOffset="199.5939">2929 1351 953 0,'-7'-30'846'0,"-1"3"-124"16,0 3-63-16,1 3-16 0,0-1-80 0,1 3-92 15,-1 5-48-15,2-3-110 0,1 5-23 0,0 0-108 16,1 3-4-16,3 9-41 0,-4-14-29 0,4 14-23 16,0 0-53-16,0 0 16 0,0 0-133 0,12 7-33 15,-5 4-130-15,3 5-151 0,-2 4-115 0,2 6-103 0,2 2-136 16,-3-1-483-16,2 3-846 0</inkml:trace>
  <inkml:trace contextRef="#ctx0" brushRef="#br0" timeOffset="483.342">3420 1546 696 0,'5'-7'796'0,"-5"7"-152"0,7-13 22 15,-7 13-88-15,5-13 11 0,-5 13 3 0,2-14-36 16,-2 14-67-16,-2-12-37 0,2 12-63 0,-6-11-64 15,6 11-56-15,-10-7-59 0,10 7-36 0,-19 0-78 16,7 2 35-16,-3 6-26 0,-4 2-5 0,-4 6-15 16,0 2-26-16,-1 5 5 0,2 2-13 0,0 3-1 15,4-1-25-15,3-1-25 0,2-1 0 16,1 0 0-16,5-1 0 0,2-2 0 0,1-1 0 0,4-2 0 16,0 0 0-16,3-2 0 0,2 0 0 0,3-3 0 15,4 0 0-15,2 0 0 0,3-3 0 0,3-4 0 16,2-1 0-16,3-3-79 0,1 0-130 0,0-3-38 15,3-2-113-15,-2-2 2 0,6-1-152 0,-1-2 41 16,0 0-60-16,0-2-60 0,-1-1-86 0,0-1-645 16,-3-2-925-16</inkml:trace>
  <inkml:trace contextRef="#ctx0" brushRef="#br0" timeOffset="854.1408">3846 1665 500 0,'-6'-12'711'0,"6"12"-45"0,-5-9 29 16,5 9-89-16,-7-12 71 0,7 12-63 15,-6-11-20-15,6 11-41 0,-5-8-37 0,5 8-79 16,-4-9-115-16,4 9-19 0,0 0-58 0,0 0-28 16,3-15-35-16,-3 15-3 0,11-6-48 0,-11 6-88 0,22-1-43 15,-7 1 0-15,2 1 0 0,3 3 0 0,-2 0 0 16,3 4 0-16,0 0 0 0,-3 2 0 16,2 0 0-16,-2 2 0 0,0 1 0 0,-2 4 0 0,-2-3 0 15,-1 1 0-15,-1 0 0 0,-2-1 0 0,-2 0 0 16,0-1 0-16,-2 0 0 0,-1 0 0 0,-1-2 0 15,0 0 0-15,-4-11 0 0,4 17 0 0,-4-17 0 16,1 12 0-16,-1-12 0 0,0 0 0 0,-7 11 0 16,7-11 0-16,0 0 0 0,-13-1 0 0,13 1 0 15,-12-9 0-15,12 9 0 0,-8-17 0 0,4 7 0 16,2-3 0-16,0-2 0 0,2-2 0 0,0 1 0 16,3-4 0-16,1-2 0 0,2 3 0 0,2-1 0 15,0 1 0-15,2 1 0 0,-1 0 0 0,4 4-72 16,-1 0-251-16,0 3-55 0,0 0-62 0,0 4-7 0,1 1-99 15,-2 3 12-15,-11 3-40 0,22 0-47 16,-10 3-45-16,-1 1 30 0,2 4-290 0,3-1-501 16</inkml:trace>
  <inkml:trace contextRef="#ctx0" brushRef="#br0" timeOffset="1183.611">4572 1719 57 0,'0'0'776'0,"15"1"-152"15,-15-1-64-15,10-4 27 0,-10 4-57 0,10-6 100 0,-10 6-99 16,10-10 8-16,-4 4-81 0,-1-1-117 0,1-1 98 15,2 0-45-15,-2 1-37 0,2 1-53 0,0-1-48 16,1 0-84-16,0 1 9 0,1 2-69 0,1 0 18 16,0 1-64-16,-11 3 31 0,24 0-47 0,-13 3-50 15,1 1 0-15,0 2 0 0,-1 3 0 0,-1 0 0 16,0 3 0-16,-1 0 0 0,-3 1 0 0,1 2 0 16,-3 0 0-16,-1-1 0 0,-2 2 0 0,-1-1 0 15,-1-2 0-15,-1 3 0 0,-1-2 0 0,-3 0 0 16,-2 0 0-16,0-3 0 0,-2 0 0 0,-2 0 0 15,-1-3 0-15,-2-2 0 0,1 0 0 0,-3-4 0 0,3 1 0 16,-1-3 0-16,1 0 0 0,1-3 0 16,-3 1 0-16,3-5 0 0,1-1 0 0,2-1 0 15,1-2 0-15,1-2 0 0,4 0 0 0,2 0-97 0,2 0-104 16,3-3 3-16,4 1-86 0,0 1-4 0,3-3-170 16,2 2-36-16,0 1-102 0,2 1-36 15,2 2-141-15,-1-1-549 0,-2 3-925 0</inkml:trace>
  <inkml:trace contextRef="#ctx0" brushRef="#br0" timeOffset="1976.4721">5471 913 1560 0,'-12'-12'991'0,"2"3"-116"15,0 2-124-15,1-1-17 0,9 8-82 0,-10-13-97 16,10 13-37-16,-8-7-77 0,8 7-79 0,0 0-75 0,0 0-59 16,0 0-26-16,-11 3-167 0,11-3-35 15,-1 18 0-15,1 0 0 0,1 5 0 0,0 3 0 16,0 10 0-16,0 8 0 0,1 5 0 0,-2 3 0 16,-2 2 0-16,2 2 0 0,0 2 0 0,-1 9 0 15,0-8 0-15,-1-2 0 0,2 2 0 0,0-3 0 0,-1-2 0 16,-1-2 0-16,1-4 0 0,0-3 0 15,-1-9 0-15,2 0 0 0,-2-10 0 0,2 0 0 0,-1-6 0 16,0-1 0-16,0-3 0 0,1-3 0 0,0-13 0 16,1 17 0-16,-1-17 0 0,0 0 0 0,0 0 0 15,13-6 0-15,-4-6 0 0,1-6 0 0,6-6 0 16,3-9 0-16,3-3 0 0,5-9 0 0,1-1 0 16,2 0 0-16,2 1 0 0,-1 2 0 0,1 3 0 15,-5 7 0-15,-2 2 0 0,2 2 0 0,-1 3 0 16,-2 2 0-16,-3 5 0 0,-2 2 0 0,-3 3 0 15,-1 2 0-15,-3 2 0 0,-1 0 0 0,-1 2 0 16,-2 1 0-16,-1 2 0 0,-7 5 0 0,9-7 0 16,-9 7 0-16,0 0 0 0,0 0 0 0,0 0 0 15,-21 3 0-15,6 3 0 0,-5 1 0 0,-2 1 0 16,-5 4 0-16,-1 0 0 0,0 2 0 0,-5 3 0 16,2 1 0-16,2 1 0 0,5-2 0 0,0 0 0 0,4 0 0 15,1 3 0-15,1-2 0 0,4-1 0 0,3 1 0 16,2 0 0-16,4-3 0 0,3 2 0 15,4-1 0-15,3 0 0 0,6 2 0 0,3-2 0 16,7 1 0-16,6-3 0 0,7 1 0 0,3-2 0 0,3-4 0 16,3 1 0-16,1-4 0 0,2-1 0 0,-7-1 0 15,0-1 0-15,0-2 0 0,1-1 0 0,-2-2 0 16,-4-2 0-16,-1-2 0 0,-1 1 0 0,-3-3 0 16,-1-4 0-16,-2 0 0 0,-4 0 0 0,-4 2 0 15,-1-2 0-15,-3 1 0 0,-2-1 0 0,-4 2 0 16,-3 1 0-16,-1 0 0 0,-4 9 0 0,1-17 0 15,-1 17 0-15,-7-15 0 0,7 15 0 0,-16-9 0 16,16 9 0-16,-20-5 0 0,20 5 0 0,-25 5 0 16,10-1 0-16,2 2 0 0,-1 3 0 0,1-1 0 0,1 3 0 15,2 1 0-15,1 0 0 0,2 1 0 16,1 0 0-16,4 0 0 0,1 0 0 0,3-1 0 16,1 0 0-16,2 2 0 0,3-2 0 0,1 2 0 15,5 0 0-15,0-2 0 0,2-2 0 0,0 1 0 0,1-4-81 16,1 0-464-16,-2-1-57 0,2-1-137 15,0-2-17-15,-1 0-62 0,1-3-657 0,-1 0-1099 16</inkml:trace>
  <inkml:trace contextRef="#ctx0" brushRef="#br0" timeOffset="2317.5254">6597 1717 880 0,'0'-12'772'0,"0"1"-106"0,0 11 22 0,0-23-30 0,-1 11 7 15,1-1-12-15,-1 3 30 0,1 10-73 0,-2-21-93 16,2 21-58-16,0-19-82 0,0 19-52 0,2-13-87 15,-2 13-238-15,5-13 0 0,-5 13 0 0,11-7 0 16,-11 7 0-16,14 0 0 0,-14 0 0 0,21 6 0 16,-8 0 0-16,1 2 0 0,0 4 0 0,2 0 0 15,-2 2 0-15,2 3 0 0,-2-1 0 16,-2 1 0-16,3 4 0 0,-4-3 0 0,-1-1 0 0,-1 0 0 16,-1-3 0-16,-2-1 0 0,1 1 0 0,-2-3 0 15,-1 1 0-15,0-4 0 0,-4-8 0 16,6 16 0-16,-6-16 0 0,0 0 0 0,0 13 0 0,0-13 0 15,0 0 0-15,0 0 0 0,-16 0 0 0,16 0 0 16,-12-7 0-16,6-1 0 0,1-1 0 0,-2-4 0 16,4 0 0-16,1-2 0 0,2-2 0 0,2-2 0 0,1-2 0 15,3-1 0-15,0 1 0 0,3 0 0 16,4-1 0-16,1 0 0 0,3 2 0 0,-2 5 0 16,2 0-322-16,0 2-262 0,2 2-17 0,-1 2-116 0,-3 3 17 15,0 1-69-15,-1 1-660 0,-2 1-1039 0</inkml:trace>
  <inkml:trace contextRef="#ctx0" brushRef="#br0" timeOffset="3167.8308">7105 1581 406 0,'0'0'817'0,"0"0"-55"0,0 0-112 16,0 0 98-16,0 0-17 0,2-12 26 0,-2 12-27 16,0 0-54-16,5-11-91 0,-5 11-52 0,4-8-100 15,-4 8-70-15,0 0-363 0,10-6 0 0,-10 6 0 16,0 0 0-16,15 1 0 0,-15-1 0 0,11 9 0 15,-5-2 0-15,1 1 0 0,-2 1 0 0,0 2 0 16,1 2 0-16,-1 1 0 0,-1 1 0 0,1-1 0 16,-2 2 0-16,0 0 0 0,-1 1 0 0,0-2 0 15,0 2 0-15,-1-2 0 0,0-1 0 0,0 0 0 16,0-2 0-16,0-1 0 0,-1-11 0 0,3 20 0 16,-3-20 0-16,2 15 0 0,-2-15 0 0,7 10 0 15,-7-10 0-15,0 0 0 0,17 1 0 0,-17-1 0 0,16-11 0 16,-6 3 0-16,1-4 0 0,2-3 0 0,-1-2 0 15,4-3-23-15,-4 2-49 0,0 0 16 0,0 0 10 16,-1 0 11-16,0 4 22 0,-1-2-28 0,-1 4 47 16,-2 0-11-16,1 2 58 0,-1 3-40 0,-2-1 59 15,-5 8 3-15,11-9-3 0,-11 9-72 0,14-1 0 16,-14 1 0-16,12 4 0 0,-12-4 0 0,14 10 0 16,-6-3 0-16,-1 1 0 0,2 2 0 0,1-1 0 15,0 1 0-15,1 1 0 0,2 0 0 0,1 0 0 16,3 0 0-16,1 0 0 0,2-1 0 0,2-1 0 15,0-1 0-15,1-1 0 0,0-2 0 0,2 1 0 16,-1-2 0-16,1-2 0 0,-1-2 0 0,2 0 0 16,0-1 0-16,-1-4 0 0,0-1 0 0,-3 0 0 15,0-3 0-15,3-3 0 0,-2-1 0 0,-3-3 0 16,-4 1 0-16,-2-1 0 0,-1 1 0 0,-3-2 0 16,-2 3 0-16,-3 1 0 0,-2 1 0 0,0 1 0 15,-3 11 0-15,-3-19 0 0,3 19 0 0,-10-12 0 16,10 12 0-16,-16-6 0 0,16 6 0 0,-21 4 0 0,8-2 0 15,0 5 0-15,1 3 0 0,-2 2 0 0,1 1 0 16,0 3 0-16,1 1 0 0,3 1 0 0,1 0 0 16,3-1 0-16,3 0 0 0,0 0 0 0,4 0 0 15,1-2 0-15,4 2 0 0,4-1 0 0,3-1 0 16,4-2 0-16,6 0 0 0,3-1 0 0,0-3 0 16,3-2 0-16,-2-3 0 0,1-2 0 0,1-2 0 15,1-2 0-15,4-2 0 0,2-2 0 0,1-5 0 16,0-4 0-16,-2-1 0 0,-1-7 0 0,-2-2 0 15,-1-4 0-15,-3-5 0 0,3-8 0 0,-3-4 0 16,-3-5 0-16,-3-4 0 0,-3-2 0 0,-4-2 0 16,-1-2 0-16,-4-2 0 0,-2 0 0 0,-2-2 0 15,-5 11 0-15,-1 2 0 0,-2 2 0 0,-1 12 0 16,-2-4 0-16,1 9 0 0,1 7 0 0,-2 1 0 16,1 3 0-16,-1 6 0 0,-1 2 0 0,0 6 0 15,5 8 0-15,-16-3 0 0,6 11 0 0,-2 6 0 16,-1 8 0-16,-1 4 0 0,1 10 0 0,2 5 0 0,0 4 0 15,3 5 0-15,4 3 0 0,3 1 0 16,3 11 0-16,4 2 0 0,4-3 0 0,6 1 0 16,4-1 0-16,2-3 0 0,3-2 0 0,0-4 0 0,0-4 0 15,0-2 0-15,-6-12 0 0,2-3 0 0,-3 0 0 16,0-5 0-16,-3-4-727 0,-2-2-419 0,-1-7-843 16,-2-1-1739-16</inkml:trace>
  <inkml:trace contextRef="#ctx0" brushRef="#br0" timeOffset="3872.0875">430 2827 9 0,'-21'0'420'16,"6"0"-105"-16,-1 0-17 0,2-1-43 0,0 1 34 15,2-2-38-15,12 2-6 0,-21-3-31 0,21 3-43 16,-13-2-24-16,13 2 46 0,-12-5-27 0,12 5 41 16,0 0-14-16,-6-7 41 0,6 7-30 0,9-6 38 15,-9 6 26-15,20-6-6 0,0 3-9 0,5-1-9 16,11-2 15-16,13-1-72 0,9-1 84 0,19-2-45 16,13-1 39-16,31-2-50 0,12 0 17 0,19-3-39 15,17 0 41-15,20 1 8 0,60-6-31 0,14 5-38 16,13-1-23-16,10 5-38 0,11 1 1 0,2 6-85 15,3 2-28-15,2 3 0 0,0 1 0 0,0 2 0 16,2 0 0-16,-1 0 0 0,1 1 0 0,-3-2 0 0,-4 1 0 16,-5 0 0-16,-3 0 0 0,-9 0 0 0,-2 0 0 15,-5-1 0-15,-8 1 0 0,-47-1 0 16,46 0 0-16,-51 0 0 0,-1 0 0 0,0-1 0 0,-1 1 0 16,-6 1 0-16,-8-3 0 0,-6 1 0 0,-9 0 0 15,-9 0 0-15,-13 2 0 0,-12-3 0 0,-13 0 0 16,-33-3 0-16,-11 1 0 0,-10 0 0 0,-20-1 0 15,-8 0 0-15,-9-1 0 0,-10 0 0 0,-10 0 0 16,-5 0-309-16,-3 2-88 0,-4-2-83 0,-4 2-95 16,-10 2-120-16,13-5-5 0,-13 5-109 0,0 0-532 15,0 0-943-15</inkml:trace>
  <inkml:trace contextRef="#ctx0" brushRef="#br0" timeOffset="4819.2954">11054 895 584 0,'0'-28'586'0,"1"0"-88"16,0 1-7-16,-1 3-39 0,0 3-23 15,0 2 15-15,0 3-59 0,-2 1-73 0,2 15-70 0,0-19 15 16,0 19-12-16,0 0 60 0,0 0-60 0,-10 13 59 16,1 8-75-16,-2 13 28 0,-5 8-64 0,-4 13 14 15,-1 8-59-15,-1 5-4 0,-2 3-43 0,1 5-2 16,0 3-14-16,0 1-17 0,3 0-12 0,1-2-10 16,3-3-8-16,0 0-7 0,2-6-5 0,2-4-6 15,4-15-38-15,0 2 34 0,1-7-37 0,0-2 42 16,2-10-34-16,1-3 33 0,1-6-25 0,0-5 38 0,1-3-42 15,1-4 40-15,1-12-39 0,-2 10 38 0,2-10-42 16,0 0 37-16,3-18-6 0,0 2-4 16,2-9-8-16,3-12-11 0,0-8-33 0,2-6-21 0,3-13-14 15,1-6-4-15,3-4-3 0,1-4 41 0,2-4-35 16,1-1 30-16,5-17-28 0,1 0 40 0,-4 19-33 16,1 2 53-16,-2 5-20 0,1 7 28 0,-1 5-33 15,-4 9 44-15,-4 12-36 0,-2 6 36 0,-3 8-43 16,-1 5 40-16,-1 7-44 0,-1 3 41 0,-6 12-33 15,8-7 48-15,-8 7-13 0,6 11 55 0,-2 6-22 16,-2 6 44-16,-1 10-28 0,-1 5 35 0,1 9-42 0,-1 6 20 16,-1 2-38-16,0 4-94 0,2 10 102 15,0 1 4-15,3 3-12 0,2-2 3 0,3 1-6 16,2-2-2-16,2-1-23 0,2-4-34 0,0 1-32 0,3-5-70 16,-3-3-74-16,2-1-74 0,-4-11-74 0,-2-4-76 15,0-4-46-15,-2-7-31 0,-2-2 41 0,0-7-89 16,-4-4-61-16,-1-2-395 0,-2-16-624 0</inkml:trace>
  <inkml:trace contextRef="#ctx0" brushRef="#br0" timeOffset="5012.4451">10928 1663 53 0,'-28'-12'787'0,"4"3"-172"15,1 0-122-15,0 0-48 0,1 2-23 0,1 0-67 16,5 2 55-16,0 0-132 0,5 1 17 0,2 0-123 15,9 4 33-15,-10-4-109 0,10 4 48 0,0 0-94 16,18-6 55-16,-1 4-91 0,8-1 71 0,11-3-84 16,7 5 66-16,9 0-155 0,6-1-21 0,1 2-145 15,2 2-96-15,0 3-86 0,-2 1-126 0,0 0-465 0,-6-1-638 16</inkml:trace>
  <inkml:trace contextRef="#ctx0" brushRef="#br0" timeOffset="5368.6787">11594 1655 394 0,'0'0'734'0,"6"-17"-145"0,-3 7 10 0,2 1-110 15,0-3 87-15,1-1-123 0,2 1-11 0,0-1-60 16,1 2-63-16,0-1-36 0,2 4-47 0,-2-3-41 16,4 4-39-16,-1 0-22 0,1 4 22 0,1 1-21 0,-1 2-25 15,3 1-18-15,0 4-17 0,0 2-14 0,1 2-6 16,0 3-18-16,-2 1 30 0,1 2-49 15,-1 1 32-15,-3 0-48 0,1 2 34 0,-2 0-49 0,-1 1 37 16,-1-2-55-16,-3-2 43 0,0-1-45 0,-1 0 49 16,0-2-44-16,-3-2 46 0,-2-10-37 0,0 19 42 15,0-19-39-15,0 12 30 0,0-12-29 0,0 0 46 16,-8 8-47-16,8-8 43 0,0 0-40 0,-12-7 34 16,12 7-32-16,-7-15 34 0,1 3-45 0,4-3 38 15,-1-1-39-15,3-1 8 0,-2-1-3 0,4 0 2 16,-2 0 7-16,3 0-5 0,3 0-8 0,-1 0-47 0,1 1-38 15,4 1-65-15,-2 3-69 0,5-2-6 16,-1 2-128-16,1 5-5 0,4-2-106 0,2 2-40 16,2 2-31-16,3 0-573 0,1 0-745 0</inkml:trace>
  <inkml:trace contextRef="#ctx0" brushRef="#br0" timeOffset="6168.8609">12538 1399 517 0,'0'0'575'0,"0"0"-40"15,0-11 36-15,0 11-75 0,-4-8 79 0,4 8-95 16,-5-7 33-16,5 7-130 0,-7-6-27 0,7 6-108 0,0 0 18 16,0 0-17-16,-16 4 43 0,8 2-68 0,3 2-34 15,-5 3-31-15,4 3-31 0,-1 2-18 0,1 2-26 16,0 2 1-16,2 2-24 0,2-2-8 16,4 4-11-16,2-2-4 0,2 3-6 0,5 1-5 0,0 0-9 15,7 0-1-15,3 0-5 0,3 0 3 0,1-6-13 16,4-1-26-16,0-4-26 0,-2-3-31 0,3-3-24 15,1-3 33-15,-4-3-47 0,-2-2 53 0,0-4-46 16,-1-2 72-16,-2-2-44 0,-3-4 61 0,0-5-39 0,0-3 54 16,-4-4-46-16,-1-5 13 0,-3-1 15 15,-2-9-7-15,0-6 6 0,-2-2 54 0,-5-4-54 0,0-3 51 16,-2-2-54-16,-2-2 53 0,-2-10-48 0,-1-1 49 16,-1 0-58-16,-4 2 70 0,1 4-27 0,1 13 85 15,-2 3 3-15,1 3 36 0,1 5 41 0,1 8 16 16,-1 5-42-16,2 5-12 0,2 2-52 0,-1 6-4 15,1 4-30-15,4 8 24 0,0 0 41 0,-16 4 8 16,11 8-18-16,-3 8-6 0,3 8-2 0,-2 3-58 16,2 12-39-16,1 2 0 0,2 5 0 0,0 0 0 15,4 5 0-15,0 1 0 0,3 7 0 0,4 1 0 16,0-2 0-16,4 1 0 0,-1-3 0 0,3-2 0 16,1-3 0-16,-3-11 0 0,3-1 0 0,0-5 0 0,0-4 0 15,-1-2 0-15,-1-9 0 0,-1-4 0 0,-2-3 0 16,1-5 0-16,-1-4 0 0,0-4-27 15,-11-3-51-15,20-2 2 0,-6-4-5 0,-3-5 4 0,2-3-8 16,-1-3 18-16,3-4 16 0,-1-2-1 0,-1-1 16 16,1 1 5-16,-3 3 7 0,-2 0 6 0,0 4 6 0,0 0 8 15,-2 2 10-15,-1 2 5 0,-1 1-2 16,0 3-11-16,-1 0 2 0,-4 8 2 0,5-9 12 0,-5 9 9 16,0 0 7-16,0 0-6 0,8 7 10 0,-8-7-16 15,5 15 4-15,-3-5-4 0,5 2-9 0,-2 0 0 16,3 1 8-16,1 2-7 0,1 0-6 0,3 1 3 15,-2-1-10-15,5-1 10 0,-3 0-2 0,3-1 1 16,1-3-1-16,0 1-10 0,0-3-4 0,-1 0-16 16,1-3-2-16,-2-1 1 0,-4 0 2 0,5-3 2 15,-3-4-2-15,3 1 5 0,-1-2 9 0,-1-1 0 16,-3-3 6-16,3 1-5 0,-3-3 8 0,0 1-3 16,-1-2 3-16,-2 1 6 0,-3 0 17 0,1-1 32 15,-1 1 19-15,0 1-26 0,-1 0 80 0,-4 9-17 0,3-15 16 16,-3 15-36-16,4-12-90 0,-4 12 0 0,0 0 0 15,0 0 0-15,0 0 0 0,-2-10 0 0,2 10 0 16,0 0 0-16,0 0 0 0,-2 13 0 0,2-13 0 16,0 14 0-16,0-14 0 0,6 18 0 0,-2-8 0 15,3-1 0-15,0 2 0 0,2 0-220 0,-2 0-141 16,4 0-167-16,0-1-72 0,-2-2-155 0,2 2-79 16,-1-5-717-16,-2 0-1190 0</inkml:trace>
  <inkml:trace contextRef="#ctx0" brushRef="#br0" timeOffset="6377.2865">13582 1330 903 0,'-13'-23'1094'16,"-3"0"-243"-16,3 2-13 0,-3-1-66 0,1 2-64 16,1 2-75-16,3 3-131 0,-1-2-33 0,3 6-78 15,3 0-79-15,-1 2-70 0,1 2-64 0,6 7-19 16,-6-12-37-16,6 12-105 0,0 0-17 0,0 0 0 15,0 0 0-15,21 5-179 0,-12 2-244 0,5 4-55 0,3 0-186 16,4 4-115-16,-1 3-131 0,0-1-600 0,4-1-1137 16</inkml:trace>
  <inkml:trace contextRef="#ctx0" brushRef="#br0" timeOffset="6944.1923">13948 1101 668 0,'0'-30'946'0,"-1"-3"-48"15,-2 0-143-15,-1 1 62 0,-4 3-65 0,4-1-169 16,-1 6 108-16,1 1-99 0,0 5-96 0,0 2-90 16,1 2-102-16,1 3-56 0,2 11-213 0,-3-12-35 15,3 12 0-15,0 0 0 0,7 16 0 0,-2-1 0 16,4 11 0-16,2 5 0 0,2 9 0 0,-1 3 0 0,1 5 0 16,1 11 0-16,1 0 0 0,-1 2 0 0,-3 1 0 15,3-2 0-15,-2-2 0 0,-1-8 0 0,-1-3 0 16,-1-2 0-16,0-1 0 0,-4-3-321 0,1-7-255 15,-3-4-22-15,1-4-97 0,-4-3 38 0,2-4 69 16,-2-2 35-16,-2-4 36 0,2-13 72 0,-2 19 85 16,2-19 73-16,0 0 66 0,-4 9 69 0,4-9 91 15,0 0 67-15,-9-9 74 0,9 9 61 0,-10-18 32 16,4 6 118-16,3-1 40 0,-3 1 33 0,2-2 96 0,-1 1-79 16,0 0-6-16,3 1 11 0,-1 0-19 0,1 2-34 15,2 10-53-15,-4-20-51 0,4 20-58 0,2-14-35 16,-2 14-28-16,9-17-19 0,0 11-17 0,2-1-23 15,5 3-5-15,0 0-11 0,4 0-5 0,2 1-4 16,3-1-13-16,2 3-17 0,0-2-27 0,0 1-42 16,0 1-49-16,1 0-35 0,-1-1 7 0,-2-2 15 15,0 0 22-15,0 2 24 0,-2-2 17 0,-1-1 20 16,-4 0 14-16,1-4 17 0,-6 2-2 0,1-2 4 16,-4-1 13-16,-3 0 41 0,1-2 33 0,-5 2 81 15,0-1-12-15,-3 11 26 0,0-20-12 0,-5 11 21 0,3 0-19 16,-5 0 47-16,3 1-21 0,-5 3-27 0,2 1-33 15,7 4-27-15,-16-5 4 0,16 5-15 0,-18 5-45 16,9 0 26-16,0 4-30 0,0 2 30 0,3 1-56 16,1 2 44-16,1 3-36 0,4-2 29 0,2 4-41 15,2 4 0-15,3-3 0 0,6 4 0 0,1-1 0 16,7-1 0-16,4 3-154 0,4-1-136 0,4-4-185 16,0-1-60-16,2 0-176 0,2-3-52 0,-1-3-131 15,-4-5-495-15,1 1-990 0</inkml:trace>
  <inkml:trace contextRef="#ctx0" brushRef="#br0" timeOffset="8044.7065">15258 1503 937 0,'-3'-12'841'16,"-3"2"-75"-16,3 0-140 0,-5 2 42 0,2 2-79 16,-4 0-27-16,1 1-72 0,1 1-78 0,8 4-72 15,-19-1-64-15,19 1-51 0,-20 7-35 0,12 0-34 16,1 3-30-16,1 1-13 0,3 4-22 0,1 1 0 0,2 0-16 15,3 2-11-15,2 2-13 0,3 1-5 16,3-2-13-16,2 3-6 0,3-1-11 0,1-2 5 16,4 0-5-16,2-3 10 0,0-1-21 0,2-4-4 0,-2-2 1 15,-1-3-12-15,2-1-23 0,-3-4 0 0,1-1-2 16,1-4 11-16,1-2 0 0,-1-2 3 0,2-4-7 16,-3-4 17-16,-1-4-5 0,1-7 0 0,-2-2-9 15,-1-6 5-15,-2-4-1 0,-5-5 35 16,1-4-25-16,0-11 26 0,-6 5-31 0,-3-10 25 0,-2 5-33 15,-4-8 27-15,-2 1-7 0,-5 4 42 0,-1 12 55 16,0 1 4-16,-3 6 46 0,-1 3 22 0,0 4-61 0,1 7-104 16,1 5 0-16,0 5 0 0,1 2 0 0,-1 7 0 15,4 3 0-15,8 7 0 0,-19 0 0 0,11 9 0 16,0 6 0-16,3 5 0 0,3 7 0 0,4 7 0 16,5 8 0-16,3 4 0 0,6 11 0 0,5 3 0 15,0-2 0-15,6 1 0 0,-3 0 0 0,2-2 0 16,-2 0 0-16,1-2 0 0,-3-4 0 0,-5-7 0 15,-1-5 0-15,-3-3 0 0,-3-6 0 0,0-4 0 0,-4-4 0 16,0-3 0-16,-1-3 0 0,-1-2 0 16,-1-4 0-16,-3-10 0 0,3 15 0 0,-3-15 0 15,0 0 0-15,0 0 0 0,0 0 0 0,-11-6 0 0,7-4 0 16,0-1 0-16,-2-3 0 0,3-1 0 0,-2-1 0 16,4 0 0-16,0 0 0 0,3 0 0 0,1 1 0 15,2-2 0-15,1 1 0 0,1 1 0 0,2 0 0 16,3 0 0-16,1 1 0 0,1 1 0 0,0 2 0 15,2 2 0-15,-3 2 0 0,2 0 0 0,-1 0 0 16,2 3 0-16,-2-1 0 0,-1 4 0 0,1 1 0 16,-1 0 0-16,0 1 0 0,-2 2 0 0,2 1 0 15,-1 2 0-15,-1 1 0 0,1 1 0 0,-3 2 0 16,0 1 0-16,1-1 0 0,-3 0 0 0,2 2 0 0,-2 1 0 16,3-2 0-16,-2 2 0 0,1 0 0 0,1-1 0 15,-1 0 0-15,-1-2 0 0,2 1 0 0,1 0 0 16,0-3 0-16,0 2 0 0,1-5 0 0,0 1 0 15,1 1 0-15,-2-3 0 0,2-1 0 0,1-1 0 16,0-2 0-16,0 0 0 0,0-1 0 0,2-2 0 16,-1-3 0-16,1-2 0 0,0-1 0 0,-1-5 0 15,-2-1 0-15,2-1 0 0,-2 0 0 0,-1-3 0 0,-2 1 0 16,-2 0 0-16,0 1 0 0,0 0 0 0,-3 1 0 16,-1 2 0-16,-1 0 0 0,0 3 0 0,-2-1 0 15,-1 12 0-15,2-17 0 0,-2 17 0 0,0-15 0 16,0 15 0-16,-4-12 0 0,4 12 0 0,0 0 0 15,-8-7 0-15,8 7 0 0,0 0 0 0,-8 7 0 16,8-7 0-16,-5 11 0 0,5-11 0 0,-2 16 0 16,4-5 0-16,0 1 0 0,1 1 0 0,2 3 0 15,1-1 0-15,1 3 0 0,2 1 0 0,2 0 0 16,2 4 0-16,1-2 0 0,0 2 0 0,1-2 0 16,-1 2 0-16,1-3 0 0,-1 1 0 0,-2-3 0 0,4 2 0 15,-2-3 0-15,0 0 0 0,0-3 0 0,1 0 0 16,-3 0 0-16,0-3 0 0,-3-1 0 0,-1 0 0 15,-1-2 0-15,1-2 0 0,-3 1 0 0,-5-7 0 16,9 11 0-16,-9-11 0 0,0 0 0 0,1 11 0 16,-1-11 0-16,0 0 0 0,-9 8 0 0,9-8 0 15,-10 4 0-15,10-4 0 0,-9 4 0 0,9-4 0 16,0 0 0-16,-12 5 0 0,12-5 0 0,0 0 0 0,0 0 0 16,-12 2 0-16,12-2 0 0,0 0 0 0,0 0 0 15,0 0 0-15,-11 5 0 0,11-5 0 16,0 0 0-16,0 0 0 0,0 0 0 0,0 0 0 0,0 0 0 15,0 0 0-15,-11 1 0 0,11-1 0 0,0 0 0 16,0 0 0-16,0 0 0 0,0 0 0 0,0 0 0 16,0 0 0-16,0 0 0 0,0 0 0 0,0 0 0 15,0 0 0-15,0 0 0 0,0 0 0 0,-1-10-393 16,1 10-203-16,0 0-43 0,3-12-95 0,-3 12-27 16,1-11-115-16,-1 11-453 0,1-13-933 0</inkml:trace>
  <inkml:trace contextRef="#ctx0" brushRef="#br0" timeOffset="8719.57">16846 1489 1382 0,'0'0'836'0,"1"-15"-36"0,-1 15-84 16,1-13 9-16,-1 13 13 0,2-15-38 0,-2 15-104 15,4-12-96-15,-4 12-82 0,5-10-82 0,-5 10-50 0,8-8-128 16,-8 8-158-16,13-2 0 0,-13 2 0 0,20 6 0 16,-6 0 0-16,3 4 0 0,1 0 0 0,3 1 0 15,2 5 0-15,0 0 0 0,-1 2 0 0,1 1 0 16,2 4 0-16,0 1 0 0,-1 1 0 0,-1 0 0 16,-4-3 0-16,-2-1 0 0,0 1 0 0,-5-3 0 15,0-1 0-15,-3-2 0 0,-1 1 0 0,-2-4 0 16,0 1 0-16,-3-3 0 0,-3-11 0 0,1 18 0 0,-1-18 0 15,-4 13 0-15,4-13 0 0,-10 10 0 16,10-10 0-16,-13 2 0 0,13-2 0 0,-19-4 0 16,9 0 0-16,1-1 0 0,0-2 0 0,1-1 0 0,3-1 0 15,1-1 0-15,2-2 0 0,2-2 0 0,4-3 0 16,3-2 0-16,4-1 0 0,3-2 0 0,4-2 0 16,6-1 0-16,1 0 0 0,1 3 0 0,1 0 0 15,2 1 0-15,-5 4 0 0,2 1 0 0,0 1 0 16,1 0 0-16,-2-1 0 0,1 1 0 0,-3 0 0 15,2 1 0-15,-2 0 0 0,0-2 0 0,-5 4 0 16,-1-1 0-16,-2 0 0 0,0 0 0 0,-4 2 0 0,-1 0 0 16,-2 1 0-16,-1-2 0 0,-2 2 0 15,-3 1 0-15,-2 9 0 0,0-15 0 0,0 15 0 16,-10-15 0-16,2 11 0 0,-2 0 0 0,-3 1 0 0,1 1 0 16,-2 1 0-16,1 2 0 0,-4 2 0 0,2 1 0 15,-1 2 0-15,0 5 0 0,0-3 0 0,2 7 0 16,0-1 0-16,4 2 0 0,2 2 0 0,0-2 0 15,5 3 0-15,3 0 0 0,4 4 0 0,5-1 0 0,3 3 0 16,8 4 0-16,4-2 0 0,5-1 0 0,3-2 0 16,3-2 0-16,3-2 0 0,1-2 0 15,3-1 0-15,1-3 0 0,0 0 0 0,1-5 0 0,-1 1 0 16,0-2 0-16,1-1 0 0,0 0 0 0,1-1 0 16,-6-2 0-16,-1 0 0 0,1-1 0 0,-4 0 0 15,-6-1 0-15,-3-1 0 0,-5-1 0 0,-4 0 0 16,-17 0-227-16,21 0-400 0,-21 0-35 0,0 0-94 15,0 0-5-15,-14-6-80 0,-10 2-531 0,-9 0-972 16</inkml:trace>
  <inkml:trace contextRef="#ctx0" brushRef="#br0" timeOffset="9254.4438">11509 2571 98 0,'-13'-2'382'0,"3"-2"-101"0,10 4 15 15,-16-5-34-15,16 5-6 0,-11-3-7 16,11 3-16-16,-10-5 14 0,10 5-18 0,0 0-5 16,-12-4-14-16,12 4-4 0,0 0-18 0,0 0 74 15,-10-4-50-15,10 4 56 0,0 0-81 0,0 0 19 0,0 0 12 16,0 0 23-16,0 0 6 0,21 0 7 16,-9 0 9-16,7-2 15 0,7 1 13 0,12-2-8 15,9-3-30-15,12 0 65 0,24-3-53 0,13-1-10 0,32-1-34 16,11 0-16-16,14 0-102 0,14 0-103 0,10 2 0 15,9-1 0-15,9-2 0 0,12 1 0 16,51 0 0-16,-44 3 0 0,53 1 0 0,-2 1 0 0,-4 1 0 16,2 1 0-16,-45 1 0 0,48 3 0 0,-49-1 0 15,3 2 0-15,-2-1 0 0,-6 0 0 0,-6 0 0 16,-7 0 0-16,-11 0 0 0,-14-3 0 0,-10-1 0 16,-14-3 0-16,-13-2 0 0,-13 0 0 0,-27-1 0 15,-8 1 0-15,-6-3 0 0,-8 0 0 0,-7-1 0 16,-14 2 0-16,-4 0 0 0,-5 1 0 0,-4-1 0 15,-8 3 0-15,-4-2 0 0,-6 3 0 0,-2 2 0 16,-4 0 0-16,-1 1 0 0,-2-1-64 0,-2 2-329 16,-1 0-84-16,-11 3-84 0,18-2-54 0,-18 2-73 0,0 0-58 15,18 0-728-15,-18 0-1098 0</inkml:trace>
  <inkml:trace contextRef="#ctx0" brushRef="#br0" timeOffset="9837.0368">19960 1058 632 0,'-6'-19'864'0,"-1"0"-131"0,0-1-61 0,1 0-66 16,-3-2-86-16,1 1 7 0,-4-3-85 0,0 0 23 16,1 1-21-16,0 3-71 0,1 1 20 0,0 2-40 15,0 1-64-15,3 2-65 0,0 1-39 0,3 2-39 16,-2 1-30-16,1 2-28 0,5 8-26 0,-7-15-15 16,7 15-37-16,-6-10-10 0,6 10 0 0,0 0-59 15,0 0-48-15,0 0-39 0,0 0-98 0,-7 10-27 16,7-10-148-16,1 21-41 0,1-6-99 0,0 2-85 0,2 5-38 15,-1 1-145-15,1 2-360 0,0 0-798 0</inkml:trace>
  <inkml:trace contextRef="#ctx0" brushRef="#br0" timeOffset="10138.3383">19698 1595 539 0,'0'0'861'15,"0"0"-196"-15,0 0 28 0,0 0-111 0,0 0 44 16,0 0-128-16,0 12-33 0,0-12-122 0,0 0-24 16,0 0-107-16,0 0-3 0,0 0-85 0,2 10 16 15,-2-10-69-15,0 0 25 0,5 16-60 0,-5-16 38 16,4 13-56-16,-4-13 34 0,4 19-49 0,-2-8 42 16,-1 0-51-16,1-2 29 0,-2-9-19 0,0 24 29 15,0-24-45-15,0 21 42 0,0-21-42 0,-1 21 39 16,1-21-48-16,-2 15 51 0,2-15-48 0,-1 15 47 15,1-15-44-15,-2 12 45 0,2-12-37 0,0 0 38 16,-1 11-46-16,1-11 6 0,0 0-92 0,0 0 4 0,0 0-152 16,0 0-17-16,0 0-168 0,4-14-72 15,-4 14-54-15,7-17-183 0,0 4-466 0,0 0-818 16</inkml:trace>
  <inkml:trace contextRef="#ctx0" brushRef="#br0" timeOffset="10470.6171">20061 1407 703 0,'0'0'930'0,"0"0"-58"0,0-13-148 0,0 13 50 16,0 0-61-16,-5-11-18 0,5 11-40 0,0 0-114 16,-1-13-84-16,1 13-72 0,7-12-63 0,2 6-30 15,4-1-164-15,7-1-128 0,7-2 0 0,5 0 0 16,11 0 0-16,8-1 0 0,4 1 0 0,16 0 0 15,4 0 0-15,5 2 0 0,4 0 0 0,3 3 0 16,3-2 0-16,2 2 0 0,3-1 0 0,3 2 0 16,-1 0 0-16,-1-1 0 0,-2 1 0 0,-3-1 0 15,-4 1 0-15,-5-1 0 0,-5 0 0 0,-7 0 0 16,-13 1 0-16,-5-2 0 0,-4 1 0 0,-10 1 0 16,-3 1 0-16,-7 1 0 0,-4-2 0 0,-3 1 0 15,-2 3 0-15,-3-1 0 0,-2-1 0 0,-14 2 0 0,18-1 0 16,-18 1 0-16,0 0-122 0,0 0-636 15,0 0-143-15,-4 12-184 0,-8-6-599 0,-4-1-1356 16</inkml:trace>
  <inkml:trace contextRef="#ctx0" brushRef="#br0" timeOffset="18173.4047">6264 12330 143 0,'0'0'319'16,"-18"-2"-69"-16,18 2-72 0,-14-1-18 0,14 1-29 16,0 0-6-16,-12 0-20 0,12 0 35 0,0 0 8 15,0 0-3-15,0 0 5 0,0 0-6 0,0 0-3 16,0 0-14-16,0 0-11 0,0 0-20 0,0 0 0 16,0 0-3-16,0 0-4 0,0 0 4 0,15 1-2 15,-15-1 25-15,0 0-13 0,15 2-13 0,-15-2 0 0,12 1-2 16,-12-1 5-16,16 1 5 0,-16-1 10 15,22 1 1-15,-9-1-15 0,2 0-6 0,5 0-12 16,2-1-14-16,4 0-7 0,3-2-9 0,1 2 14 16,6-4-27-16,2 2 20 0,9-1-27 0,2 0 14 0,2-1-23 15,4 0 17-15,-1 0-22 0,4-1-4 0,2 0 7 16,12 0 25-16,1-1-25 0,2-2 16 0,4 0-16 16,1-1 28-16,6 0-17 0,3-1 20 0,6-2-13 15,3 1 9-15,21-2-15 0,1-1 12 0,3-1-15 16,2 1 13-16,3 0-12 0,4 1 6 0,1-4-7 15,1 3 8-15,0-1-14 0,6 2 2 0,3-2-1 16,1 1 4-16,1-2-12 0,1 3 10 0,1-3-12 16,2 2-16-16,0 1 19 0,2-1 2 0,0 1-3 15,-1-3 7-15,2 4-8 0,0-1 1 0,2-1-7 16,-1 0 6-16,-1 0 0 0,2 1 6 0,1-1-9 16,1 0 8-16,0 0-15 0,-1-1 14 0,0 0 2 15,1 2-3-15,2-1-3 0,-1 2-2 0,-2-1 34 16,0 1-40-16,1 0 6 0,-1 0-3 0,2-1 7 15,-2 1-3-15,0 0 0 0,-2-2-1 0,2 2-9 16,0-1 0-16,0 0 8 0,-3 0 2 0,3-1-4 16,-4 1 44-16,1-1-43 0,-1 1 0 0,1-1 6 0,-2-1-1 15,-1 1 1-15,1 0 31 0,1 1-47 0,-1 0 9 16,1 0 1-16,-2-2-2 0,-2 4 4 16,-2-3-1-16,3-1 0 0,2 2-7 0,-5 0 6 15,-1 1 0-15,-2-2 6 0,0 1-9 0,-1 1 17 0,0 0-20 16,-1 0 16-16,-1 1-19 0,-3-1-3 0,-1 1 7 15,2 1 18-15,-1-1-23 0,0 1 23 0,-2 2-21 16,-2-2 15-16,1 2-20 0,-4 0 22 0,2 0-26 16,-1 2 22-16,-2 0-23 0,0-2 33 0,-23 3-32 15,2 1 3-15,20-3 20 0,-21 2-26 0,19-3 31 16,-20 5-26-16,-1-2 30 0,-1 2-33 0,1 0 20 16,-3-1-17-16,0 1 22 0,0 1-30 0,-1-1 27 15,-1 1-22-15,-1 1 24 0,-2 1-27 0,0 0 30 16,-4-2-22-16,-1 2 18 0,0 1-20 0,-2-2 21 15,1 1-20-15,-3 0 17 0,1 1-19 0,-4-1 21 16,2 1-18-16,-4 0 24 0,-2-1-26 0,-1 1 17 16,-3 0-12-16,-9-1 22 0,-2 0-41 0,0 1 36 15,-1-1-25-15,0 1 23 0,0 1-21 0,-2-1 23 0,0 0-22 16,0-1 22-16,-2 2-23 0,0-1 20 0,0 0-19 16,-2 1 24-16,-1 0-27 0,0-1 18 0,-2 0-21 15,0 0 34-15,0 1-30 0,-2 0 22 0,-1 0-22 16,0-1 26-16,0 1-26 0,-2-1 18 0,1 2-21 15,0-2 25-15,-9 0-22 0,1 1 26 0,1 0-25 16,-3 1 26-16,2-2-26 0,-3 1 25 0,1 1-27 16,-2-2 26-16,1 0-23 0,-2 1 23 0,0-1-33 15,-2 0 37-15,-3 0-29 0,2 0 22 0,-4 0-25 16,1 1 28-16,-2-2-25 0,0 1 22 0,-1 0-21 16,1 0 22-16,-4 0-22 0,3 0 24 0,-2-1-26 15,0 1 28-15,0-1-28 0,-1 0 28 0,1 0-28 16,-2-1 24-16,2 1-24 0,1 0 22 0,-1-1-28 15,0 0 45-15,0 0-44 0,2-1 30 0,0 2-26 16,-1-1 26-16,1-1-24 0,2 0 34 0,-2 0-40 16,1 1 30-16,1 0-26 0,5 0 26 0,-2-1-28 15,1 2 30-15,1-3-30 0,0 2 42 0,-1 0-43 0,4 0 27 16,-2 1-27-16,0 0 32 0,-1-2-35 16,3 3 40-16,-3-2-30 0,0 2 25 0,-3-1-24 15,-3 1 28-15,1 0-24 0,0 0 24 0,-2 1-24 16,-1-1 32-16,1 0-36 0,-4 0 31 0,-3 2-29 0,0-2 27 15,1 0-27-15,-5 2 31 0,2-1-32 0,-2 0 27 16,-2-1-31-16,0 2 29 0,-3-1-36 0,0 1 35 16,-1-2-31-16,-12 0 31 0,23 3-30 0,-23-3 34 15,19 3-33-15,-19-3 34 0,20 3-35 0,-20-3 31 16,13 3-33-16,-13-3 30 0,15 2-29 0,-15-2 36 16,11 5-34-16,-11-5 40 0,12 6-41 15,-12-6 32-15,12 5-34 0,-12-5 36 0,11 7-38 0,-11-7 38 16,10 7-24-16,-10-7 56 0,11 8-36 0,-11-8 27 15,11 10-39-15,-11-10 35 0,11 9-43 0,-11-9 33 16,7 11-38-16,-7-11 47 0,9 12 10 0,-9-12 36 16,8 13-46-16,-8-13 26 0,10 14-43 0,-6-5 51 15,1-1-41-15,-1 1 27 0,0 1-44 0,1-1 33 16,0 3-20-16,-1 1 52 0,-1 2-47 0,1-2-5 16,0 2 5-16,-1 1 2 0,1 0-6 0,-2 1-2 15,0 2 7-15,1-2 15 0,0 3 14 0,-1 2 14 16,0 1 3-16,0 0-16 0,2 1-8 15,-3 1-14-15,1 0-3 0,0 0-9 0,-2 2 12 0,0 0 19 0,0 2-3 16,2 0 6-16,-2 0-2 0,0 5-2 16,0-1-9-16,0 3-4 0,2-2-47 0,-2 1 0 15,0 1 0-15,0-2 0 0,2 2 0 0,-2-1 0 0,0 2 0 16,0-2 0-16,2 3 0 0,-2-1 0 0,0 0 0 16,0 1 0-16,1 1 0 0,-1-1 0 0,2 2 0 15,-2-1 0-15,0 0 0 0,0 0 0 0,0 1 0 16,0-1 0-16,0 0 0 0,-2 0 0 0,1 6 0 15,1-7 0-15,-2 1 0 0,2-1 0 0,-2 0 0 16,0 6 0-16,0-1 0 0,0-5 0 0,2 0 0 16,-3 6 0-16,3-6 0 0,-2 6 0 0,0-6 0 15,0 5 0-15,0-5 0 0,0 1 0 0,2-1 0 16,-3 0 0-16,0 4 0 0,1-4 0 0,-2-1 0 16,2 6 0-16,-1-7 0 0,-1 7 0 0,0-2 0 15,-1 0 0-15,1 0 0 0,-1-1 0 0,-2 1 0 16,1-1 0-16,-1-1 0 0,1 1 0 0,-2-2 0 0,1-4 0 15,1-2 0-15,-1 3 0 0,0-2 0 0,0-1 0 16,-1 0 0-16,3 0 0 0,-4-2 0 16,2 1 0-16,1-1 0 0,-1-1 0 0,-1-1 0 15,2-4 0-15,0 0 0 0,-1-1 0 0,1 0 0 0,-2-2 0 16,2 1 0-16,1 0 0 0,-1-1 0 0,-1-2 0 16,0 1 0-16,2-2 0 0,-1-2 0 0,1 0 0 15,-1 0 0-15,1 0 0 0,-2 0 0 0,1-1 0 16,1-1 0-16,-1-1 0 0,1 1 0 0,-2-1 0 15,2-1 0-15,-1-1 0 0,0 1 0 0,1-2 0 16,1 1 0-16,-2-3 0 0,0 2 0 0,-1-2 0 16,1 0 0-16,1 0 0 0,-2-1 0 0,2 1 0 15,5-8 0-15,-10 13 0 0,10-13 0 0,-11 12 0 16,11-12 0-16,-10 8 0 0,10-8 0 0,-9 9 0 16,9-9 0-16,-14 8 0 0,14-8 0 0,-13 8 0 15,13-8 0-15,-18 6 0 0,18-6 0 0,-17 4 0 16,17-4 0-16,-19 3 0 0,19-3 0 0,-23 4 0 0,10-4 0 15,0 1 0-15,-3 1 0 0,-1-2 0 16,-2 0 0-16,-3 0 0 0,0 1 0 0,-3-1 0 0,-2 0 0 16,-4-1 0-16,-1 1 0 0,-4 0 0 0,-5 0 0 15,-1-2 0-15,-8 1 0 0,-1 1 0 0,-5-2 0 16,-1 0 0-16,-3 2 0 0,1-2 0 0,-6 1 0 16,-10-1 0-16,-2 1 0 0,2 0 0 0,-3 0 0 15,0-1 0-15,-3 1 0 0,-1-1 0 0,-2 2 0 16,-2-2 0-16,-2 2 0 0,-2 0 0 0,0-2 0 15,-3 1 0-15,0 1 0 0,-5-2 0 0,0 4 0 16,-4-1 0-16,0 1 0 0,-1-2 0 0,-1 0 0 16,-1 1 0-16,-2 0 0 0,-1-1 0 0,-1 3 0 15,0-1 0-15,-1-1 0 0,1 1 0 0,0 0 0 16,0-1 0-16,-1 1 0 0,0 2 0 0,-2-4 0 0,-18 3 0 16,20 0 0-16,2-1 0 0,-3 0 0 15,0 0 0-15,-19 1 0 0,21 1 0 0,-21-1 0 16,20 0 0-16,0-1 0 0,0 2 0 0,-22 0 0 15,1 2 0-15,21-3 0 0,-22 0 0 0,1 2 0 0,21-2 0 16,-21 2 0-16,1-2 0 0,1 1 0 16,0 0 0-16,-2 1 0 0,2-1 0 0,21-1 0 15,-25 2 0-15,3 0 0 0,1 1 0 0,0-1 0 0,18-2 0 16,-20 3 0-16,1 0 0 0,0 0 0 0,1-1 0 16,-1 3 0-16,0-2 0 0,0 0 0 0,0-1 0 15,2 0 0-15,-1 2 0 0,1-2 0 0,-1 1 0 16,-1-1 0-16,3 1 0 0,19-1 0 0,-20 0 0 15,19-3 0-15,-20 3 0 0,0 0 0 0,1 0 0 16,20 0 0-16,-20 0 0 0,19-1 0 0,-19 1 0 16,20-1 0-16,-21 3 0 0,20-3 0 0,-20 0 0 15,20 0 0-15,1 0 0 0,-21 0 0 0,21 1 0 16,-2-1 0-16,-19 1 0 0,22 0 0 0,-1-1 0 0,0-1 0 16,0 2 0-16,1-1 0 0,-2-1 0 0,2 3 0 15,-1-2 0-15,0 3 0 0,0-3 0 16,1 0 0-16,0 0 0 0,0 2 0 0,-17 2 0 15,18-4 0-15,3 2 0 0,-1-3 0 0,0 1 0 0,2 0 0 16,2 1 0-16,-2-2 0 0,1 1 0 16,1-1 0-16,0 1 0 0,1 1 0 0,0-1 0 0,3-1 0 15,0 0 0-15,2-1 0 0,0 1 0 0,3 0 0 16,-1 1 0-16,0-2 0 0,2 3 0 0,0-4 0 16,2 2 0-16,1 1 0 0,2-2 0 0,0 0 0 15,2 1 0-15,2 0 0 0,0-1 0 0,1 1 0 16,2 0 0-16,-1 0 0 0,3 0 0 0,-2-2 0 15,4 3 0-15,-2-2 0 0,4 2 0 0,-1 1 0 16,11-3 0-16,-1 0 0 0,0 0 0 0,0 1 0 16,0-1 0-16,-2 0 0 0,1 1 0 0,1 0 0 15,-1-1 0-15,2 1 0 0,-1-2 0 0,2 2 0 16,1 0 0-16,0-1 0 0,0 0 0 0,2 1 0 16,2-2 0-16,-2 1 0 0,1 0 0 0,1 1 0 15,1-2 0-15,-1 2 0 0,2-1 0 0,-1-1 0 16,2 2 0-16,1-1 0 0,1 0 0 0,0 0 0 15,4 0 0-15,4 0 0 0,2 1 0 0,0-1 0 0,0 0 0 16,2 0 0-16,0 0 0 0,2-2 0 0,-1 3 0 16,6-2 0-16,1 0 0 0,1-1-88 15,0 0-61-15,2 2-20 0,1-2-34 0,1 1-49 0,3-1-54 16,2-1-43-16,1 1-42 0,0-2-66 0,1 0-74 16,2-1 21-16,-1-1-138 0,3-2-663 0,0-1-915 15</inkml:trace>
  <inkml:trace contextRef="#ctx0" brushRef="#br0" timeOffset="19774.0113">6355 12364 331 0,'0'0'467'0,"6"-8"-80"0,-6 8-65 15,0 0-45-15,0 0-56 0,0 0 5 0,4-10-31 16,-4 10-26-16,0 0-30 0,5-10-16 0,-5 10-7 16,0 0-3-16,5-12-1 0,-5 12-2 0,6-8 2 15,-6 8-10-15,7-9-5 0,-7 9-4 0,8-10 6 16,-8 10-5-16,8-7-4 0,-8 7 5 0,5-7-27 16,-5 7 7-16,0 0-26 0,7-6 16 0,-7 6 1 0,0 0-20 15,0 0 4-15,0 0 23 0,10 4 5 16,-10-4-1-16,2 10-12 0,-2-10-3 0,1 18 35 0,-1-18-15 15,-1 24-8-15,1-11-15 0,-2 3 0 0,1 2 1 16,1 0 26-16,-2 3-10 0,-1 1-15 0,2 3-6 16,0-1-2-16,0 1-10 0,1 1-13 0,0-1 73 15,1 2-40-15,0-1 22 0,0 1-44 0,2-1 20 16,-1 1-40-16,-1 1 68 0,3 3-12 0,-1 1 37 16,1 0 3-16,0-1 25 0,0 0-39 0,1 3 34 15,2 0-29-15,0-1 36 0,0 6-62 0,1 1 34 16,1-2 0-16,-1 0-67 0,1-1 42 0,-1 1-65 15,0-5 58-15,0 6-78 0,1-1 68 0,0 1-85 16,-2-7 68-16,0 1-73 0,0 2 2 0,2 3 7 16,-3-5 0-16,0 0 3 0,0 1 57 0,-1-1-66 0,2 0 60 15,-2 0-63-15,1 2 57 0,-1-5-58 16,1 3 72-16,-1-3-73 0,2 0 67 0,-2 0-42 16,-1-1 96-16,1-3-88 0,-2-1 89 0,1 2-88 15,-1-2 3-15,1 0-19 0,-1 0 0 0,-1 0 0 0,0 0 0 16,0 0 0-16,0 0 0 0,0-2 0 0,-2 2 0 15,1-1 0-15,-1-3 0 0,1-1 0 0,-1 1 0 16,0 1 0-16,0-2 0 0,0 1 0 0,0 0 0 16,0-2 0-16,0 0 0 0,-1-1 0 0,1 1 0 15,0-2 0-15,0-1 0 0,0 1 0 0,0-2 0 16,0-1 0-16,0 1 0 0,0-3 0 0,0 2 0 16,0-1 0-16,0-1 0 0,0 1 0 0,0-13 0 15,0 22 0-15,0-22 0 0,0 22 0 0,0-22 0 16,0 23 0-16,0-23 0 0,0 17 0 0,0-17 0 0,0 16 0 15,0-16 0-15,0 17 0 0,0-17 0 16,0 18 0-16,0-18 0 0,0 16 0 0,0-16 0 16,0 17 0-16,0-17 0 0,-1 16 0 0,1-16 0 0,0 15 0 15,0-15 0-15,-1 14 0 0,1-14 0 0,0 14 0 16,0-14 0-16,-1 14 0 0,1-14 0 16,0 14 0-16,0-14 0 0,0 13 0 0,0-13 0 15,-1 14 0-15,1-14 0 0,0 12 0 0,0-12 0 0,0 13 0 16,0-13 0-16,-1 14 0 0,1-14 0 0,0 15 0 15,0-15 0-15,1 14 0 0,-1-14 0 16,0 15 0-16,0-15 0 0,1 17 0 0,-1-17 0 0,1 17 0 16,-1-17 0-16,1 16 0 0,-1-16 0 0,1 18 0 15,-1-18 0-15,1 17 0 0,-1-17 0 0,1 18 0 16,-1-18 0-16,0 19 0 0,0-19 0 0,1 18 0 16,-1-18 0-16,0 16 0 0,0-16 0 0,-1 16 0 15,1-16 0-15,0 13 0 0,0-13 0 0,0 14 0 16,0-14 0-16,0 14 0 0,0-14 0 0,-1 12 0 15,1-12 0-15,0 0 0 0,0 14 0 0,0-14 0 16,0 0 0-16,-1 11 0 0,1-11 0 0,0 0 0 16,0 0 0-16,0 0 0 0,0 15 0 0,0-15 0 15,0 0 0-15,0 0 0 0,0 0 0 0,0 0 0 0,0 13 0 16,0-13 0-16,0 0 0 0,0 0 0 0,1 12 0 16,-1-12 0-16,0 0 0 0,0 11 0 15,0-11 0-15,0 0 0 0,0 14 0 0,0-14 0 0,0 0 0 16,1 13 0-16,-1-13 0 0,0 0 0 0,1 14 0 15,-1-14 0-15,0 0 0 0,2 10 0 0,-2-10 0 16,0 0 0-16,3 10 0 0,-3-10 0 0,0 0 0 16,6 9 0-16,-6-9 0 0,0 0 0 0,11 7 0 15,-11-7 0-15,9 3 0 0,-9-3 0 0,13 1 0 16,-13-1 0-16,15-1 0 0,-15 1 0 0,23-3 0 16,-9 0 0-16,4-1 0 0,3 0 0 0,3-3 0 15,7-1 0-15,2 1 0 0,9-3 0 0,2 0 0 16,2 0 0-16,1-1 0 0,1 0 0 0,0-1 0 15,0 2 0-15,-2-1 0 0,1 0 0 0,-3 0 0 16,-1 0 0-16,-1 1 0 0,-3-1 0 0,-5 3 0 16,-2 0 0-16,-1-1 0 0,-2 0 0 0,-5 2-214 15,-1 1-165-15,-2 1-69 0,-5-2-90 0,-1 3-181 0,-5 0-91 16,-1 0-800-16,-9 4-1262 0</inkml:trace>
  <inkml:trace contextRef="#ctx0" brushRef="#br0" timeOffset="23339.5132">7170 13830 183 0,'-16'0'269'0,"16"0"-77"0,-12 0-53 0,12 0 0 15,-15 0-13-15,15 0-21 0,-13 0-6 0,13 0-30 16,-12 2 1-16,12-2-15 0,-13 1 6 0,13-1-7 16,0 0 16-16,-15 1-17 0,15-1 27 0,0 0-16 0,-14 2 32 15,14-2-19-15,0 0 40 0,0 0-42 16,-12 3 41-16,12-3-46 0,0 0 36 0,0 0-42 15,0 0 36-15,0 0-38 0,-13 0 23 0,13 0-15 16,0 0 26-16,0 0-31 0,0 0 21 0,0 0-34 0,0 0 27 16,0 0-24-16,0 0 10 0,7-6-20 0,-7 6 25 15,12-5-20-15,-12 5 17 0,21-6-12 16,-7 3 11-16,3-1-2 0,1 0 0 0,5 0-2 0,4-2-3 16,5 0-7-16,2 1-10 0,2-1-4 0,8-1-7 15,1 2-6-15,4-2 1 0,0 3 0 0,2-2 8 16,1 2-9-16,1-1 0 0,1 0-4 0,1 3-9 15,-1-1 3-15,-1 0-2 0,1 2-5 0,-1-3-1 16,-2 3 3-16,0 0-4 0,-1-1-2 0,0 0 30 16,1 1 22-16,1-1 0 0,0-1-2 0,4-1-12 15,2 0-5-15,1 0-7 0,11-3-5 0,2 1-5 16,-2 1-7-16,1-1 0 0,1 0-2 0,-1 0-4 16,0-2 1-16,3 1 0 0,-1 1-2 0,1-1-3 15,3 0 1-15,-1 2-1 0,2-1-2 0,-1 0 3 0,1 2 2 16,-2 0 0-16,1-2-3 0,-1 1 2 15,2 1-4-15,-1 0 2 0,2-1 2 0,2-1-2 16,-2 2 0-16,2 0 0 0,0-1-1 0,0 0-6 16,-1 0 6-16,0 0 1 0,0 1-1 0,0-2 0 0,1 1 1 15,0 0-2-15,-1 0-3 0,0 0 1 16,-1 0 2-16,0 0 0 0,0 0 1 0,-5 0-2 16,0 1 2-16,1-1-1 0,-2-1 0 0,1 1 1 0,0 1-1 15,0 0 2-15,-1-2-2 0,0 1-2 0,2 1-2 16,-3-1 3-16,1-1 2 0,-1 1-2 0,0 0 3 15,0-1-1-15,2-1 0 0,0 3-7 16,1-1 1-16,-1 0 7 0,0 0 0 0,4 1-2 0,-4 0 1 16,3-2 0-16,-3 2-1 0,1 1-1 0,-2-2 1 15,3 1-1-15,-1 0 0 0,-1 0 1 0,0 0-1 16,2 1 0-16,-1-1-2 0,-2 1 3 0,1-1 2 16,-1 2-2-16,-10-1-1 0,11 0 2 0,0 2 0 15,-2-4-6-15,2 3 5 0,0-1 2 0,2 1-5 16,0-1 4-16,0 1-7 0,1 0 6 0,-1-2-3 0,1 3 1 15,-3-2 2-15,3 1 1 0,1 3-1 16,1-4-3-16,-1 1 4 0,1 0-3 0,2 0 2 16,0 1-1-16,-2-1 0 0,-1 0-1 0,1 2 1 15,-2-2 0-15,1 1 0 0,-1 0 0 0,1 1 2 0,-1-2-2 16,0 2 2-16,0 0-4 0,-1 0 0 16,0-1 3-16,-12 0 1 0,2 1-2 0,11 0 1 15,-12-2 2-15,10 1-3 0,-9 0 4 0,10 0 1 0,-1 0 1 16,1-2 1-16,-1 2 0 0,1 0-1 0,-12 0-1 15,11-1 0-15,-10-1-1 0,0 2 2 16,0 0 1-16,-1-1-2 0,1 0-3 0,0 2-2 16,0-2 3-16,-1 2 0 0,1-2 0 0,-1 1-2 0,0 1 3 15,-1-1-4-15,0-1 2 0,-3 2-3 0,0 0 3 16,0-1-1-16,-1 1 1 0,-1-1 0 0,0 0 0 16,1 1 0-16,-2 0-4 0,1-2 4 0,0 2-2 15,-2-2 1-15,1 1 4 0,0-2-5 0,-1 2 0 16,-1-2 1-16,-1 1-1 0,-1 1 2 0,0-2 1 15,-2 1-2-15,-1 0-2 0,0-1 1 0,-1 0 2 16,0-1-2-16,1 1 0 0,-2-1 0 0,1 2-1 16,-2-1-1-16,1 0 2 0,-1 0-1 0,1 1 1 15,-7-1 0-15,1 0 1 0,-1 1 1 0,-1 1-5 16,2-2 3-16,-2 1 0 0,1-1 1 0,-1 1 2 16,0 0-3-16,0-2 4 0,-1 3-6 0,1-3 1 15,0 2 2-15,-1-3 1 0,2 3-1 0,-1-1-3 16,0 0 1-16,1 0-1 0,0 0 0 0,0-1 3 0,0 2-1 15,5-3 0-15,-6 3 2 0,1-1-2 0,-2 0-3 16,1-1 3-16,1 1 1 0,-2-1 1 0,0 1-2 16,0 0 2-16,2-1 13 0,-3 1-23 15,0-1 5-15,0 1 3 0,1-1 0 0,0 0-2 0,-2 1 5 16,0-1-2-16,1 1-7 0,-1 0 5 16,0 0 0-16,-1-1 1 0,1 1 3 0,2 0-2 15,-2 0 0-15,0 0-2 0,-1 0 0 0,1 1 0 0,1-2 3 16,-2 1 13-16,1 0-17 0,-1 1 12 0,0 0-13 15,-1-1 7-15,2 0-8 0,-3 0 13 0,1 2-13 16,-4-2 12-16,4 1-17 0,-5 1 17 0,1-1-14 16,1 0 19-16,4 1-20 0,-1 0 14 0,2-1-11 15,-1-1 10-15,-3 3-14 0,3 0 17 0,0-1-15 16,0 0 14-16,0 1-13 0,-3-2 8 0,0 1-14 16,3 1 16-16,-4-1-9 0,5 0 12 0,-5 1-13 15,0-1 15-15,5 1-17 0,1-1 17 0,-2 0-15 16,2 0 14-16,-2 0-17 0,1 0 19 0,-1 1-15 15,1-1 15-15,-1 0-17 0,1-1 9 0,-1 0-8 0,-1 2 14 16,2-2-15-16,-2 1 13 0,0-2-11 0,-4 2 14 16,5 0-17-16,-1-2 18 0,-4 2-18 15,2-3 16-15,-2 1-14 0,0 2 12 0,0 0-11 16,0-1 12-16,0 0-15 0,0 1 17 0,1-1-17 0,-2 1 15 16,6-1-18-16,0 1 19 0,-4 2-15 15,5-2 15-15,0 0-18 0,2-1 15 0,0 1-11 0,0 1 13 16,0 0-14-16,0 0 14 0,1 1-15 0,0 1 12 15,0-2-12-15,-1 1 14 0,0 0-14 0,-1-1 8 16,1 2-9-16,0 0 18 0,-1-1-16 0,-1 0 13 16,1 1-14-16,1 1 14 0,-2-2-13 0,2 1 12 15,-1 1-11-15,-3 0 11 0,5-2-10 0,0 1 14 16,-3 0-20-16,5 0 12 0,-4-1-5 0,2 1 11 16,-2-1-12-16,3-1 15 0,-3 2-11 0,0-1 7 15,-2 0-4-15,1-1 11 0,-3 0-15 0,-2 0 14 16,1-1-11-16,-2 1 9 0,0-1-10 0,0 0 6 15,1 0-3-15,-3 1 11 0,0-1-12 0,0-1 9 16,1 1-4-16,-4-1 6 0,3 2-5 0,-2-1 6 0,0 0-13 16,-1-1 9-16,0 1-7 0,0-1 5 15,-3 1-4-15,0 0 1 0,-1-1 0 0,3 0 4 0,-3 2-6 16,1 0 5-16,0-1-8 0,-1-1 2 16,0 2 1-16,1-2 1 0,-2 1-8 0,0 0 9 0,2 0-7 15,-3 2 8-15,0-3-12 0,3 1 10 0,-3-2-5 16,0 2 6-16,0-1-7 0,1 1 7 15,-1-1-8-15,2 1 8 0,-3 0-11 0,0-1 3 0,2 0-2 16,-1 2 9-16,0-2-9 0,0 1 7 0,-1-1-3 16,0 1-1-16,2 1 0 0,-3-1 6 0,0-2-10 15,2 3 9-15,-5 0-8 0,4-2 10 16,-2 1-6-16,-1 0 1 0,-2-1 4 0,0 1-4 0,-1-1-9 16,1 1 9-16,-14 1-7 0,21-3-1 0,-21 3-11 15,19-2-16-15,-19 2-30 0,13-3-15 0,-13 3-54 16,12-3-39-16,-12 3-38 0,0 0-56 0,0 0-30 15,0 0-56-15,0 0-111 0,0 0-550 0,-9-7-622 16</inkml:trace>
  <inkml:trace contextRef="#ctx0" brushRef="#br0" timeOffset="24292.8574">13553 14118 549 0,'4'-17'473'0,"-1"2"-69"0,-1 3-107 15,0 0 32-15,1 0-6 0,-1 2-42 0,-2 10-25 0,3-18-37 16,-3 18-42-16,4-13-32 0,-4 13-12 0,4-8 6 16,-4 8-13-16,0 0 15 0,11 4-6 15,-4 3-6-15,0 3 17 0,0 4-33 0,3 5-6 16,0 2-2-16,-1 5-15 0,2 2-15 0,0 3-14 0,0 4-11 15,-2 2-10-15,3 0-6 0,-1 1-10 0,-2 0 0 16,3-1-6-16,-4-2-3 0,1-4-1 0,2 1-9 16,-4-1 2-16,2-2 0 0,3 0 13 0,-4-2-20 15,-1-3-9-15,1-2-83 0,0-1-65 0,-1-2-70 16,-1 0-108-16,1-6 3 0,-1 1-107 0,2-2-106 16,-4-3-417-16,2-1-550 0</inkml:trace>
  <inkml:trace contextRef="#ctx0" brushRef="#br0" timeOffset="24542.6368">14036 14235 626 0,'7'-21'728'16,"1"1"-159"-16,-3 1-72 0,3 3-57 0,-4 3-71 0,0 2-63 15,1 3-54-15,-5 8-26 0,8-15 23 0,-8 15-58 16,0 0 5-16,14-1-22 0,-14 1-26 15,11 10-8-15,-4-1-24 0,2 2-26 0,-2 3-14 0,4 3-18 16,0 2-9-16,-2 2-10 0,4 2-30 0,1 2 26 16,-3-1-18-16,5 0-2 0,-3 1-34 0,2 0-82 15,-1-3-47-15,-1 2-83 0,2 0-72 0,-2-2-44 16,-3-1-23-16,-2-2-70 0,1 0-65 0,-5-2-480 16,2-2-580-16</inkml:trace>
  <inkml:trace contextRef="#ctx0" brushRef="#br0" timeOffset="25142.8351">14022 14584 316 0,'-11'-5'766'0,"-1"-2"-181"0,0 3-125 0,1 0-11 16,1-1-33-16,10 5-39 0,-15-7-50 0,15 7-50 15,-13-6-42-15,13 6-45 0,0 0-41 0,-8-7-24 16,8 7-18-16,12-6-21 0,-1 2-22 0,7 2-8 15,6-1-2-15,3 1-21 0,9-2 2 0,5 1-16 16,6 2 5-16,3-2-27 0,3 0-28 0,-1 2-38 0,4-2-14 16,0 1-20-16,0 2-8 0,-1-5-3 0,0 4 3 15,-3-2 6-15,-2 1 15 0,-2 0 5 16,-9-1 16-16,-3 1 9 0,-6-1 15 0,-3-1 12 16,-4 0 2-16,0 1 11 0,-5-2 4 0,-4-1 13 0,0 0 9 15,-3 0 11-15,-2-1 19 0,-3 0 32 0,-6 7 5 16,7-14 0-16,-7 14 11 0,0-14-9 15,0 14-16-15,-7-14 32 0,1 7-7 0,-1 2-10 0,-1 0 8 16,-3 1-1-16,1 0-9 0,-1 2-9 0,-3 2-7 16,14 0-2-16,-23 0-10 0,12 4-6 0,0 0-5 15,1 1 1-15,0 2-10 0,4 0 0 0,-1 1 2 16,3 1-7-16,-2-1-4 0,6 4 2 0,0-12 26 16,0 21-42-16,0-11 7 0,6 2-3 0,-2 0-2 15,5-2 0-15,-3 1-1 0,6-1 0 0,-4-3-4 16,4 0 1-16,1 1 0 0,0-1-3 0,0-2-6 15,2 0-5-15,-4 0-4 0,2-3-2 0,-2 0 9 16,-11-2 0-16,21 0 1 0,-21 0 2 0,17-4 3 16,-9-3 0-16,-8 7 3 0,10-15 1 0,-7 6 4 0,-1 0-6 15,1-1-1-15,-1-1 5 0,-2 11-1 0,0-20 8 16,0 20 9-16,1-18 5 0,-1 18 17 16,0-15 3-16,0 15-8 0,0-11-6 0,0 11-10 15,0 0 2-15,1-14-6 0,-1 14-2 0,0 0 4 0,0 0 6 16,0 0-17-16,15 3 14 0,-15-3-13 0,14 11 11 15,-3-5-8-15,0 1 11 0,1 0-22 0,5 4 12 16,-1-3-7-16,6 2-8 0,0-1-61 0,4 2-103 16,1-2-100-16,-1 2-116 0,3-2-58 0,-2 1-156 15,1-2-572-15,-4 1-784 0</inkml:trace>
  <inkml:trace contextRef="#ctx0" brushRef="#br0" timeOffset="25509.5341">15502 14532 353 0,'-8'-13'823'16,"1"2"-175"-16,0 0-63 0,-2 0-19 0,6 2-53 15,-3-2-78-15,2 3-88 0,4 8-67 0,-5-15-50 16,5 15-53-16,0 0-7 0,4-14-41 0,-4 14-5 16,14-3-42-16,-14 3 9 0,24 2-47 0,-7 3 16 15,0 1-29-15,4 2 12 0,0 3-29 0,2-1 14 16,1 5-22-16,-2-2 13 0,0 1-19 0,-4 0 22 15,-1-1-9-15,-2 1-4 0,-1 0 0 0,-5-2-6 0,-1-2 0 16,0 2 1-16,-2-2-1 0,-3-1-1 0,-3-9 1 16,1 16 4-16,-1-16-7 0,-5 13 3 0,5-13-3 15,-13 11 1-15,13-11 3 0,-15 4 1 0,15-4 20 16,-20 0-26-16,10-3 7 0,-2-2-6 16,1-2 9-16,0-1-8 0,1-4-19 0,1 0 23 15,1-1-20-15,0-2 24 0,4-1-24 0,1 1 25 0,1-2-29 16,2 0 34-16,3 2-10 0,0-2-6 0,4 0-7 15,0 2-26-15,4-3-36 0,1 4-32 0,0 0-58 16,2 1-40-16,2 3-64 0,0-2-38 0,1 3-76 16,-1 1-1-16,-1 3-85 0,1-1-122 0,-1 2-342 15,1 0-501-15</inkml:trace>
  <inkml:trace contextRef="#ctx0" brushRef="#br0" timeOffset="26512.9807">16051 14091 359 0,'-4'-25'699'0,"-1"2"-102"16,-1-1-30-16,-2 0-40 0,0-3 4 16,1 5-75-16,1 0 18 0,-1 1-92 0,0 1-72 15,2 3 71-15,0 3-84 0,1-1-23 0,1 6-91 0,3 9 0 16,-2-16-73-16,2 16 66 0,0 0-38 0,10-4 47 16,-2 8-55-16,4 3 47 0,2 6-72 15,2 2 35-15,3 6-67 0,5 5 39 0,1 2-72 0,0 3 50 16,-1 3-26-16,3 0-7 0,-1 3-12 0,4 3-63 15,-3-3 57-15,3 5-61 0,-4-7 57 0,-1 0-63 16,-1 2 62-16,0-1-60 0,-1-3 61 0,-1 3-65 16,-4-6 64-16,0-1-60 0,-5-4 62 0,-1-1-76 15,-3-5 62-15,0-1-20 0,-2 0-45 0,0-4-2 16,-2-1 1-16,0-3 9 0,-1-2 10 0,-4-8 3 16,4 13 5-16,-4-13-9 0,0 0-16 0,0 0-13 15,0 0-1-15,0 0-1 0,-16-6-29 0,7-2 19 16,-1-3-31-16,-2-2 53 0,-1-1-31 0,-2-3 50 15,-1 2-34-15,-2-3 52 0,-1 1-2 0,0 1 1 16,2 3 6-16,-2 0-5 0,0 3 0 0,-1 0 1 16,-1 2 1-16,1 3 0 0,1 3-34 0,-2-1 43 15,2 3-1-15,-1 1-35 0,2 2 43 0,0 3-38 16,-1 2 41-16,3 3-39 0,0 0 44 0,4 2-37 0,1 0 37 16,2 1-1-16,3 0-6 0,2 0-4 15,2 0 8-15,2-1-10 0,2-1-2 0,3 2-2 0,1-1 3 16,4-1 2-16,2 0-7 0,4-2-1 0,0 0-8 15,5-2-55-15,0-2-47 0,3-2-23 0,0 1-22 16,3-3-11-16,-1-1-25 0,2 0-1 0,-2-2 0 16,0 0 11-16,-1-4 21 0,1-1 26 15,-2 0 4-15,0-2 25 0,-4 0 20 0,1-4 17 0,-2 0 13 16,-1 0 14-16,-1-2 23 0,-3 1-14 0,0-2 12 16,-3 0 7-16,-1 1 30 0,-2-1 25 0,-1 1 4 15,-1 1 30-15,-2 0 33 0,-1 2 3 0,0 0 5 16,-3 11-3-16,5-16-4 0,-5 16-7 0,3-13-26 15,-3 13-13-15,4-11-14 0,-4 11-9 0,0 0 16 16,0 0 6-16,4-8 11 0,-4 8 4 0,0 0-47 0,0 0 29 16,4 7-39-16,-4-7 27 0,5 8-41 15,-5-8 39-15,9 12-48 0,-9-12 29 0,12 14-28 16,-5-7 31-16,0 0-40 0,1 1 30 0,3-1-27 16,-1 2 24-16,1-2-49 0,1 1-2 0,-1-2-51 15,2 0-6-15,-1 1-17 0,-2-4-22 0,2 1-23 16,-1-1-10-16,-11-3 3 0,22 3 5 0,-22-3 13 15,17 0 24-15,-17 0 25 0,18-7 1 0,-11 2 27 0,0-1 1 16,0-2 12-16,-2 0 7 0,0-1 10 0,-1 1 6 16,0-1 13-16,-4 9 6 0,5-18 5 0,-5 18 33 15,5-13 22-15,-5 13 2 0,4-10-11 0,-4 10-3 16,3-11-7-16,-3 11 3 0,0 0 5 0,5-7 23 16,-5 7 6-16,0 0-12 0,0 0-7 0,15 3-8 15,-15-3-7-15,12 7-3 0,-4-2 7 0,0 0-18 16,2 1 13-16,1 0-11 0,0 1 12 0,3-1-18 15,0 2 8-15,2-1-14 0,4 2-2 0,1-3 2 16,1 0-5-16,2 1 0 0,-2-2 1 0,2-1 0 16,0 0-3-16,0 1 1 0,-4-5-1 0,-1 2-1 15,1-2 3-15,-3 0 11 0,1-2-13 0,-2-3 8 16,-2 1-12-16,-3 1 8 0,-1-4-6 0,-1-4 1 16,-3 1 8-16,-3-1-2 0,-2-1 10 0,-2-3 16 0,-2-1 6 15,-2-1-9-15,0 3 2 0,-4-5 12 0,1 2-4 16,-1 2-12-16,-1 1-4 0,2 3-3 0,-1 0-6 15,1 1-5-15,0 4-1 0,0 0-3 16,8 6-3-16,-13-6 5 0,13 6-4 0,0 0-9 0,-15 2-55 16,15-2-85-16,-3 8-78 0,3-8-92 0,4 17-52 15,0-9-107-15,4 3-118 0,2 0-434 0,3 3-638 16</inkml:trace>
  <inkml:trace contextRef="#ctx0" brushRef="#br0" timeOffset="26993.5897">17802 14472 334 0,'5'-7'624'0,"-1"-2"-63"0,-4 9-39 16,4-17-47-16,-4 17-14 0,0-20-34 0,-3 10-18 15,0-2-53-15,-2 1-40 0,-1-1-43 0,-1 0-1 16,-3 2-13-16,1-1-25 0,0 3-38 0,-3-2-25 16,1 3-34-16,1 3-22 0,-2 0 4 0,-1 3 4 15,0 2-22-15,1 0-14 0,-1 5-9 0,-1-1-3 16,2 3-15-16,0 3-45 0,3-1 35 0,0 2-40 15,2 2 35-15,1 1-38 0,2-1 30 0,2 3-42 16,1-4 39-16,2 3-42 0,2-1 38 0,0 0-3 16,3 0-8-16,1-1-3 0,1-1 1 0,1-1-11 0,2 0-3 15,1 0-24-15,1-4-38 0,0-1-38 16,0 0-65-16,2-2 28 0,-2-1-16 0,0 0 14 16,-2-4 10-16,-11 0 23 0,23 0 11 0,-23 0 37 0,19-4-1 15,-10-2 24-15,-1 0-5 0,-2-3 11 0,1-1-1 16,0-2 13-16,-3-1-7 0,0-1 15 0,-2-1-7 15,-1 1 13-15,0 1-10 0,-1 0 31 0,-1-1-18 16,1 1 59-16,0 2-16 0,-1-1 26 0,-1 1-34 16,2 11 51-16,-2-17-8 0,2 17-19 15,-2-14-14-15,2 14-9 0,-1-11-27 0,1 11-17 0,0 0 53 16,0 0-56-16,0 0 42 0,6-6-39 0,-6 6 34 16,7 5-37-16,-7-5 34 0,12 11-34 0,-5-5 32 15,2 3-37-15,1 1 37 0,2-2-39 0,1 3 38 16,1 0-44-16,0-1-1 0,3 1-106 0,0 0-51 15,0-1-58-15,1-1-86 0,0 1-58 0,0-2-24 16,-3-1-1-16,1-1-24 0,-2 0-33 0,0-1 43 16,1 0 2-16,-4-2-26 0,-11-3-237 0,21 3-190 15</inkml:trace>
  <inkml:trace contextRef="#ctx0" brushRef="#br0" timeOffset="27678.0412">18168 14529 1150 0,'0'0'147'16,"10"-7"6"-16,-10 7 42 0,7-12-7 0,-7 12 6 16,5-19-1-16,-5 8 4 0,0-1 7 0,-1-1 27 15,0-3 7-15,-2-1 2 0,0 0 35 0,1 2 12 0,0-1 2 16,0 1-7-16,0 2-6 0,0 0-3 0,2 2-11 15,0 11 15-15,-1-21 0 0,1 21-25 0,1-17-20 16,-1 17-19-16,6-12-12 0,-6 12 15 16,12-4 25-16,-12 4-77 0,16 1 67 0,-6 2-100 0,1 4 67 15,2 0-74-15,3 4 36 0,0 0-160 0,3 3 0 16,1 3 0-16,-1-1 0 0,1 3 0 0,-1 0 0 16,0-1 0-16,-1 0 0 0,-2 1 0 0,1 1 0 15,-4-3 0-15,1 0 0 0,-3 0 0 0,0-2 0 16,-2-2 0-16,-1 0 0 0,-1-1 0 0,-1-1 0 15,-2-1 0-15,-4-10 0 0,8 16 0 0,-8-16 0 16,1 12 0-16,-1-12 0 0,0 0 0 0,-10 9 0 16,10-9 0-16,0 0 0 0,-18-1 0 0,18 1 0 15,-16-7 0-15,8 1-47 0,2-1-45 0,-1 0-46 0,1-2 23 16,1 0-21-16,2-1 58 0,0 1-29 16,2-3 48-16,1 12-23 0,2-23 48 0,1 12-28 0,2 0 45 15,3-2-33-15,-1 2 47 0,2-1-36 16,2 2 48-16,1 0-43 0,1-1 43 0,0 3-36 0,4-3 41 15,0 3-39-15,0-2 41 0,3 3-1 0,0-1-7 16,0-1-1-16,2 1 0 0,1 2 0 16,-2 0-5-16,1-2 2 0,-1 2 12 0,0 0-15 0,-3-1 0 15,1-2-2-15,-3 1 4 0,0 1-1 16,-2 0-2-16,-1-4 7 0,-1 3-7 0,-3-3 0 0,2 3 0 16,-4-3 2-16,-2 2 4 0,-1-1 3 0,0 0-6 15,-4 10-1-15,1-16 3 0,-1 16 3 0,-2-17-4 16,2 17 1-16,-5-11 7 0,5 11-9 0,-11-9 0 15,11 9 3-15,-15-3 4 0,15 3 38 0,-20 4 1 16,8 0 10-16,-1 3 0 0,0 3-47 0,0 1 86 16,0 3-70-16,0 1 52 0,1 4-69 0,1-2 60 15,1 3-67-15,3-1 27 0,2 0 30 0,1 3 0 16,3-3 1-16,2 2 32 0,3-2 5 0,3 1-86 0,4 0-13 16,4 0 0-16,5-1 0 0,3-2 0 15,4-2 0-15,2-3 0 0,3-2 0 0,1 0 0 16,2-3 0-16,0-3 0 0,4-1 0 0,-3-2 0 0,-3-1 0 15,-1 0 0-15,3-1 0 0,0-2 0 0,-2 0 0 16,-5 0 0-16,0-2 0 0,-2 1 0 16,-2-2 0-16,-3 4 0 0,-1-4 0 0,-3 2 0 0,-1-1 0 15,-1 2 0-15,-3-2 0 0,-2 3 0 0,1-3 0 16,-2 1 0-16,-9 4 0 0,12-8 0 0,-12 8 0 16,9-6 0-16,-9 6 0 0,0 0-510 15,0 0-253-15,-10-9-99 0,10 9-1048 0,-19-5-1635 0</inkml:trace>
  <inkml:trace contextRef="#ctx0" brushRef="#br0" timeOffset="29961.4431">11897 12548 716 0,'-11'-14'681'0,"0"-1"-116"0,-3-2-83 16,1 0-9-16,0 0-6 0,0 0-19 0,-1-1-59 15,1 0-1-15,1 0-36 0,-1 2 16 0,1 1-16 0,1 1-39 16,2 1-10-16,1 2-58 0,1 1-50 16,0 2-41-16,7 8-32 0,-10-10-22 0,10 10 3 15,0 0 43-15,-6 6-4 0,6-6-11 0,0 19-13 16,0-3-19-16,3 7-13 0,0 2-3 0,2 5-24 0,0 3-5 16,0 1-4-16,1 1-43 0,0 3-7 15,0-3 0-15,2-1 0 0,-2-2 0 0,0-1 0 0,0 0 0 16,1-1 0-16,-1-6 0 0,0-2 0 0,0-1 0 15,-3-4 0-15,1-1 0 0,0-3 0 16,-2-1 0-16,1-3 0 0,-3-9 0 0,3 13 0 0,-3-13 0 16,0 0 0-16,0 0 0 0,0 0 0 0,-8-13 0 15,3 1 0-15,0-4 0 0,-2-5 0 0,-1-8 0 16,-3-7-50-16,1-3-5 0,2-4 3 16,-1-1 5-16,1-3 5 0,3 0 12 0,3 2 1 0,-4-1 9 15,5 1 4-15,1 7 3 0,1 1 3 0,3 5 3 16,0 1 7-16,-2 6-3 0,3 1-5 0,-1 4-2 15,1 4 7-15,1 4-1 0,1 2 10 0,2 4 19 16,-1 3-5-16,-8 3 3 0,21 2-3 0,-9 3 1 16,2 4-3-16,1 3-1 0,0 3 0 0,3 3 0 15,0 3-3-15,0 1 1 0,3 5-1 0,-1 1-7 16,-1 1 4-16,2-1-9 0,-2 1 0 0,-2-5 0 0,-1 0 2 16,-1-1-3-16,0 1 0 0,-1-4-7 15,-2-2 6-15,-1-2-3 0,0-1 1 0,-3-3-20 16,1-1-18-16,-1-2 66 0,-3-1-79 0,-5-8 24 0,13 7-103 15,-13-7 40-15,11-2-46 0,-11 2 32 0,15-13-53 16,-7 1 47-16,-3-2-25 0,3-5 54 16,-1 0-26-16,2-2 61 0,-4 0-22 0,3-1 12 0,-3 2 12 15,2-1 8-15,-3 5 10 0,1 1 10 0,-1-1 10 16,-1 3 21-16,0 1-5 0,0 3 0 0,-3 9-2 16,6-14-3-16,-6 14 43 0,0 0 42 0,10-4-18 15,-10 4-1-15,9 10 13 0,-5-2 33 0,1 5-45 16,2 2 34-16,-1 4-51 0,3 2 40 0,0 1-56 15,3 1 44-15,-1 4-64 0,5 0 43 0,-1 2-59 16,4 0 4-16,2 1-4 0,2-3 2 0,2-1-1 16,0-1 2-16,2-3-3 0,-5-4 0 0,4-3-2 15,-1-1-33-15,1-3-33 0,-2-1-36 0,-2-3-26 16,-1-1-12-16,1-4-1 0,-4 0-11 0,0-4 20 16,0 1 6-16,-2-3 27 0,-2-1 39 0,-1-4-12 15,2-2 34-15,-3-3-14 0,-3 1 37 0,-1 0-24 16,0-2 29-16,-4-1-17 0,1 1 46 0,-1 0 4 0,-2 2 79 15,0 1-32-15,-2 0 44 0,0 12-46 16,0-18 41-16,0 18-51 0,0-14 28 0,0 14-52 16,-2-10 40-16,2 10-23 0,0 0 36 0,0 0-36 15,0 0 63-15,0 0-60 0,-7 6 41 0,7-6-62 0,3 15 38 16,-3-15-56-16,4 18-6 0,-2-7 50 0,3-2-59 16,2 4 0-16,0 0-1 0,1-1-3 0,1 0-91 15,-1 1-96-15,2-2-97 0,-3 0-55 0,2 0-128 16,0-1-99-16,0 0-88 0,-3 0-177 0,1-2-439 15,-2 1-883-15</inkml:trace>
  <inkml:trace contextRef="#ctx0" brushRef="#br0" timeOffset="30178.2964">12794 12372 1085 0,'-9'-29'774'15,"-2"2"-184"-15,-1 2-41 0,5 5 27 0,1 1-96 16,-3-2-55-16,5 5-48 0,-3 1-60 0,2 2-56 16,1-2-46-16,2 7-47 0,-2-3-36 0,4 11-30 15,0-13-21-15,0 13-23 0,6-7-23 0,-6 7-69 16,0 0-52-16,20 2-68 0,-9 3-51 0,0 3-65 0,5 4-95 16,-2 1-81-16,6 5-120 0,-2 3-732 0,2 0-902 15</inkml:trace>
  <inkml:trace contextRef="#ctx0" brushRef="#br0" timeOffset="30461.1176">13444 12414 424 0,'4'-10'832'16,"0"0"-163"-16,-4 10-88 0,5-18-31 0,-5 18-40 15,0-16-69-15,0 16-43 0,-3-14-37 0,3 14-42 16,-6-13-44-16,6 13-39 0,-14-6-37 0,14 6-32 15,-17 3 8-15,3 3-5 0,0 4-24 0,-2 3 25 16,3 5-61-16,-5 2 15 0,1 5-55 0,2 1 24 16,2 3-48-16,1-3 28 0,4 2-45 0,4-2 36 15,1-1-46-15,5-1 2 0,1 0 5 0,3-2-2 16,4-2-5-16,5 2-1 0,3-2-4 0,0-4-3 0,4-2-14 16,-1-3-70-16,1-2-84 0,3-2-30 15,2-1-68-15,4-4-74 0,-1 0-111 0,1-1-49 0,2-2-43 16,1-2-82-16,0-1-161 0,-3-1-331 15,0-2-722-15</inkml:trace>
  <inkml:trace contextRef="#ctx0" brushRef="#br0" timeOffset="30828.3408">13924 12574 1011 0,'-9'-9'756'15,"-3"1"-72"-15,3-1-69 0,-1 1 4 0,1-1 17 16,-1 0-102-16,3 1-11 0,-1-3-78 0,2 5-36 15,-2-2-45-15,8 8-47 0,-9-12-64 0,9 12-54 16,-4-11-34-16,4 11-25 0,0 0-32 0,9-4-10 16,-9 4-12-16,18 4-21 0,-5 2-7 0,3 1-16 15,1 3-11-15,2 1-7 0,1 1-15 0,0 4-9 16,3 0 0-16,-2 2 0 0,-2 0 0 0,-1 0 0 16,-1 0 0-16,-4-1-18 0,0 0-31 0,-1-2-11 0,-2 1 7 15,-3-3 12-15,-1 0 7 0,-1-2 5 0,0-1 2 16,0-1 7-16,-5-9 10 0,4 15-3 15,-4-15 7-15,2 12-1 0,-2-12 10 0,0 0-4 16,0 0 0-16,0 0 7 0,0 0-6 0,0 0-1 0,0 0-1 16,-2-15 0-16,0 5-18 0,2-3 20 0,2-4-84 15,0 1 25-15,0-2-67 0,2-1 11 16,1-1-80-16,-1 0 6 0,4 1-48 0,-2 1-12 0,1 3-9 16,1 1-46-16,0 1-3 0,0 2-36 0,1 1-17 15,-2 2-24-15,2 2-58 0,0 1-32 0,-9 5-79 16,18-6-425-16,-18 6-570 0</inkml:trace>
  <inkml:trace contextRef="#ctx0" brushRef="#br0" timeOffset="31161.7436">14425 12584 244 0,'0'0'685'0,"0"0"-128"16,0 0-48-16,0 0 8 0,0 0-38 0,0 0-2 16,0 0-8-16,5-8-52 0,-5 8-32 0,0-12-13 15,0 12-28-15,1-13-26 0,-1 13-26 0,1-15-34 0,-1 15-29 16,6-16-26-16,-6 16-32 0,5-13-31 15,-5 13-33-15,9-10-18 0,-9 10-12 0,11-4-11 16,-11 4-11-16,15 4-9 0,-15-4-1 0,16 9-14 16,-9-3-5-16,2 4-6 0,0 1-3 0,0 0-4 0,-2 3-1 15,0-1-4-15,-1 0-4 0,1 1 7 16,-2 2-6-16,-1-3-1 0,-2 0-2 0,2 0 3 16,-4-13-1-16,2 20 1 0,-2-20 17 0,-1 21-16 0,1-21 1 15,-5 17 3-15,5-17 4 0,-13 14-3 0,6-9 7 16,-4-2-7-16,0 0-2 0,-3 0-2 0,1-2 1 15,-2-2-5-15,0-1 6 0,2-1 10 0,-1-1-13 16,1-1-4-16,2-4 1 0,2 2-9 0,-1-4-20 16,6 0-43-16,0-3-61 0,3 1-61 0,1 0-57 15,2-2-47-15,1-1-57 0,5 0-89 0,-2 2-104 16,2 0-76-16,1 0-246 0,-1 0-429 0,1 1-899 16</inkml:trace>
  <inkml:trace contextRef="#ctx0" brushRef="#br0" timeOffset="32162.0543">15117 12250 1014 0,'-4'-20'755'0,"-4"2"-181"0,3 2-76 0,-1 1-11 0,2 0-12 16,-1 3-19-16,1 2-89 0,1 0-26 16,3 10-102-16,-7-16-24 0,7 16-68 0,-4-9 0 15,4 9-25-15,0 0 75 0,0 0-49 0,0 0-24 0,0 18-7 16,4-4 7-16,1 3-20 0,0 5-15 0,4 6-13 15,-1 1-8-15,-1 0 27 0,3 2-55 0,1 6 32 16,-3 0-48-16,4 0 30 0,-2-1-45 16,-1-6 33-16,-1 0-39 0,2-1-1 0,-2-2-1 0,-2-4 0 15,4-2 0-15,-4 0-1 0,1-2-1 0,-3-4 4 16,2-2-1-16,-1 1 2 0,-2-4 3 16,1 0 4-16,-4-10-2 0,6 14 2 0,-6-14-2 0,6 7 0 15,-6-7-4-15,0 0 1 0,9-5-5 0,-9 5 37 16,11-15-47-16,-5 2 33 0,1-5-60 0,3-3 9 15,0-5-53-15,1-3 8 0,4-6-46 0,-1 0 2 16,3 0 1-16,-2 0-1 0,5 1-6 0,-1 1 22 16,-1 2 22-16,2 3 6 0,-5 6 14 0,1 1 11 15,-3 3 9-15,-1 3-13 0,-3 1 30 0,0 3 4 0,-3 0 2 16,3 4 0-16,-4 0 1 0,-5 7 1 16,6-9-10-16,-6 9 22 0,0 0 2 0,0 0 7 15,-9 6-4-15,-2 1-1 0,1 3-7 0,-6 3 8 16,0 1 0-16,-5 3-4 0,0 2 4 0,-1 2 22 0,0 0-33 15,2-1 32-15,0-1-33 0,1 2 27 16,1 0-30-16,3-4 28 0,4-1-31 0,0 1 29 0,-1-2-33 16,5-1 39-16,0-1-37 0,2-1 35 0,0-2-33 15,5-10 30-15,-2 18-28 0,2-18 31 0,7 16-28 16,1-10 24-16,4 0-27 0,3 0 31 0,3-2-27 16,5 1 21-16,3-3-34 0,2 0 21 0,3 0-56 15,2-2-4-15,4 0-10 0,2-2-1 0,1 1-3 16,-1-1-17-16,-1 0 22 0,-2-2-1 0,-1 1 18 15,-1-2-1-15,-7 0 22 0,-1-1-1 0,-3 0 12 16,-1-1 0-16,-4-2 12 0,-2 0-8 0,-4-1 15 16,-1-1-9-16,-3 0 14 0,-2-1 1 0,-3 2 11 15,0 0 4-15,-3 10 18 0,0-18-3 0,0 18 4 16,-4-18 14-16,4 18-13 0,-7-13 0 0,7 13 4 16,-13-7 24-16,13 7-23 0,-15-4 19 0,15 4-17 15,-20 4 43-15,9 2-34 0,-1 1 25 0,-2 0-47 16,3 4 29-16,-4 2-38 0,5 1 41 0,2-1-38 0,-1 1 28 15,4 1-35-15,1 0 54 0,4 2-46 0,2-1 29 16,3-1-41-16,4 1 30 0,3 0-43 16,5 0 31-16,4-1-45 0,4-2-31 0,3-1-111 15,2-2-62-15,3-2-101 0,2-1-58 0,1-1-79 0,1-2-49 16,0-2-147-16,0-1-590 0,-5-1-846 0</inkml:trace>
  <inkml:trace contextRef="#ctx0" brushRef="#br0" timeOffset="32503.7234">16437 12541 936 0,'-5'-12'780'0,"-2"3"-147"0,2 0-15 15,0 1 12-15,-1-1-38 0,2 1-58 0,4 8-10 16,-10-15-102-16,10 15-64 0,-7-12-67 0,7 12-64 16,-4-9-49-16,4 9-36 0,0 0-25 0,0 0-23 15,0 0-17-15,13-2 36 0,-13 2-66 0,21 12 33 16,-8-2-60-16,1 3 37 0,0 1-53 0,2 3 35 15,3 2-43-15,-3 0 41 0,1 1-52 16,-2-1 50-16,-1 4-53 0,-3-6 3 0,0-1 2 0,-1 1 4 16,-3-3 2-16,-2-2 1 0,1 1 5 0,-2-2 0 15,-1-3 1-15,-3-8 1 0,5 17 3 0,-5-17-1 16,2 12 5-16,-2-12 2 0,0 0 5 0,0 0 36 16,0 0 0-16,0 0-7 0,0 0-5 0,-11-4-2 15,11 4-11-15,-3-18-8 0,3 18-1 0,0-24-4 0,2 8-7 16,0-2 1-16,1-3-2 0,4-1-12 0,-1 0-14 15,1 0-36-15,1 2-39 0,3-3-65 0,-2 5-35 16,1 1-48-16,1 0-45 0,0 2-56 0,-1 3-55 16,2 2-44-16,0 2-61 0,1 1-56 0,0 2-114 15,-2 1-538-15,2 2-823 0</inkml:trace>
  <inkml:trace contextRef="#ctx0" brushRef="#br0" timeOffset="33380.2674">16959 12475 833 0,'0'0'744'0,"0"0"-73"16,0 0-35-16,0-13-6 0,0 13 1 0,-6-12-42 16,6 12-37-16,-4-10-45 0,4 10-48 0,-3-9-58 15,3 9-86-15,0 0-24 0,-4-10-78 0,4 10 11 16,0 0-27-16,0 0 53 0,0 0-202 0,13 7-48 0,-7-1 0 16,3 4 0-16,0 0 0 0,3 5 0 15,-1 0 0-15,0 2 0 0,1 1 0 0,0 0 0 16,0 2 0-16,-1 0 0 0,1 1 0 0,-1 0 0 0,-1-3 0 15,0 3 0-15,0-2 0 0,-2-2 0 0,-1 1 0 16,0-2 0-16,0-3 0 0,-3 0 0 0,1-2 0 16,-1 0 0-16,-1-3 0 0,-3-8 0 0,7 15 0 15,-7-15 0-15,6 9 0 0,-6-9 0 0,0 0-110 16,0 0-43-16,0 0 7 0,10-11 8 0,-10 11 5 16,5-18-49-16,-1 5 51 0,-1-1-17 0,0-1 61 15,0 0-15-15,2 1 52 0,-2-3-27 0,1 4 52 16,-2 1-26-16,1 1 42 0,-1 0-32 0,-2 11 45 15,4-17-35-15,-4 17 37 0,4-15-32 0,-4 15 35 16,3-9-27-16,-3 9 71 0,0 0-32 0,0 0 49 16,11-3-20-16,-11 3 43 0,9 5-53 0,-9-5 29 15,12 9-29-15,-4-2 41 0,0-1-34 0,3 1 35 16,2 0-50-16,0 2 34 0,2-2-49 0,1 0 36 16,2 0-51-16,1 0 41 0,0-2-49 0,-1 1 41 0,-1-4-46 15,2 3 4-15,-1-4 0 0,1 3 41 16,-1-3-40-16,-3-1-4 0,2-2 5 0,-1-1-1 15,1-3 1-15,-2 0 3 0,-1-3 44 0,0-2-50 0,-2-4-1 16,-1 1 3-16,-2-6 1 0,0-2 1 0,-2-1-3 16,-1-1 4-16,-1-2 0 0,-2 1 0 0,-1 0 5 15,0 1 2-15,-2 4-4 0,0 1 14 0,-1 1 28 16,-1 1-11-16,0 2 7 0,0 4-14 0,0-1 5 16,2 12-15-16,-7-17 8 0,7 17 16 15,-10-6 23-15,10 6-3 0,-12 2 16 0,5 3 36 0,0 3-21 16,0 2 43-16,2 3-132 0,0 3 0 0,3 2 0 15,0 0 0-15,2 1 0 0,4 4 0 0,1-1 0 16,4 5 0-16,3-1 0 0,2-1 0 0,6 3 0 16,3-3 0-16,2 0 0 0,3-3 0 0,4-2 0 15,0-3 0-15,5-2 0 0,-5-3 0 0,0-5 0 16,1 0 0-16,0-1 0 0,-4-4 0 0,0-1 0 16,-2-2 0-16,-2-1 0 0,-1-3 0 0,-1-2 0 0,-2-1 0 15,-4-6 0-15,-1-2 0 0,0-4 0 0,-4-5 0 16,-4-5 0-16,-2-2 0 0,-4-6 0 15,-3-8 0-15,-1-2 0 0,-4-4 0 0,-1-1 0 0,-4-9 0 16,-2 0 0-16,0 2 0 0,0 4 0 0,2 9 0 16,-2 3 0-16,2 6 0 0,1 7 0 0,1 3 0 15,1 6 0-15,2 2 0 0,0 5 0 0,-1 3 0 16,0 6 0-16,7 6 0 0,-14-1 0 0,5 7 0 16,1 5 0-16,1 8 0 0,0 5 0 0,3 7 0 15,3 4 0-15,3 10 0 0,2 5 0 0,5 2 0 16,4 9 0-16,6 0 0 0,4-2 0 0,3-2 0 15,3-3 0-15,5-3 0 0,1-4 0 0,0-3 0 16,0-5 0-16,-4-9 0 0,-2-4 0 0,-1-4 0 16,-4-5 0-16,-5-5-701 0,0-2-264 0,-6-5-1089 15,-1 0-1816-15</inkml:trace>
  <inkml:trace contextRef="#ctx0" brushRef="#br0" timeOffset="36064.4299">6124 4859 102 0,'0'0'472'0,"-2"-13"-94"16,2 13-1-16,-2-12-88 0,2 12 18 0,-3-12-71 16,3 12 9-16,-3-11-43 0,3 11 21 0,0 0-33 15,-6-11-17-15,6 11-32 0,0 0 1 0,0 0-8 16,0 0 40-16,-5-8-22 0,5 8 4 0,0 0 21 15,-6 9-27-15,6-9-8 0,-3 9-28 0,3-9-2 16,-3 13 17-16,3-13 31 0,-3 17-46 0,3-17-19 16,-5 20 0-16,5-20-17 0,-4 22 2 0,2-11 11 15,0 2 19-15,0 0 2 0,0 2-2 0,0 1-12 16,0 1 10-16,1 0-24 0,-1 2 4 0,0-1-5 16,0 4-10-16,0 1-5 0,0-1-3 0,0 1 31 0,1 1-36 15,-1 0 37-15,1 2-13 0,-1 0-5 0,1-1-8 16,1 3-6-16,-1-1-5 0,1-1 2 15,1 4-3-15,-1-4-2 0,1 4-9 0,0-2-2 0,0 0 4 16,0-1-3-16,1 7 4 0,0-6 2 0,0 4 1 16,-1-3-67-16,1-2 65 0,0 2-50 0,0 3 47 15,0-1-62-15,1 1 60 0,0-1-57 0,1-2 11 16,-1 2 17-16,2 0-12 0,-1 1 74 0,0-1-83 16,0 1 94-16,0-2-104 0,1 3 95 0,-1-1-99 15,2 0 81-15,-1 2-82 0,-1-1 36 0,1 0-18 16,0-1 0-16,-1 1 0 0,1 1 0 0,1-2 0 15,-1 0 0-15,-1-1 0 0,0 2 0 0,0-3 0 16,0 1 0-16,-1-4 0 0,1 1 0 0,-2-3 0 16,1 3 0-16,0-2 0 0,0 1 0 0,0-1 0 15,-1 0 0-15,0 0 0 0,2 0 0 0,-3 1 0 16,2-2 0-16,1 1 0 0,-2 0 0 0,0 1 0 16,0 2 0-16,1-1 0 0,-1 1 0 0,0-2 0 15,-1 0 0-15,2 5 0 0,0-1 0 0,-1 0 0 16,0 1 0-16,1-5 0 0,0 1 0 0,0 3 0 15,-1-3 0-15,0 1 0 0,0-2 0 0,0 0 0 16,0 1 0-16,-1 0 0 0,2 3 0 0,0-3 0 0,-1-1 0 16,1 0 0-16,0 5 0 0,1-6 0 0,-2 0 0 15,1 1 0-15,0-1 0 0,0 2 0 0,0 2 0 16,0-2 0-16,0-3 0 0,0 3 0 0,-1-2 0 16,1 2 0-16,0-1 0 0,0 0 0 0,-2 1 0 15,2 3 0-15,-1 1 0 0,0-3 0 0,-1-2 0 16,0 3 0-16,1-2 0 0,0 5 0 0,-2 0 0 15,2-1 0-15,-1 0 0 0,1 1 0 0,-1-1 0 16,1 1 0-16,0-2 0 0,1 1 0 0,-1 0 0 16,0-1 0-16,0-2 0 0,0 3 0 0,0-5 0 15,1 4 0-15,-1-3 0 0,0 4 0 0,1-6 0 16,0 1 0-16,0 0 0 0,-1 0 0 0,3-1 0 16,-2 0 0-16,1 1 0 0,0-2 0 0,0 0 0 15,0 1 0-15,-1 1 0 0,3-1 0 0,-3-1 0 0,1 1 0 16,0 1 0-16,-1-1 0 0,-1 1 0 15,2-2 0-15,0 1 0 0,-1 1 0 0,1 0 0 16,-1-1 0-16,-1 1 0 0,-1-1 0 0,2 1 0 0,0-1 0 16,-1 0 0-16,0 1 0 0,1-2 0 0,-1 1 0 15,0 0 0-15,0 0 0 0,0-1 0 16,0 0 0-16,2 1 0 0,-2-1 0 0,0-1 0 0,1 1 0 16,-1 0 0-16,1-2 0 0,0 2 0 0,0-1 0 15,-1-1 0-15,1 1 0 0,0 0 0 0,1-2 0 16,-1 1 0-16,1-1 0 0,-1-1 0 0,0 1 0 15,0 0 0-15,1-2 0 0,-1 0 0 0,0-2 0 16,1 0 0-16,-2 1 0 0,0 1 0 0,0-1 0 16,1 0 0-16,-1 0 0 0,0 0 0 0,-1 2 0 15,1-2 0-15,0 1 0 0,0 2 0 0,0-1 0 16,-2 0 0-16,1 2 0 0,0 1 0 0,0-2 0 16,0 2 0-16,0 0 0 0,0 0 0 0,1 0 0 15,-2 1 0-15,1-1 0 0,0 0 0 0,-1 2 0 0,1-1 0 16,0 0 0-16,0 2 0 0,-1-2 0 15,1 0 0-15,0 1 0 0,1-1 0 0,0 1 0 0,-1 1 0 16,1-1 0-16,0 0 0 0,0-1 0 0,1 1 0 16,-1 0 0-16,0 0 0 0,0-1 0 0,0 0 0 15,1 0 0-15,0-1 0 0,-1 1 0 0,2-1 0 16,-2 0 0-16,1 0 0 0,0-2 0 0,0 1 0 16,-1-1 0-16,1 0 0 0,-1-3 0 0,2 0 0 15,-1 1 0-15,0-3 0 0,-1 0 0 0,0 1 0 16,1-2 0-16,-1 0 0 0,1 0 0 0,-1-2 0 15,1 1 0-15,-1-3 0 0,0 1 0 0,2-3 0 16,-2 2 0-16,0-2 0 0,0 0 0 0,-2-10 0 16,5 19 0-16,-5-19 0 0,3 18 0 0,-3-18 0 15,4 18 0-15,-4-18 0 0,4 18 0 0,-4-18 0 16,4 17 0-16,-4-17 0 0,4 18 0 0,-4-18 0 16,4 18 0-16,-4-18 0 0,4 19 0 0,-1-10 0 15,-1 2 0-15,0-2 0 0,1 2 0 0,-1 0 0 16,1-1 0-16,0 0 0 0,1 1 0 0,0 0 0 15,-1 0 0-15,1 1 0 0,-1-2 0 0,0 2 0 16,0-2 0-16,1 1 0 0,-1-1 0 0,2 0 0 0,-2 0 0 16,1 0 0-16,-1 1 0 0,0-1 0 0,0-1 0 15,-1 1 0-15,1 0 0 0,-1 1 0 16,0-1 0-16,-2-10 0 0,2 20 0 0,-2-20 0 0,3 21 0 16,-3-21 0-16,1 21 0 0,-1-21 0 0,0 21 0 15,0-21 0-15,0 18 0 0,0-18 0 0,0 18 0 16,0-18 0-16,0 18 0 0,0-18 0 0,1 16 0 15,-1-16 0-15,0 18 0 0,0-18 0 0,1 18 0 16,-1-18 0-16,0 15 0 0,0-15 0 0,0 17 0 16,0-17 0-16,0 16 0 0,0-16 0 0,-1 18 0 15,1-18 0-15,0 16 0 0,0-16 0 0,-1 18 0 16,1-18 0-16,-1 17 0 0,1-17 0 0,0 17 0 16,0-17 0-16,-2 16 0 0,2-16 0 0,-1 14 0 15,1-14 0-15,0 13 0 0,0-13 0 0,0 0 0 0,0 17 0 16,0-17 0-16,0 0 0 0,3 11 0 15,-3-11 0-15,0 0 0 0,-2 12 0 0,2-12 0 16,0 0 0-16,0 0 0 0,0 0 0 0,0 10 0 0,0-10 0 16,0 0 0-16,0 0 0 0,0 0 0 0,0 0 0 15,0 0 0-15,0 0 0 0,0 0 0 16,0 0 0-16,-3 11 0 0,3-11 0 0,0 0 0 0,-7-5 0 16,7 5-151-16,-8-7-501 0,8 7-89 0,-13-12-77 15,6 2-1021-15,-1-2-1550 0</inkml:trace>
  <inkml:trace contextRef="#ctx0" brushRef="#br0" timeOffset="38698.9311">6151 4964 68 0,'0'0'176'0,"0"0"-36"0,-1-14-29 16,1 14-11-16,0 0-15 0,-3-14-11 0,3 14-11 15,-5-8-13-15,5 8-2 0,-5-10 5 0,5 10-8 16,-6-8-6-16,6 8-1 0,-7-9 1 0,7 9 0 16,-7-8 8-16,7 8-1 0,-9-7-8 0,9 7 3 0,-9-7 1 15,9 7-7-15,-8-6 3 0,8 6 17 0,-8-6 21 16,8 6 26-16,-8-6-2 0,8 6 0 0,0 0-3 15,-9-7 2-15,9 7 30 0,0 0-35 0,0 0 26 16,-8-7-46-16,8 7 43 0,0 0-38 0,0 0 36 16,0 0-27-16,-8-8 29 0,8 8-12 15,0 0 15-15,0 0-9 0,0 0 14 0,0 0-17 0,1-12-8 16,-1 12-13-16,0 0-7 0,5-10-23 0,-5 10 40 16,7-8 9-16,-7 8-6 0,10-10-7 0,-10 10-12 15,15-10-19-15,-7 5-6 0,1 0-9 0,2-1-8 16,1 0-3-16,2 0-5 0,2 1-6 0,0 0 4 15,5-2 8-15,0 1 9 0,3 0 0 0,0 0 0 16,2 0 0-16,5-1-13 0,1 1 15 0,1 0-17 16,1 0 3-16,2-3-15 0,1 5 2 0,7-2-2 15,3 0-6-15,1 2 0 0,3-2 8 0,2 2-12 16,1-1 9-16,4 2-12 0,1-3-7 0,1 3 1 16,0-1 2-16,0 1-4 0,-1-1 1 0,0-1-3 0,-1 2 6 15,-1 0 4-15,0-1-5 0,-3 0 2 0,0 0-4 16,-2 1-1-16,-3-1 1 0,1 1 2 15,-3-1 1-15,0-1-2 0,-8 3 1 0,0-3 0 16,-2 1 0-16,-1 1 0 0,-3-2 1 0,-4 1-1 16,-2 0 0-16,-2 1-1 0,-3 0 5 0,-1-2-1 0,-3 2 1 15,-1 0 4-15,-1 0 7 0,-4 0 6 0,1 2 2 16,-1-2-2-16,-1 0 2 0,0 1 0 0,-11 2 10 16,18-4 1-16,-18 4 6 0,20-5 1 0,-20 5 0 15,15-2-33-15,-15 2 19 0,15-3-18 16,-15 3 5-16,12-3-3 0,-12 3-1 0,12-1 0 15,-12 1-12-15,11 1 32 0,-11-1 0 0,10 6 35 0,-10-6 16 16,10 7 2-16,-10-7 27 0,8 12 3 0,-8-12-12 16,7 14-21-16,-4-4 0 0,1-1-8 0,-2 3 11 15,1 2 16-15,1 1-12 0,-2-1-8 0,0 3 18 16,1 0-10-16,0 2-11 0,-1 0-7 0,1 3-3 16,1 0 3-16,0 2 5 0,0-1-11 0,1 2-1 15,-1 0 18-15,0 0-13 0,0 2-8 0,-1 2-61 16,1-1 95-16,-1 3-75 0,-1 0 69 0,3 1-82 15,-3 0 18-15,-1 1 14 0,1-1 9 0,-1 3-17 16,0-2 52-16,0 2-82 0,0 0 0 0,-1 1 0 16,0 0 0-16,0-1 0 0,0 1 0 0,-1 0 0 0,0 0 0 15,1-2 0-15,0 2 0 0,0-1 0 0,-1-1 0 16,2 1 0-16,-2 0 0 0,1-2 0 0,0 0 0 16,0 0 0-16,0 1 0 0,0 0 0 0,0-7 0 15,-1 8 0-15,1-1 0 0,0 0 0 16,0-1 0-16,-1 2 0 0,1-1 0 0,1 0 0 15,-1 0 0-15,0-1 0 0,1 1 0 0,0 0 0 0,1 0 0 16,-1 0 0-16,1-3 0 0,0 2 0 0,0 0 0 16,0-1 0-16,2-1 0 0,-2 1 0 0,1-1 0 15,2 1 0-15,-2-1 0 0,1 2 0 0,0-4 0 16,1 2 0-16,0 0 0 0,-1 1 0 0,3-2 0 16,-2 0 0-16,-1 1 0 0,1 2 0 0,0-3 0 15,-3 1 0-15,3 1 0 0,0 1 0 0,-1-3 0 0,0 2 0 16,0 1 0-16,0-3 0 0,0 1 0 15,0-2 0-15,2 2 0 0,-2 1 0 0,1-2 0 16,-1 0 0-16,1 1 0 0,-1-1 0 0,3 0 0 16,-3 2 0-16,1-3 0 0,-1 2 0 0,1-1 0 0,-1 1 0 15,1-2 0-15,0 0 0 0,-2-2 0 0,1 1 0 16,-1-3 0-16,-1 2 0 0,2 0 0 0,-2 0 0 16,2-2 0-16,-2 0 0 0,1 3 0 0,0-3 0 15,-1 2 0-15,1-3 0 0,-1 1 0 16,0 0 0-16,1 0 0 0,-2-1 0 0,2 1 0 15,-1-1 0-15,2-1 0 0,-2 0 0 0,1 0 0 0,2 2 0 16,-2-3 0-16,1 1 0 0,0 2 0 0,-1-2 0 16,2 1 0-16,-1-1 0 0,0 1 0 0,2 0 0 15,-1-1 0-15,1 3 0 0,-2-2 0 0,1 1 0 16,1-1 0-16,-2 1 0 0,1 0 0 0,-2 0 0 16,2 0 0-16,-1 0 0 0,-1-2 0 0,1 4 0 15,1-2 0-15,-1 0 0 0,0 0 0 0,0 0 0 0,0 0 0 16,-1 1 0-16,1-1 0 0,0 1 0 15,1 0 0-15,-1-1 0 0,0 1 0 0,-1 1 0 16,2 2 0-16,-2-1 0 0,1 2 0 0,1-4 0 0,-1 3 0 16,1 1 0-16,-1 0 0 0,1 0 0 0,-1 0 0 15,0-1 0-15,2 1 0 0,-3 0 0 16,2-1 0-16,0 2 0 0,0-1 0 0,-1 0 0 0,0 1 0 16,2-2 0-16,-2 1 0 0,0 0 0 0,0 1 0 15,0-1 0-15,0-1 0 0,-1 3 0 16,0-1 0-16,1 1 0 0,-1 0 0 0,0 0 0 0,0 0 0 15,0-1 0-15,-1 2 0 0,0 0 0 0,1 0 0 16,0-1 0-16,-1 1 0 0,0 0 0 0,2 1 0 16,-2-3 0-16,1 1 0 0,-1-1 0 0,1 0 0 15,-1-2 0-15,0-2 0 0,1 0 0 0,-1 0 0 16,1 1 0-16,-1-2 0 0,0 0 0 0,2 0 0 16,-1 1 0-16,0-1 0 0,0-1 0 0,-1-2 0 15,1 1 0-15,0 1 0 0,0-2 0 0,-1 0 0 16,1-2 0-16,0 3 0 0,1-3 0 0,-2-1 0 15,1 1 0-15,0-2 0 0,0-1 0 0,0 1 0 16,1-2 0-16,-1 1 0 0,1-2 0 0,0 2 0 0,-1-2 0 16,0-1 0-16,0-1 0 0,0 3 0 0,0-2 0 15,-1-1 0-15,1 1 0 0,-1-4 0 16,0 3 0-16,0-3 0 0,0 3 0 0,2-2 0 0,-3 1 0 16,1-1 0-16,-1 1 0 0,1-1 0 15,0 1 0-15,-1 0 0 0,0 0 0 0,1 0 0 0,-1 0 0 16,0 0 0-16,0 0 0 0,1 0 0 0,0 0 0 15,-1-2 0-15,1 2 0 0,-1-2 0 0,0 0 0 16,1 1 0-16,0-2 0 0,1 1 0 0,-3-11 0 16,4 19 0-16,-4-19 0 0,3 17 0 0,-3-17 0 15,4 18 0-15,-4-18 0 0,3 13 0 0,-3-13 0 16,2 13 0-16,-2-13 0 0,3 10 0 0,-3-10 0 16,2 12 0-16,-2-12 0 0,1 12 0 0,-1-12 0 0,1 13 0 15,-1-13 0-15,1 11 0 0,-1-11 0 0,1 14 0 16,-1-14 0-16,1 13 0 0,-1-13 0 15,0 14 0-15,0-14 0 0,0 14 0 0,0-14 0 0,1 15 0 16,-1-15 0-16,0 14 0 0,0-14 0 0,1 14 0 16,-1-14 0-16,2 14 0 0,-2-14 0 0,2 15 0 15,-2-15 0-15,1 14 0 0,-1-14 0 0,1 13 0 16,-1-13 0-16,2 15 0 0,-2-15 0 0,1 12 0 16,-1-12 0-16,3 14 0 0,-3-14 0 0,2 12 0 15,-2-12 0-15,3 12 0 0,-3-12 0 0,2 11 0 16,-2-11 0-16,3 12 0 0,-3-12 0 0,2 10 0 15,-2-10 0-15,2 10 0 0,-2-10 0 0,0 0 0 16,3 13 0-16,-3-13 0 0,0 0 0 0,2 11 0 0,-2-11 0 16,0 0 0-16,0 0 0 0,5 12 0 15,-5-12 0-15,0 0 0 0,0 0 0 0,3 9 0 16,-3-9 0-16,0 0 0 0,0 0 0 0,0 0 0 0,0 0 0 16,0 0-269-16,3 9-179 0,-3-9-7 0,0 0-56 15,0 0-40-15,0 0-34 0,0 0-58 16,-15-2-86-16,15 2-535 0,-10-6-871 0</inkml:trace>
  <inkml:trace contextRef="#ctx0" brushRef="#br0" timeOffset="39648.2184">7173 5226 82 0,'11'-9'498'0,"0"1"-68"0,-2 0-96 0,-2 0 25 16,0 0-54-16,1 0 28 0,-3-2-45 0,0 3-8 15,-5 7-24-15,6-17 21 0,-6 17-8 0,2-13-50 16,-2 13-21-16,-1-13-19 0,1 13-27 0,-7-11-19 15,7 11 0-15,-15-8-13 0,15 8 23 0,-21-1-48 16,7 3-7-16,-3 3-6 0,-6 2-5 0,-2 5-4 16,-1 4 7-16,-4 6-8 0,0 3 22 0,2 5-26 15,-1 2 36-15,1 1-8 0,3 2-9 0,1 2-19 16,2 0-15-16,3 1-8 0,2 1 28 0,4-2 0 0,1 0-14 16,6-6-7-16,3 0 8 0,2-5 0 15,2 0-6-15,3-1-14 0,2-1-2 0,4 1-5 16,1-1 0-16,4-2-33 0,0-1 37 0,3-3-41 0,2-1 36 15,2-2-45-15,2-2 43 0,3-2-42 0,1-2 28 16,1 0-101-16,-3-5-19 0,6 1-83 16,0 0-41-16,-2-3-38 0,0 1-22 0,-1-1-32 0,0-1-37 15,-2 0-32-15,-1-1 5 0,-5 2-43 0,-2 0-54 16,-2 0-107-16,-6 1-271 0,0 0-408 0</inkml:trace>
  <inkml:trace contextRef="#ctx0" brushRef="#br0" timeOffset="40332.1811">7085 6189 485 0,'2'-17'726'0,"-2"17"-112"0,-1-13-52 16,1 13-71-16,-2-15-30 0,2 15-15 0,-3-14-8 16,3 14-58-16,-4-13-12 0,4 13-93 0,-3-8-21 15,3 8-83-15,0 0 1 0,-4-11-63 0,4 11 41 16,0 0-43-16,0 0 29 0,-6 13-48 0,6-13 28 15,-1 23-21-15,0-7-6 0,1 3-9 0,0 2-17 16,1 4-6-16,0 3-12 0,0 1-9 0,3 4-4 16,-2 2 29-16,0 0 5 0,1 1-37 0,1 0 30 15,-1-1-43-15,1-1 34 0,1 1-48 0,-1-2 6 16,1 0-3-16,-1 0 38 0,0-2-48 0,0-1 41 16,-1-5-47-16,0 0 43 0,0-2-45 0,-1-1 38 0,0-3-38 15,0-2 38-15,-1 1-40 0,1-3 35 16,-1-2-35-16,-2 0 39 0,2-3-40 0,-1-10 42 0,2 21-36 15,-2-21 47-15,1 15 3 0,-1-15 101 0,1 12-70 16,-1-12 94-16,0 0-85 0,2 11-10 0,-2-11-16 16,0 0-8-16,0 0-34 0,16-3-12 0,-16 3 0 15,18-10 0-15,-5 3 0 0,1 1 0 0,1-2 0 16,1 1 0-16,2 0 0 0,2-2 0 0,1 2 0 16,-2-1-90-16,1 1-86 0,-4 2-64 0,1 0-58 15,1 1-43-15,-4 0-30 0,-1 0-73 0,2 1-66 16,-15 3-53-16,19-2-128 0,-19 2-729 0,12 2-1026 15</inkml:trace>
  <inkml:trace contextRef="#ctx0" brushRef="#br0" timeOffset="40798.7717">7371 7553 198 0,'-1'-15'859'0,"0"2"-208"0,-1 1-55 15,-1 2-18-15,1-2 4 0,0 0-34 0,0 1 15 16,-2 0-62-16,1 3 37 0,3 8-80 0,-5-18 29 16,5 18-171-16,-5-14 19 0,5 14-144 0,-2-11 39 15,2 11-100-15,0 0 30 0,0 0 29 0,0 0-108 16,0 0-81-16,2 14 0 0,1-5 0 0,2 3 0 15,-1 1 0-15,1 4 0 0,1 2 0 0,0 1 0 16,2 2 0-16,-1 0 0 0,1 0 0 0,0 1 0 16,1-2 0-16,-1 1 0 0,1-1 0 0,0 0 0 0,1-2 0 15,-1 0 0-15,-2-3 0 0,2-1 0 0,-2-1 0 16,-2-1 0-16,1-1-356 0,-2-2-174 16,0-2-37-16,-4-8-91 0,6 15-34 0,-6-15-107 0,0 0-658 15,-6 14-1074-15</inkml:trace>
  <inkml:trace contextRef="#ctx0" brushRef="#br0" timeOffset="41016.7924">7143 7559 613 0,'-15'-10'817'0,"2"-4"-157"0,1 4-57 16,0 0 6-16,3 0-24 0,0 2-9 0,0-3-123 15,2 3-35-15,2-1-82 0,1 1-5 0,4 8-96 16,0-19-14-16,4 9-81 0,5 2 6 0,6-3-65 15,3 0 17-15,8-3-58 0,3 4 22 0,3 0-73 16,2 0-21-16,1 3-118 0,2 0-45 0,0 1-80 16,-1 3-95-16,-1 0-64 0,-5 3-62 0,0 4-51 15,-3-2-152-15,-3 3-502 0,-3 1-812 0</inkml:trace>
  <inkml:trace contextRef="#ctx0" brushRef="#br0" timeOffset="41231.9998">7189 7928 665 0,'-15'15'772'0,"-1"-2"-159"0,3 1-85 0,2-3-32 15,1 0-12-15,1-3-23 0,3-1 15 0,6-7-64 16,-6 14-7-16,6-14-90 0,0 0-9 0,7 8-100 16,-7-8-8-16,25 2-77 0,-7-4 7 0,4 1-58 15,5-3 19-15,7 1-58 0,1-2 2 0,2-1-103 16,1 3-27-16,0-3-98 0,0 4-48 0,-1-2-44 15,1 4 7-15,1 0 6 0,0-1-56 0,-2 4-70 16,-1 1-77-16,-2 1-144 0,-2 2-485 0,-2 2-722 16</inkml:trace>
  <inkml:trace contextRef="#ctx0" brushRef="#br0" timeOffset="41715.81">7664 8454 331 0,'2'-11'743'0,"0"0"-130"0,-2 11-19 15,1-21-68-15,-1 21-7 0,-2-20-48 0,0 10-28 16,-1 0-53-16,-2 1-39 0,-1 0-19 0,-1 1-36 16,-1 3-32-16,0-1-23 0,-4 2-27 0,2 3-27 15,-3 2-5-15,-4 1-7 0,-1 4-12 0,-2 5 0 16,-4 3-2-16,-5 8-4 0,1 5-6 0,0 2-5 15,1 4-10-15,2 0-21 0,1 4-1 0,2 1-101 16,3 1-13-16,3-2 0 0,2 2 0 0,3-1 0 16,4-5 0-16,3-4 0 0,3-1 0 0,3-2 0 15,2-1 0-15,2-1 0 0,4 0 0 0,4-2 0 16,0-2 0-16,5-3 0 0,-3-4 0 0,5-2 0 0,1-3 0 16,2-2 0-16,1-3 0 0,3-1 0 0,1-2 0 15,0 0-17-15,0-2-460 0,0-1-26 0,-1-2-70 16,-1 1-25-16,-2-4-36 0,-4 1-91 0,-1-2-117 15,-3-1-362-15,-5 0-813 0</inkml:trace>
  <inkml:trace contextRef="#ctx0" brushRef="#br0" timeOffset="41883.4436">7547 8830 230 0,'-15'-1'947'0,"0"-2"-208"15,3 3-62-15,0-2-39 0,12 2 7 0,-19-4-81 16,19 4-32-16,-16-4-104 0,16 4-38 0,-10-6-115 15,10 6-25-15,0 0-89 0,4-16 3 0,3 10-73 16,8-2-20-16,5-1-148 0,7-1-60 0,4 0-121 16,7 0-143-16,3 0-103 0,0 0-50 0,-5 3-208 15,-1 0-540-15,0 1-904 0</inkml:trace>
  <inkml:trace contextRef="#ctx0" brushRef="#br0" timeOffset="42682.6326">7471 9732 134 0,'-11'-12'809'0,"1"1"-173"0,1-1-57 0,-1 2-18 0,1-3 24 16,1 1-12-16,0 1 25 0,1 0-91 15,0 1 30-15,1 1-73 0,1 1 42 0,5 8-152 16,-9-13-53-16,9 13-54 0,-7-10-23 0,7 10 7 16,0 0-4-16,0 0-109 0,0 0-118 0,0 0 0 0,5 20 0 15,-1-6 0-15,1 0 0 0,0 4 0 0,0 2 0 16,1 3 0-16,0 0 0 0,2 4 0 0,-1 0 0 16,0 1 0-16,1 0 0 0,0-1 0 0,0 0 0 15,-2-5 0-15,2 1 0 0,-2-3 0 0,2 0 0 16,-1-3 0-16,-2-4 0 0,-1 1 0 0,0-3 0 15,1-2 0-15,-5-9 0 0,6 15 0 0,-6-15 0 16,0 0 0-16,7 7 0 0,-7-7 0 0,0 0 0 16,0 0 0-16,1-16 0 0,-1 16 0 0,-4-22 0 15,0 8 0-15,1-3 0 0,-3-3 0 0,1-4 0 16,0 0 0-16,1-1 0 0,-1 0 0 0,1 1 0 16,1 2 0-16,-2-1 0 0,3 6 0 0,-1 1 0 15,1 1 0-15,0 2 0 0,2 13 0 0,-2-18 0 0,2 18 0 16,2-11 0-16,-2 11 0 0,0 0 0 15,16 1 0-15,-9 4 0 0,3 2 0 0,3 2 0 16,0 3 0-16,3 0 0 0,-1 2 0 0,6 2 0 16,-1 0 0-16,3-1 0 0,1 0 0 0,2-1 0 0,2-2 0 15,0-1 0-15,1-2 0 0,-5-1 0 0,1-2 0 16,-2 0 0-16,-4-4 0 0,0 0 0 0,-3-1 0 16,-3-1 0-16,0-1 0 0,0-2 0 0,-3-1 0 15,-2-2 0-15,-2-2 0 0,-2 0 0 0,-3-4 0 16,-2 0 0-16,-3-4 0 0,-4-4 0 0,0-1 0 15,-4-4 0-15,-2-3 0 0,-1-3 0 0,-2 0 0 16,0-1 0-16,3 5 0 0,1 3 0 0,0 1 0 16,4 5 0-16,0 1 0 0,2 2 0 0,-1 2 0 15,2 3 0-15,2-1 0 0,4 11 0 0,-6-12 0 16,6 12-219-16,0 0-17 0,0 0-95 0,0 0-43 16,0 0-39-16,14 11-77 0,-5 1-70 0,-1 0-43 15,1 5-164-15,0 2-564 0,1 2-935 0</inkml:trace>
  <inkml:trace contextRef="#ctx0" brushRef="#br0" timeOffset="43249.7341">7601 10494 518 0,'-16'-2'896'16,"2"-1"-136"-16,0 1-98 0,1 1-5 0,1-1 16 16,-1 1-41-16,1 0-56 0,12 1-46 0,-23 0-46 15,23 0-31-15,-19-1-77 0,19 1 5 0,-15-2-43 16,15 2-83-16,-13 0-255 0,13 0 0 0,0 0 0 15,-12-1 0-15,12 1 0 0,0 0 0 0,0 0 0 16,20-2 0-16,-6 1 0 0,5 0 0 0,3 1 0 16,4-3 0-16,3 1 0 0,2 1 0 0,1 1 0 15,0 0 0-15,1 0-126 0,-2 1-251 0,2 0-60 16,-5 1-29-16,-1 0 13 0,-2 0-15 0,-4 1 47 0,-4 0 34 16,-2 0 51-16,-4 0 25 0,-11-3 34 15,15 6 45-15,-15-6 45 0,6 7 41 0,-6-7 43 0,0 0 43 16,-11 6 78-16,11-6 42 0,-16 4 92 15,16-4 32-15,-23 2 85 0,10 0 19 0,-2-1 29 0,1 0 42 16,-1 0 22-16,1-1 21 0,1 1 11 16,0 0-10-16,1 0-49 0,12-1 29 0,-20 4-27 0,20-4 30 15,-17 7-324-15,9-2-62 0,3 3 0 0,0 2 0 16,3 3 0-16,1 3 0 0,1 1 0 0,2 6 0 16,1 2 0-16,2 4 0 0,2 3 0 0,1 1 0 15,2 5 0-15,1 0 0 0,2 0 0 0,0 1 0 16,1-3 0-16,-1 1 0 0,1-1 0 0,0-2 0 15,-4-8 0-15,2 2 0 0,-1-5 0 0,-3-2 0 16,2-3 0-16,-3-1 0 0,-1-2 0 0,0-3-205 16,-2 1-758-16,-2-2-188 0,-2-11-701 0,4 18-1567 15</inkml:trace>
  <inkml:trace contextRef="#ctx0" brushRef="#br0" timeOffset="47284.5935">11926 4380 544 0,'0'0'435'0,"-6"-9"-23"15,6 9-91-15,0 0 16 0,-10-8-22 0,10 8-15 0,0 0-29 16,-5-7-6-16,5 7-33 0,0 0-17 0,0 0-25 15,-10-7-19-15,10 7-25 0,0 0-17 0,0 0-7 16,0 0-7-16,0 0 18 0,0 0 3 16,-9 6-13-16,9-6 1 0,-4 12 8 0,4-12-30 0,-2 19-16 15,0-7-12-15,-1 4 51 0,-1 0-17 16,1 2 58-16,1 0-6 0,0 2 23 0,-1 3-19 0,2 2-12 16,0 0-16-16,1 2-16 0,0 2-1 0,1-1-3 15,0 6 2-15,2-1-17 0,-3 2-10 0,2 0-3 16,1 1-52-16,1 0 49 0,1 4-60 0,-1 2 45 15,1 0-59-15,-1-1 0 0,3 3-1 0,0-2 2 16,0 2 54-16,1 0-69 0,-1-1 56 0,4 1-62 16,-2 3 53-16,2-4-59 0,-1 0 62 0,0 2-69 15,0-3 54-15,2 0-56 0,0-1 60 0,-3 1-59 16,3-2 58-16,-3-2-58 0,2 2 1 0,0-2 8 16,0 1 17-16,-2 0 36 0,2 0 1 0,-2-1 4 15,2 0 2-15,-1-1-3 0,-3 1 15 0,3 0 15 16,-2 1-23-16,0-2-50 0,-1 3 0 0,0-7 0 0,2 5 0 15,-4-3 0-15,1-1 0 0,-1 2 0 16,1-2 0-16,-1 0 0 0,2 6 0 0,-2-6 0 16,-1 1 0-16,0 1 0 0,-2 0 0 0,3 6 0 0,-1-5 0 15,1 5 0-15,-3-1 0 0,2 1 0 0,1 0 0 16,-1-1 0-16,0 0 0 0,3-1 0 0,0 1 0 16,0-1 0-16,-2 0 0 0,1-5 0 0,1 3 0 15,2 2 0-15,0-3 0 0,-2 1 0 0,2-6 0 16,0 7 0-16,-1-2 0 0,-1 1 0 0,3 1 0 15,-3 0 0-15,1 0 0 0,-3 0 0 0,2 1 0 16,-2-4 0-16,-1-1 0 0,0 2 0 0,0 4 0 16,-1-4 0-16,1 4 0 0,0-6 0 0,0 2 0 15,-1 0 0-15,2-1 0 0,-1-2 0 0,-1 3 0 16,3-1 0-16,-2-1 0 0,2 0 0 0,-2 0 0 16,2-1 0-16,-1 0 0 0,1 0 0 0,-1 1 0 15,2-2 0-15,-2 0 0 0,1-2 0 0,-1 3 0 16,1-3 0-16,-1 1 0 0,0-1 0 0,1-1 0 0,-2 0 0 15,1-1 0-15,-1-2 0 0,-1-2 0 0,2 1 0 16,-1 1 0-16,-1-2 0 0,1 0 0 16,0 1 0-16,0-2 0 0,-2 1 0 0,1 0 0 0,1 0 0 15,0-1 0-15,-1 0 0 0,2 1 0 0,-3-1 0 16,2 1 0-16,1-1 0 0,-1-1 0 0,-1 1 0 16,2-1 0-16,-1 1 0 0,0 0 0 0,-1-2 0 15,3 1 0-15,-2 1 0 0,-1-2 0 0,2 1 0 16,-1-1 0-16,0 0 0 0,1 2 0 0,-3-2 0 15,2 0 0-15,1 0 0 0,-3 0 0 0,3 1 0 0,-3-1 0 16,1 1 0-16,-1-1 0 0,0 1 0 16,0 1 0-16,-2-1 0 0,2 1 0 0,-2-1 0 15,0 2 0-15,1 0 0 0,-1-4 0 0,1 6 0 16,0-2 0-16,-1 0 0 0,2 0 0 0,-2 0 0 16,0 0 0-16,2 1 0 0,0-1 0 0,0 0 0 15,-2 1 0-15,2-2 0 0,0 1 0 0,0 0 0 16,0-1 0-16,0-1 0 0,0 1 0 0,0-1 0 0,-1 1 0 15,1-5 0-15,0 3 0 0,-2-1 0 16,2-1 0-16,-2-1 0 0,2 1 0 0,0-2 0 16,-4 1 0-16,4 1 0 0,-2-3 0 0,2 1 0 0,-1 0 0 15,0-3 0-15,0 2 0 0,1-2 0 0,0 1 0 16,1-4 0-16,-3 2 0 0,2-1 0 0,0 1 0 16,-2-1 0-16,2 1 0 0,-1-1 0 0,1 0 0 15,0 0 0-15,0 0 0 0,0 0 0 0,1 2 0 16,1-3 0-16,-2 1 0 0,0-2 0 0,3 3 0 15,-2 0 0-15,1-1 0 0,-2 0 0 0,3 1 0 16,-1-1 0-16,0 1 0 0,-1 0 0 0,2 0 0 16,-1-1 0-16,0 2 0 0,-1 0 0 0,1 0 0 15,0-1 0-15,-1 0 0 0,1 1 0 0,1-1 0 16,-2 2 0-16,1-2 0 0,0 2 0 0,-2-1 0 16,2 0 0-16,1 0 0 0,-3-2 0 0,0 3 0 15,1 0 0-15,2-1 0 0,-3 0 0 0,0 1 0 0,0-1 0 16,0 0 0-16,1 0 0 0,-1 1 0 0,0 0 0 15,2-1 0-15,-2 0 0 0,1 1 0 0,-1 1 0 16,3-2 0-16,-2 1 0 0,1-1 0 0,0-1 0 16,0 1 0-16,-1-1 0 0,1 1 0 0,1 0 0 15,0-1 0-15,1 0 0 0,-2 0 0 0,1 0 0 16,-1-1 0-16,1 0 0 0,2-1 0 0,-3 1 0 16,1-1 0-16,-1-1 0 0,0 0 0 0,-1-2 0 15,1 1 0-15,1 1 0 0,-2-2 0 0,1-1 0 16,0 1 0-16,-4-9 0 0,4 16 0 0,-4-16 0 15,5 12 0-15,-5-12 0 0,4 10 0 0,-4-10 0 16,0 0 0-16,6 12 0 0,-6-12 0 0,0 0 0 16,0 0 0-16,0 0 0 0,0 0 0 0,0 0 0 15,0 0 0-15,0 0-391 0,-10-13-238 0,6 4-58 16,1-2-40-16,-3-1-119 0,1-5-710 0,-4-2-1198 16</inkml:trace>
  <inkml:trace contextRef="#ctx0" brushRef="#br0" timeOffset="49368.7407">11817 4532 9 0,'0'0'255'0,"-16"3"-58"0,16-3-22 0,-16 1-20 15,16-1-6-15,-16 0 6 0,16 0-13 0,-14 0 10 16,14 0-29-16,-12-2 16 0,12 2-35 0,-10-4 11 15,10 4-15-15,-7-6-14 0,7 6-1 0,-5-7 6 16,5 7-17-16,0 0-2 0,-4-14-18 0,4 14-29 16,0 0 51-16,3-15-3 0,-3 15-38 0,3-10 58 15,-3 10-50-15,4-9 35 0,-4 9-40 0,5-8 30 16,-5 8-32-16,7-8 34 0,-7 8-32 0,8-5 34 16,-8 5-13-16,11-6 13 0,-11 6-14 0,14-7 30 15,-14 7 3-15,19-6-16 0,-7 5 21 0,0-2-9 16,3-1 12-16,3 0-12 0,0 1 7 0,7-1-10 15,2 1 6-15,5-3-4 0,4 1-6 0,9 0-11 16,1-1-11-16,6 0-8 0,0 1-6 0,4 0-5 16,4-1-11-16,13 0 0 0,0 0-5 0,5 0 0 15,0 0-9-15,3 1-1 0,-1 1-4 0,1 0 0 16,-2 1-2-16,-1 0-2 0,1 0-10 0,-5 1 12 16,-9 1-4-16,0-2 3 0,0 3-2 0,-2 0-2 15,-2 0-1-15,-1 0 6 0,-3 0-7 0,-1 0 1 0,-4 2 0 16,-10-2 0-16,0 1-4 0,-2 1 6 15,-3-2-4-15,-1 1 3 0,-5-1-2 0,-1 1 3 16,1 1-6-16,-2-2 6 0,-1 0-3 0,-1 1 11 0,2-1-2 16,-2 0 17-16,-1 2 1 0,1-2 14 15,0 0-13-15,-4 0 7 0,0 1-17 0,0 0 21 16,0 0-17-16,0 1 12 0,-2-2-16 0,-2 1 21 16,0 1-30-16,-2-1 24 0,1 2-18 0,-1-2 24 0,-4 2-19 15,-1 0 4-15,0 1 1 0,-2 0 22 0,0 0 16 16,0 2 0-16,-2 0 11 0,-1 1-10 0,1 1-8 15,-2 0-4-15,3 4-18 0,-5-2 44 0,3 5-33 16,-3-2 56-16,3 2-4 0,-2 1-18 0,-1 2-5 16,2 1 2-16,-1 3-8 0,2 2 19 0,0 2-5 15,0 4-10-15,-1-3-15 0,4 4-6 0,-3 0-3 16,1 1 19-16,1 5-6 0,3 0 0 0,-2 4-8 16,-1-2-3-16,3-1-2 0,-3 1 6 0,1 1-36 15,0 0 38-15,1 0-40 0,0 1 77 0,0 0-43 16,0 1 54-16,0 1-75 0,2 0 59 0,-5 0-55 15,6 1 62-15,-3 0-71 0,2-2 72 0,-3 3-85 16,2-1 94-16,-1-1-103 0,2 2 102 0,-1-2-85 16,0 1-19-16,-2 0 0 0,2 0 0 0,0 0 0 0,-1 0 0 15,0 0 0-15,2 1 0 0,-1 1 0 16,1-1 0-16,-1 0 0 0,0 0 0 0,1-2 0 0,0 1 0 16,-1-1 0-16,0 3 0 0,0-4 0 0,0 0 0 15,-2-3 0-15,2 1 0 0,-3 0 0 0,0-1 0 16,-1 1 0-16,3 0 0 0,-3-1 0 0,-2 0 0 15,1 1 0-15,0 0 0 0,-2-4 0 0,1 3 0 16,-2-3 0-16,0 1 0 0,0 4 0 0,0-4 0 16,0-1 0-16,-1 1 0 0,0 6 0 0,0-6 0 15,1 5 0-15,-1-1 0 0,1 2 0 0,-2-7 0 16,2 6 0-16,-1-5 0 0,-1 7 0 0,1 0 0 16,-1-1 0-16,1 1 0 0,-1-1 0 0,-1-4 0 15,0-1 0-15,1 6 0 0,0-5 0 0,0 5 0 16,-1-6 0-16,0 1 0 0,-1 0 0 0,1-1 0 0,-1 2 0 15,-1 4 0-15,1-5 0 0,1 1 0 16,0 4 0-16,-1-3 0 0,0-2 0 0,0 5 0 16,1 2 0-16,-1-6 0 0,1-2 0 0,1 0 0 0,-1 1 0 15,0 0 0-15,1-1 0 0,0-2 0 0,0 1 0 16,0-1 0-16,-1 1 0 0,0-2 0 16,1-1 0-16,-1 1 0 0,3-1 0 0,-2 0 0 0,1-1 0 15,-1 0 0-15,0-1 0 0,1 2 0 0,-1-2 0 16,0-4 0-16,-1 3 0 0,1-2 0 0,0-2 0 15,-2 1 0-15,2 0 0 0,1-1 0 0,-2 0 0 16,0-1 0-16,0 0 0 0,0-1 0 0,-1 1 0 16,2-2 0-16,-2 0 0 0,1 1 0 0,0-5 0 15,-1 2 0-15,0-1 0 0,2-1 0 0,-2 1 0 16,0-1 0-16,2 0 0 0,-1 0 0 0,1 4 0 16,1-4 0-16,-2 0 0 0,0 0 0 0,-1 1 0 15,2-1 0-15,-2-1 0 0,0 4 0 0,3-1 0 0,-2 1 0 16,0 1 0-16,-1 0 0 0,2-1 0 15,-2 0 0-15,2 2 0 0,-1-1 0 0,-1 1 0 16,2-1 0-16,-1 1 0 0,1 0 0 0,-1 0 0 0,0 1 0 16,0 0 0-16,1-1 0 0,0 0 0 0,1 2 0 15,-1-1 0-15,-2-1 0 0,3 2 0 16,0-2 0-16,-1 2 0 0,1-1 0 0,-1 0 0 0,2 1 0 16,-1-1 0-16,0 0 0 0,-2-1 0 0,4 0 0 15,-2 0 0-15,-1-2 0 0,1 2 0 0,0-3 0 16,0 1 0-16,-1-4 0 0,0 0 0 0,1 0 0 15,-2 0 0-15,2 0 0 0,-1-1 0 0,0 0 0 16,1 0 0-16,-1 0 0 0,-1-1 0 0,0-1 0 16,1-1 0-16,-1 0 0 0,1-2 0 0,-1 0 0 15,-1 1 0-15,1-2 0 0,1 1 0 0,-1-1 0 16,0-1 0-16,1 0 0 0,1 1 0 0,-2-1 0 16,1 0 0-16,-2-11 0 0,3 19 0 0,-3-19 0 15,2 20 0-15,-2-20 0 0,5 18 0 0,-5-18 0 16,2 18 0-16,-2-18 0 0,2 15 0 0,-2-15 0 15,2 15 0-15,-2-15 0 0,1 14 0 0,-1-14 0 16,2 16 0-16,-2-16 0 0,0 14 0 0,0-14 0 0,3 13 0 16,-3-13 0-16,1 12 0 0,-1-12 0 15,2 12 0-15,-2-12 0 0,1 13 0 0,-1-13 0 16,2 9 0-16,-2-9 0 0,0 0 0 0,3 13 0 0,-3-13 0 16,0 0 0-16,1 11 0 0,-1-11 0 0,0 0 0 15,0 0 0-15,0 0 0 0,2 11 0 0,-2-11 0 16,0 0 0-16,0 0 0 0,0 0 0 0,0 0 0 15,0 0 0-15,0 0 0 0,-5-7 0 0,5 7 0 16,-8-9 0-16,8 9-151 0,-13-10-662 0,4 4-27 16,1-2-144-16,-2-2-724 0,1 0-1386 0</inkml:trace>
  <inkml:trace contextRef="#ctx0" brushRef="#br0" timeOffset="51544.6835">14608 4273 197 0,'0'0'279'0,"0"0"-42"0,-10 5-31 15,10-5-22-15,0 0-19 0,-11 2-20 0,11-2 25 16,0 0-30-16,-12 2 44 0,12-2-46 0,0 0 23 0,-11 3-25 16,11-3 26-16,0 0-45 0,-14 1 26 15,14-1-10-15,0 0 19 0,-11 3-17 0,11-3 14 16,0 0-18-16,-13 2 14 0,13-2-18 0,0 0 2 15,-12 1-19-15,12-1-2 0,0 0-10 0,-10 3 0 16,10-3-15-16,0 0-11 0,0 0-15 0,-12 3-4 16,12-3-4-16,0 0-20 0,0 0-3 0,0 0 0 15,-10 4 18-15,10-4 21 0,0 0 42 0,0 0-6 0,0 0 3 16,10 8-5-16,-10-8 10 0,18 4 21 16,-4-3-6-16,5 0-20 0,4 0 13 0,8-1 2 0,8 0 17 15,13-1-1-15,6-1-13 0,5-1-13 0,15-1-21 16,9 0-12-16,4-1-15 0,3-1 14 0,5 0-42 15,2 2 15-15,-2-2-34 0,-1-1 27 0,-2 1-38 16,-2 0 1-16,0 0 23 0,-4 0-33 0,-1 1 30 16,-3 1-37-16,-4 0 40 0,-3 0-42 0,-3 2 34 15,-13 0-31-15,-1 1 31 0,-1-1-29 0,-1 2 23 16,-3 0-29-16,0-1 33 0,-3 1-34 0,-1-1 36 16,-3 2-35-16,-5-1 31 0,-3 0-30 0,-1 0 33 15,-1 1-36-15,-3-1 34 0,-5 2-36 0,0-2 34 16,-2 2-29-16,-2 0 30 0,0-1-33 0,-3 1 32 15,-5 0-29-15,1 0 30 0,-2-1-34 0,-2 0 37 16,-2 1-34-16,-1-1 34 0,0 0-34 0,-3 1 31 0,-11-2-33 16,21 2 31-16,-21-2-32 0,16 2 41 15,-16-2-40-15,15 0 35 0,-15 0-32 0,11 3 29 16,-11-3-33-16,11 4 35 0,-11-4-29 0,12 3 31 16,-12-3-28-16,11 3 50 0,-11-3-31 0,11 5 39 15,-11-5-12-15,12 6 34 0,-12-6-30 0,12 8 6 0,-12-8 6 16,15 8 5-16,-8-2-13 0,1-2 6 15,0 3 1-15,-1 1 23 0,1-2-7 0,0 5-5 0,1-3-13 16,-2 4 7-16,2 0-52 0,-2-1 68 16,0 4-65-16,-1-1 91 0,0 2-91 0,0 0 93 15,0 4-92-15,0-1 80 0,-1 1-85 0,-1 0 54 0,2 3-57 16,-3-1 0-16,2 0 0 0,-1 1 0 0,0 1 0 16,0 1 0-16,0 0 0 0,-1 0 0 0,0 2 0 15,0-1 0-15,1 1 0 0,-2 0 0 0,1 1 0 16,0 3 0-16,0-3 0 0,0 3 0 0,-2 1 0 15,1-3 0-15,-1-1 0 0,0 0 0 0,1 5 0 16,-1-1 0-16,0 2 0 0,0-2 0 0,0-2 0 16,0 2 0-16,-1-3 0 0,1 4 0 0,-1-2 0 15,1 1 0-15,-3-3 0 0,3 5 0 0,-1 2 0 16,0-3 0-16,0 3 0 0,1-3 0 0,-1 3 0 16,2-1 0-16,-1 0 0 0,0 1 0 0,0-3 0 0,1 3 0 15,0 1 0-15,0-3 0 0,1 2 0 16,-1 1 0-16,0 0 0 0,1 0 0 0,-1 1 0 15,2 5 0-15,-2-5 0 0,1 3 0 0,0-5 0 0,1 6 0 16,1-1 0-16,-1-4 0 0,0-1 0 0,1 6 0 16,-2-7 0-16,1 0 0 0,0 2 0 15,2-3 0-15,-2 1 0 0,2 5 0 0,-2-4 0 0,0 0 0 16,1-1 0-16,-1 0 0 0,1 1 0 0,0-1 0 16,-1 1 0-16,0 0 0 0,1 6 0 0,-1-8 0 15,0 2 0-15,1-1 0 0,-1 0 0 0,1 0 0 16,0-1 0-16,-1 2 0 0,1-2 0 0,-2-1 0 15,3 2 0-15,-2-1 0 0,0-1 0 0,1 1 0 16,-1 0 0-16,0 1 0 0,1-1 0 0,0 1 0 16,-2-1 0-16,1 0 0 0,0 0 0 0,0 1 0 15,0 0 0-15,0-1 0 0,1 1 0 0,-1-1 0 16,-1 2 0-16,1-3 0 0,0 2 0 0,-1 0 0 16,-2-2 0-16,3 1 0 0,-1 1 0 0,2-1 0 0,-2 0 0 15,1 0 0-15,0-1 0 0,-1 2 0 0,1-2 0 16,1 3 0-16,-2-3 0 0,2 1 0 15,0 0 0-15,-1 1 0 0,0-1 0 0,-1 2 0 0,1-3 0 16,0 0 0-16,0 1 0 0,0-1 0 0,0 0 0 16,-1-1 0-16,0 2 0 0,0-2 0 0,0 1 0 15,1-1 0-15,-1 1 0 0,0-1 0 0,1 1 0 16,0-1 0-16,-1 2 0 0,0-2 0 0,0 1 0 16,0-1 0-16,0 0 0 0,0 1 0 0,0-1 0 15,0 0 0-15,1-1 0 0,-1 1 0 0,1-2 0 16,-2-3 0-16,2 0 0 0,-1 1 0 0,0-2 0 15,0 5 0-15,0-5 0 0,2 1 0 0,-2 0 0 16,0 0 0-16,0 3 0 0,1-4 0 0,-1 1 0 16,-1 1 0-16,2-2 0 0,-1 1 0 0,2 3 0 15,-3-3 0-15,2 0 0 0,-1 0 0 0,1-2 0 16,-1 2 0-16,0 0 0 0,0-1 0 0,0-1 0 0,1 1 0 16,0 0 0-16,0-1 0 0,-1 0 0 0,1 0 0 15,-1-1 0-15,1 0 0 0,-1-2 0 16,0 1 0-16,2-1 0 0,-3 0 0 0,0-3 0 0,0-1 0 15,1 1 0-15,-2 0 0 0,1-1 0 0,-1 0 0 16,1-1 0-16,-1 0 0 0,0-1 0 0,0 1 0 16,1-2 0-16,-1 0 0 0,0 0 0 15,1-2 0-15,-1 0 0 0,0 0 0 0,0 0 0 0,0 0 0 16,1-1 0-16,-1 2 0 0,0-3 0 0,0 3 0 16,0-1 0-16,-1-1 0 0,1 1 0 0,0 0 0 15,0-1 0-15,-1 2 0 0,1-1 0 0,0 1 0 16,-1-1 0-16,1 0 0 0,0 1 0 0,-1 2 0 15,2 1 0-15,-2-2 0 0,2 2 0 0,-2-1 0 16,1 0 0-16,1 0 0 0,-1 1 0 0,0-3 0 16,1 1 0-16,-1-1 0 0,0 0 0 0,-1-1 0 15,1 0 0-15,1-1 0 0,-1 1 0 0,-1-13 0 16,4 21 0-16,-4-21 0 0,2 21 0 0,-2-21 0 0,2 15 0 16,-2-15 0-16,3 14 0 0,-3-14 0 0,2 13 0 15,-2-13 0-15,2 11 0 0,-2-11 0 0,0 0 0 16,2 14 0-16,-2-14 0 0,0 0 0 0,0 0 0 15,1 13 0-15,-1-13 0 0,0 0 0 0,0 0 0 16,0 0 0-16,3 11 0 0,-3-11 0 16,0 0 0-16,0 0 0 0,0 0 0 0,0 0 0 0,0 0 0 15,0 0 0-15,0 0 0 0,-4-12-113 0,4 12-733 16,-9-18-66-16,2 5-209 0,-1-5-524 0,0-2-1308 16</inkml:trace>
  <inkml:trace contextRef="#ctx0" brushRef="#br0" timeOffset="53870.2576">17700 4411 10 0,'0'0'341'0,"-14"-1"-64"0,14 1-41 16,-15-1 26-16,15 1-52 0,-16-2-1 0,16 2-57 16,-16-2 22-16,16 2-48 0,-15-2 22 0,15 2-46 15,-13-5 21-15,13 5-42 0,-13-3 24 0,13 3-56 16,-10-6 33-16,10 6-42 0,-10-5 32 0,10 5-40 16,-9-7 41-16,9 7-48 0,-6-8 29 0,6 8-40 15,0 0 38-15,-8-10-21 0,8 10 22 0,0 0-25 16,-4-11 14-16,4 11-23 0,0 0 33 0,-2-12-13 15,2 12 25-15,0 0-10 0,0 0 16 0,1-11 0 16,-1 11 10-16,0 0 6 0,0 0 8 0,0 0 2 16,1-12 3-16,-1 12-4 0,0 0-11 0,0 0-2 15,4-10-2-15,-4 10-8 0,0 0-3 0,6-7-2 16,-6 7-6-16,0 0 7 0,10-7-2 0,-10 7-1 0,8-5-5 16,-8 5-2-16,14-7-19 0,-3 3 4 0,1-2-17 15,4 0 10-15,0 2-14 0,7-2 36 0,4 0-20 16,5-1 11-16,9-2-19 0,6 1 9 0,5 1-19 15,5 0 17-15,13 0-28 0,5-1 22 0,1 4-32 16,3 0 26-16,-1-1-23 0,0 1 19 16,-1 2-22-16,-1 0 26 0,-13 1-29 0,-1 1 26 0,-3 1-25 15,-2-1 24-15,-5 2-33 0,-2 1 27 0,-10 0-24 16,-1-2 26-16,-5 3-25 0,-5-3 23 16,-3 0-29-16,-4 2 33 0,-2-1-28 0,-2-1 21 0,-1 0-24 15,-4 1 28-15,1-1-27 0,-2 1 30 0,-12-2-28 16,22 1 46-16,-22-1-30 0,16 2 53 0,-16-2-42 15,19 0 43-15,-19 0-50 0,18 1 37 0,-18-1-44 16,15 1 39-16,-15-1-47 0,17 0 28 0,-17 0-34 16,16 0 37-16,-16 0-40 0,17 0 39 0,-17 0-39 15,17 1 50-15,-17-1-33 0,20 2 28 0,-20-2 26 16,22 1-30-16,-22-1 30 0,21 3-30 0,-8-2 42 16,-1 1-48-16,1-1 9 0,0 1 31 0,0-1-43 15,1 0 29-15,-1 1-30 0,1-1 32 0,-1-1-41 16,1 2 42-16,-1-1-37 0,1 1 38 0,-3 0-40 15,1-1 25-15,-12-1-34 0,23 3 29 0,-13 0-32 16,-10-3 28-16,20 5-41 0,-20-5 31 0,18 6-30 16,-18-6 37-16,15 9-26 0,-8-4 45 0,1 2-20 15,-2 2 0-15,0 0 29 0,0 2 9 0,0 2 6 0,0-1-7 16,-1 3 7-16,-1 1-1 0,0 0-30 16,-1 2 32-16,2 3-41 0,-2 0 41 0,0 0-9 15,1 2 0-15,-1 2 16 0,-1 0 12 0,-1 0-18 16,1 3-12-16,-1 0 7 0,-1 1 0 0,1 0-16 15,-1 5 6-15,0 0-1 0,1 1 9 0,0 0-77 0,-1 1 70 16,2 0-56-16,-1-1 0 0,1 1 0 16,1 0 0-16,1 1 0 0,0 4 0 0,1 1 0 15,0 1 0-15,1-2 0 0,1 1 0 0,0 1 0 16,3 1 0-16,-1-1 0 0,1 0 0 0,1 0 0 0,1-1 0 16,-1 0 0-16,2 0 0 0,-2-1 0 0,2 1 0 15,-2-2 0-15,0 0 0 0,1-2 0 0,-2 2 0 16,0-1 0-16,1-1 0 0,-1 0 0 15,0-1 0-15,1 0 0 0,0 1 0 0,-2-3 0 0,2 2 0 16,-4-5 0-16,1 1 0 0,0-1 0 16,-1 0 0-16,0 0 0 0,0 1 0 0,0-1 0 0,0 0 0 15,0 1 0-15,-2-1 0 0,1 0 0 0,-1 1 0 16,0-1 0-16,0 1 0 0,-1-1 0 0,1 2 0 16,-1 1 0-16,1-3 0 0,-1 4 0 0,2-1 0 15,-2-1 0-15,0 1 0 0,0 0 0 0,0 1 0 16,1-1 0-16,1 1 0 0,-2-1 0 0,1-2 0 15,1 2 0-15,0-3 0 0,0 1 0 0,2 0 0 16,-2-1 0-16,1-1 0 0,0 0 0 0,0-1 0 16,0 0 0-16,0-1 0 0,0 1 0 0,-1-1 0 15,1 1 0-15,-1-1 0 0,0 0 0 0,-1 0 0 16,0 1 0-16,1 0 0 0,-2 1 0 0,0-1 0 16,1 1 0-16,-2-1 0 0,1 1 0 0,0-1 0 0,0 0 0 15,2 1 0-15,-3 1 0 0,1-2 0 0,1 2 0 16,-2-1 0-16,2-1 0 0,-1 1 0 15,1 1 0-15,2 0 0 0,-2-1 0 0,0 1 0 0,0-1 0 16,1 0 0-16,-1 2 0 0,-1-1 0 16,1 0 0-16,-2 2 0 0,1 0 0 0,0-2 0 15,-1 2 0-15,1 0 0 0,-1 0 0 0,0 1 0 0,-1-1 0 16,1-2 0-16,0 4 0 0,-1-4 0 0,1 1 0 16,0-1 0-16,0 1 0 0,0-1 0 0,0 0 0 15,1-1 0-15,-2-1 0 0,1 0 0 0,0-2 0 16,-1-2 0-16,2 0 0 0,-1 0 0 0,1 0 0 15,-1 0 0-15,1 0 0 0,0-1 0 0,-1 0 0 16,1-2 0-16,-1 2 0 0,1-2 0 0,0 1 0 16,-1 0 0-16,1-1 0 0,-1 0 0 0,-1 0 0 15,1 0 0-15,-1-1 0 0,1 1 0 0,-1-1 0 16,1 0 0-16,0 0 0 0,-1 1 0 0,1 0 0 16,-1-2 0-16,2 2 0 0,-1-2 0 0,0 2 0 0,0-1 0 15,0 1 0-15,0-2 0 0,-1 1 0 0,1 0 0 16,0 0 0-16,-1 0 0 0,0-1 0 15,2-1 0-15,-2 4 0 0,1-5 0 0,-1 0 0 0,0 0 0 16,1 0 0-16,-1 0 0 0,0 0 0 0,-1 2 0 16,2-2 0-16,-2 2 0 0,1-2 0 0,-1 1 0 15,1-1 0-15,-1 1 0 0,2 0 0 0,-2-1 0 16,0 0 0-16,1 1 0 0,-1-2 0 0,1 0 0 16,0 0 0-16,0 0 0 0,0-1 0 0,-1 0 0 15,1-1 0-15,0 0 0 0,0 0 0 0,0 0 0 16,0-3 0-16,-1 0 0 0,1 3 0 0,-1-3 0 15,1-4 0-15,0 3 0 0,0-1 0 0,-1 0 0 16,-1-11 0-16,4 20 0 0,-4-20 0 0,2 18 0 0,-2-18 0 16,3 19 0-16,-3-19 0 0,2 16 0 15,-2-16 0-15,2 16 0 0,-2-16 0 0,2 18 0 16,-2-18 0-16,2 19 0 0,-2-19 0 0,2 19 0 0,-2-19 0 16,1 20 0-16,-1-20 0 0,2 21 0 0,-2-21 0 15,1 22 0-15,-1-22 0 0,1 22 0 0,2-11 0 16,-3 1 0-16,2 0 0 0,-2 0 0 0,1 0 0 15,1 0 0-15,-1 1 0 0,0-1 0 0,0 0 0 16,0 1 0-16,-1-3 0 0,1 2 0 0,0-1 0 16,-1 2 0-16,0-13 0 0,-1 21 0 0,1-21 0 15,-2 20 0-15,2-20 0 0,-2 19 0 0,2-19 0 16,-2 15 0-16,2-15 0 0,-2 14 0 0,2-14 0 16,-2 12 0-16,2-12 0 0,0 0 0 0,-1 14 0 15,1-14 0-15,0 0 0 0,0 0 0 0,0 0 0 16,0 0 0-16,0 0 0 0,0 0 0 0,0 0 0 15,4-10 0-15,-1 0 0 0,-1 0 0 0,1-5-511 16,0-1-179-16,-1-1-13 0,2-1-19 0,-3 0-111 16,0-2-669-16,0 0-1127 0</inkml:trace>
  <inkml:trace contextRef="#ctx0" brushRef="#br0" timeOffset="56655.8422">19758 4344 87 0,'0'0'292'0,"-12"-6"-28"0,12 6-6 0,-9-6-9 0,9 6-35 16,-9-6 0-16,9 6-44 0,-10-6 18 0,10 6-53 15,-7-6 27-15,7 6-50 0,-6-7 25 0,6 7-40 16,0 0 44-16,-9-9-22 0,9 9 31 15,0 0-24-15,-8-6 13 0,8 6-24 0,0 0 3 16,0 0-17-16,-6-8 1 0,6 8-23 0,0 0-5 16,0 0-10-16,0 0 2 0,0 0-7 0,0 0 24 15,0 0 27-15,5-9 9 0,-5 9-18 0,19-6 4 16,-4 3-1-16,7-2-9 0,6 0 5 0,7-3-21 16,12 0 11-16,5-1-29 0,16-2 7 0,4 0-29 15,4 0 10-15,7 1-24 0,2 0 11 0,3-1-4 0,-2 4-11 16,1-2-4-16,-2 2-21 0,-4 0 17 0,-3 2-21 15,-3 0 21-15,-12 1-18 0,-4 1 24 0,-3 0-29 16,-3 2 26-16,-2-1-13 0,-11 2 1 0,-2 0 0 16,-7 0-6-16,-1 0 2 0,-2 1-1 15,-5-1 3-15,0 1 0 0,-4-1 0 0,1 0-1 0,-6 1 5 16,2-1-7-16,-3 0 0 0,-13 0 1 0,24 0 3 16,-24 0-6-16,22 0 5 0,-22 0-4 0,17 1 6 15,-17-1-4-15,18 2 7 0,-18-2-2 0,19 0-2 16,-19 0 7-16,18 3-9 0,-18-3 7 15,19 1 4-15,-9 3-2 0,-10-4 2 0,22 2-20 0,-11 0 26 16,3 0-4-16,-3 0-21 0,1 0 36 0,2 1 0 16,1-1-3-16,-1 1-26 0,1 0 26 0,1 1-25 15,-1-2 44-15,1 2-39 0,-1-1 35 16,1 0-39-16,-1 0 35 0,0 0-39 0,-2 0 48 16,3 1-42-16,-2 0 49 0,1-2-39 0,0 2 38 0,0-1-28 15,0 1 32-15,-1 0-37 0,1 0 0 0,0 0-3 16,-1 0 5-16,2 1 6 0,-2-1 10 15,2 2 34-15,-3-2-35 0,2 1 14 0,0 1 32 0,0-1-48 16,1 2 30-16,-2-1-36 0,1-1-8 16,-1 2 8-16,0 0-7 0,-1-1-2 0,1 1-1 0,-2 0-1 15,-1 0-5-15,1 1 2 0,-1 0-1 0,-1 0 2 16,1 1 1-16,-2-1-6 0,0 2 3 0,1 0 1 16,-2 0 1-16,-1 0 1 0,1 2 4 0,0 0 3 15,-1 1 3-15,0 0-1 0,-1 2 2 0,2 0 5 16,-3 1 27-16,2 1 4 0,0 1-13 0,-1 3-3 15,2-2 1-15,-2 2-3 0,-1 1-7 0,1 0 0 16,0 2-2-16,1-1-4 0,-2 0 4 0,0 2-2 16,0 1 2-16,1 3-1 0,2-1 8 0,-3 0-12 15,1 1-4-15,0-1 7 0,0 1 16 16,3-1-66-16,-2 2 57 0,0-2-48 0,-1 1 68 0,4 1-71 16,-1-1 72-16,0 1-77 0,1 0 57 0,0 0-53 15,-1 1 62-15,2 0-59 0,-2 0 80 0,0 1-68 16,2 1 108-16,0-2-95 0,-1 0 82 0,-1 0-101 15,1 0 4-15,0-1-2 0,-2 0 0 0,1 0 0 16,-2 1 0-16,1-1 0 0,-1 0 0 0,1 0 0 16,-2 0 0-16,0-1 0 0,0 1 0 0,-1 2 0 15,0-2 0-15,0 1 0 0,-1 0 0 0,0-2 0 16,0 1 0-16,0 0 0 0,0 3 0 0,-1-1 0 16,1-1 0-16,0 1 0 0,-1 1 0 0,1-1 0 15,-1-1 0-15,1 2 0 0,0-2 0 0,-1 2 0 16,3-2 0-16,-2 1 0 0,0 0 0 0,1-2 0 15,-1 2 0-15,1-2 0 0,-1 0 0 0,2 0 0 16,-2-2 0-16,0-1 0 0,0-1 0 0,1 3 0 16,-1-3 0-16,1 0 0 0,0-1 0 0,0 4 0 15,-1-4 0-15,1 0 0 0,-1 0 0 0,0 2 0 16,0-4 0-16,0 2 0 0,0 0 0 0,-1 0 0 16,1-1 0-16,-1 1 0 0,1-2 0 0,0 1 0 15,-1 0 0-15,-1-1 0 0,3 1 0 0,-2-2 0 0,0 1 0 16,0 0 0-16,0-1 0 0,1 0 0 0,0-1 0 15,0 1 0-15,1-1 0 0,-1 1 0 16,-1-1 0-16,1 1 0 0,0-1 0 0,-1-3 0 16,0 3 0-16,0 1 0 0,2-1 0 0,-1 1 0 0,0-1 0 15,0 2 0-15,0-1 0 0,0 0 0 0,0-1 0 16,-1 0 0-16,2 1 0 0,-1 0 0 0,0 0 0 16,0 0 0-16,0 1 0 0,0-1 0 0,0 0 0 15,-1 2 0-15,2-2 0 0,-1 1 0 0,1 1 0 16,-1-1 0-16,0 0 0 0,1 1 0 0,0-1 0 15,0 1 0-15,0 0 0 0,0-1 0 0,0 1 0 16,0-1 0-16,0 1 0 0,0-1 0 0,0 1 0 16,1 0 0-16,-1-1 0 0,0 0 0 0,0 2 0 15,0-1 0-15,0 0 0 0,0-1 0 0,-1 2 0 16,1-1 0-16,-1-1 0 0,2 2 0 0,-1-1 0 16,-1-1 0-16,1 1 0 0,-1 0 0 0,0 0 0 15,1 0 0-15,0-1 0 0,-2-1 0 0,1 2 0 16,0-2 0-16,-1 0 0 0,0 0 0 0,1 0 0 15,-2-1 0-15,2 1 0 0,0-3 0 0,-1 2 0 0,0-3 0 16,-1 1 0-16,1-1 0 0,0 1 0 16,0-1 0-16,-1 0 0 0,1 0 0 0,-1 0 0 15,1-1 0-15,1 0 0 0,-2 0 0 0,1 1 0 0,-1-3 0 16,1 3 0-16,-1 0 0 0,0-1 0 0,0-1 0 16,1 1 0-16,-1-1 0 0,0 1 0 0,1 0 0 15,0-1 0-15,0 0 0 0,0 2 0 0,-1-2 0 16,2 2 0-16,-1-1 0 0,1 1 0 0,0 0 0 15,0 2 0-15,2 1 0 0,-3 0 0 0,2 0 0 16,-1 0 0-16,2 1 0 0,-2-1 0 0,2 1 0 16,-1-2 0-16,0 2 0 0,0-1 0 0,0-1 0 15,0 3 0-15,-1-2 0 0,2 1 0 0,-1-2 0 16,0 1 0-16,-2 0 0 0,2 0 0 0,-1 0 0 16,2 0 0-16,-3-4 0 0,1 0 0 0,-1 2 0 15,1-1 0-15,-1 0 0 0,1 0 0 0,-1-2 0 16,2 1 0-16,-2 0 0 0,-1-1 0 0,0 0 0 15,2-1 0-15,-2-1 0 0,1 1 0 0,0-1 0 0,-1-2 0 16,1 1 0-16,-2-1 0 0,1 0 0 16,0 0 0-16,1 0 0 0,0 0 0 0,-2 0 0 15,1-2 0-15,0 1 0 0,-1 0 0 0,1 0 0 0,-2-11 0 16,3 20 0-16,-3-20 0 0,3 19 0 0,-3-19 0 16,3 18 0-16,-3-18 0 0,3 15 0 0,-3-15 0 15,2 15 0-15,-2-15 0 0,2 15 0 0,-2-15 0 16,4 14 0-16,-4-14 0 0,2 14 0 0,-2-14 0 15,2 15 0-15,-2-15 0 0,2 13 0 0,-2-13 0 16,3 12 0-16,-3-12 0 0,3 13 0 0,-3-13 0 16,2 14 0-16,-2-14 0 0,1 13 0 0,-1-13 0 15,2 14 0-15,-2-14 0 0,3 15 0 0,-3-15 0 16,2 16 0-16,-2-16 0 0,2 17 0 0,-2-17 0 16,2 17 0-16,-2-17 0 0,2 19 0 0,-2-19 0 15,3 19 0-15,-3-19 0 0,1 15 0 0,-1-15 0 16,2 17 0-16,-2-17 0 0,1 16 0 0,-1-16 0 15,1 17 0-15,-1-17 0 0,1 16 0 0,-1-16 0 16,1 13 0-16,-1-13 0 0,1 12 0 0,-1-12 0 16,1 12 0-16,-1-12 0 0,0 0 0 0,2 16 0 15,-2-16 0-15,0 0 0 0,0 13 0 0,0-13 0 0,0 0 0 16,2 12 0-16,-2-12 0 0,0 0 0 0,0 11 0 16,0-11 0-16,0 0 0 0,0 0 0 15,1 13 0-15,-1-13 0 0,0 0 0 0,0 0 0 0,2 12 0 16,-2-12 0-16,0 0 0 0,0 0 0 0,1 14 0 15,-1-14 0-15,0 0 0 0,0 0 0 0,1 14 0 16,-1-14 0-16,0 0 0 0,0 0 0 0,0 12 0 16,0-12 0-16,0 0 0 0,0 0 0 0,0 0 0 15,1 13 0-15,-1-13 0 0,0 0 0 0,0 0 0 16,0 0 0-16,0 14 0 0,0-14 0 0,0 0 0 16,0 0 0-16,0 12 0 0,0-12 0 0,0 0 0 15,-1 11 0-15,1-11 0 0,0 0 0 0,-2 10 0 16,2-10 0-16,0 0 0 0,0 0 0 0,-2 13 0 0,2-13 0 15,0 0 0-15,0 0 0 0,0 0 0 0,-2 11 0 16,2-11 0-16,0 0 0 0,0 0 0 16,0 0 0-16,0 0 0 0,0 0 0 0,0 0 0 0,0 0 0 15,-13-5 0-15,13 5-500 0,-10-11-492 0,5 2-1118 16,0 2-1878-16</inkml:trace>
  <inkml:trace contextRef="#ctx0" brushRef="#br0" timeOffset="60322.6013">20276 4892 134 0,'-1'-14'753'0,"0"2"-156"0,-1 0-33 0,1 0-24 16,0 0-69-16,-2 0-11 0,1 0-44 0,0 2-23 16,0-1-20-16,0 0-1 0,2 11-44 0,-3-15-47 15,3 15-49-15,-3-15-55 0,3 15-35 0,0 0-17 16,-3-10-44-16,3 10-17 0,0 0 8 0,0 0 23 15,7 14-12-15,-3-2-9 0,1 1-3 0,1 2 1 16,1 4-7-16,1 1-11 0,0 1-16 0,0 0-3 16,3 4-4-16,-1-1-7 0,0 0-7 0,2 1-2 15,-1-1 0-15,-1-4-42 0,1 0 44 0,-2 0-40 16,1-2 39-16,1-1-35 0,-3-3 39 0,0-1-37 16,-1-1 41-16,2-2-36 0,-3-2 37 0,0 0-35 15,2-2 42-15,-8-6-18 0,17 4 93 0,-17-4-38 0,15 0 73 16,-15 0-48-16,17-8 78 0,-8 2-64 15,-2-5 52-15,2 0-125 0,-2-3-35 0,-2 0 0 16,-1-4 0-16,0-2 0 0,0-3 0 0,-2 0 0 16,-1-1 0-16,-1 2 0 0,1 2 0 0,-2 0 0 0,0 0 0 15,1 2 0-15,-1 2 0 0,0 3 0 0,1 1 0 16,0 12 0-16,0-22 0 0,0 22-41 0,0-12-217 16,0 12-49-16,0 0-76 0,0 0-52 15,0 0-79-15,0 0-48 0,-2 15-51 0,2-15-57 16,2 21-732-16,-1-10-1003 0</inkml:trace>
  <inkml:trace contextRef="#ctx0" brushRef="#br0" timeOffset="60558.7232">20778 5067 168 0,'5'-11'916'0,"-5"11"-160"0,2-10-9 15,-2 10-89-15,0-12-31 0,0 12-58 16,-2-12-53-16,2 12-37 0,-2-11-64 0,2 11-75 0,0 0-77 15,-4-13-61-15,4 13-42 0,0 0-32 16,0 0-23-16,0 0-20 0,0 0-20 0,0 0-9 0,0 0-10 16,0 0-15-16,1 13-4 0,-1-13-5 15,4 15-5-15,0-6-4 0,0 0-24 0,0 0-71 0,1 1-86 16,1 0-87-16,-1-1-76 0,0 0-94 0,0 1-86 16,1-2-57-16,-2 0-114 0,2 0-710 0,-6-8-993 15</inkml:trace>
  <inkml:trace contextRef="#ctx0" brushRef="#br0" timeOffset="60755.7601">20793 4885 180 0,'-3'-20'872'0,"1"2"-112"16,0-1 39-16,0 1-64 0,1 0-68 0,-1 4-91 15,0-3-71-15,1 4-31 0,0 0-61 0,0 1-83 16,1 12-78-16,-1-18-58 0,1 18-44 15,0-13-29-15,0 13-27 0,0 0-32 0,6-6-61 0,-6 6-104 16,8 5-98-16,-8-5-68 0,12 14-87 0,-4-3-110 16,0 3-75-16,-1 1-104 0,0 4-817 0,1 1-1079 15</inkml:trace>
  <inkml:trace contextRef="#ctx0" brushRef="#br0" timeOffset="61107.7389">20983 5091 811 0,'0'0'831'16,"0"0"-11"-16,4-13-53 0,-4 13-30 0,4-11-58 0,-4 11-82 16,3-10-75-16,-3 10-61 0,3-9-102 15,-3 9-72-15,0 0-62 0,6-10-39 0,-6 10-40 16,0 0-38-16,0 0-21 0,17 0-12 0,-17 0-24 16,13 7-12-16,-6-1-59 0,1 2 56 0,1-1-59 15,0 2 51-15,-1 2-71 0,2 1 3 0,-3-1-61 0,1 1 25 16,-1 1-56-16,0-2 52 0,-3 0-41 15,2 0 52-15,-3 0-22 0,0-3 52 0,0 2-25 16,-3-10 47-16,4 14-27 0,-4-14 48 0,1 12-27 0,-1-12 49 16,0 0-13-16,0 0 61 0,0 0-14 15,0 0 56-15,0 0-58 0,0 0 76 0,0 0-73 16,-5-12 52-16,5 12-79 0,0-22 56 0,1 9-78 16,0-3 58-16,1-1-29 0,1-1-3 0,1 1-19 15,0-1 4-15,0 1-8 0,0 0-15 0,1 1-20 0,-1 2-65 16,1 0-54-16,1 1-74 0,-2 4-78 0,0-1-81 15,-4 10-65-15,9-15-69 0,-9 15-31 0,9-8-42 16,-9 8-131-16,9-5-547 0,-9 5-866 16</inkml:trace>
  <inkml:trace contextRef="#ctx0" brushRef="#br0" timeOffset="61375.8067">21333 4784 958 0,'-2'-17'843'0,"0"3"-65"16,1-1 6-16,-2 0-75 0,1 1-37 0,-1 1-67 16,1 1 8-16,0 1-138 0,0-1-60 0,2 12-81 15,-2-17-69-15,2 17-61 0,-3-12-30 0,3 12-49 16,0 0-25-16,0 0-8 0,0 0-47 0,0 0-45 16,0 21 0-16,2-9 0 0,1 4 0 0,1 2 0 15,0 5 0-15,0 0 0 0,2 0 0 0,-1 1 0 16,2 5 0-16,0-2 0 0,2 1 0 0,-1-1 0 15,1-2 0-15,-2-2 0 0,2-1-16 0,-1-1-299 16,-1-1-88-16,-1 0-35 0,1-4-64 0,-3 0-45 16,0-1-30-16,-1-1-20 0,-1-2-89 0,-1-1-616 15,-1-11-905-15</inkml:trace>
  <inkml:trace contextRef="#ctx0" brushRef="#br0" timeOffset="62481.6938">21380 5142 640 0,'0'0'639'16,"-9"-14"-41"-16,5 5 33 0,0 0-38 0,0 1-45 15,-1-2-56-15,1 2-26 0,4 8-15 0,-6-18-31 16,4 7-45-16,2 11-55 0,-3-14-67 0,3 14-53 16,0-14-44-16,0 14-26 0,5-13-30 0,-5 13-22 15,10-12-17-15,-2 5-16 0,1 1-7 0,0 2-7 16,2 0-9-16,-1 1-2 0,2 0 0 0,0 0-12 16,-1 1-4-16,1 0-1 0,-12 2-1 0,22-1-3 15,-22 1 0-15,18 0-5 0,-18 0 0 0,15 0 0 16,-15 0 3-16,13 3-2 0,-13-3 2 15,11 4 3-15,-11-4 3 0,7 7 4 0,-7-7 0 0,6 10 0 16,-6-10-3-16,5 9 0 0,-5-9 7 0,4 11-9 16,-4-11 4-16,5 11-1 0,-5-11-1 0,5 12 3 15,-5-12 1-15,6 11-2 0,-6-11-3 0,6 9 5 16,-6-9 1-16,8 10-7 0,-8-10 0 0,9 8 1 16,-9-8-2-16,8 6 5 0,-8-6-1 0,10 4 1 15,-10-4-10-15,0 0 8 0,16 0-4 0,-16 0-1 16,11-4-1-16,-11 4 3 0,12-11 1 0,-6 4-5 15,0-2 6-15,0 0-3 0,0-1 4 0,0-1-4 16,-2 0 4-16,1 1 6 0,-1 1 46 0,-4 9 48 16,6-18 17-16,-6 18 11 0,7-13-8 0,-7 13-90 15,4-12 71-15,-4 12-91 0,4-9 30 0,-4 9-44 16,0 0 0-16,0 0 0 0,7-7 0 0,-7 7 0 16,0 0 0-16,6 8 0 0,-6-8 0 0,6 11 0 15,-6-11 0-15,8 15 0 0,-8-15 0 0,9 18 0 16,-3-10 0-16,0 0 0 0,2 2 0 0,1 0 0 15,1-1 0-15,3 0 0 0,-1 0 0 0,3-2 0 0,-1 0-21 16,3-1-103-16,-3 0 41 0,1-1-8 16,-1-1-8-16,2 0 17 0,-5-2 11 0,1 0 14 15,-12-2 10-15,21 1 16 0,-21-1 5 0,20-2 1 16,-20 2 6-16,16-7 9 0,-16 7-2 0,14-12 9 0,-9 5 2 16,-1-2-6-16,0 0 5 0,-4 9 3 0,5-17 11 15,-5 17 1-15,2-17 14 0,-2 17 3 16,-1-13-7-16,1 13-4 0,-1-12 1 0,1 12-8 15,-4-10 2-15,4 10-3 0,0 0 3 0,-9-8-1 0,9 8-4 16,0 0 2-16,-14 3-6 0,14-3 8 16,-11 7-2-16,11-7-4 0,-11 8 11 0,11-8-17 15,-11 13 5-15,11-13 1 0,-9 15-3 0,9-15 2 16,-7 15 2-16,7-15 0 0,-4 13-6 0,4-13 5 0,-1 14-4 16,1-14 2-16,3 12-44 0,-3-12 50 0,5 11-44 15,-5-11 44-15,8 9-46 0,-8-9 40 0,11 5-42 16,-11-5 45-16,11 4-43 0,-11-4 61 0,0 0-18 15,15-4-3-15,-15 4-3 0,11-7-2 0,-11 7 3 16,9-13-1-16,-5 6 1 0,0-3-2 0,-1 0-2 16,-1-1 8-16,1 0-1 0,0 1 9 0,-1 0 0 15,-2 10 43-15,2-19 9 0,-2 19 10 0,3-15-5 16,-3 15-23-16,3-11 0 0,-3 11-22 0,0 0-15 16,3-11 1-16,-3 11-3 0,0 0 6 0,0 0-10 15,0 0 5-15,6 8 0 0,-6-8-13 0,5 11 12 16,-5-11-59-16,6 14 68 0,-6-14-62 0,6 16 68 15,-6-16-61-15,8 16 71 0,-8-16-48 0,9 15 49 16,-1-9-76-16,-3 2 91 0,3-2-86 0,-8-6 85 16,14 9-86-16,-14-9 87 0,14 7-80 0,-14-7 80 15,12 2-70-15,-12-2 38 0,11-2-19 0,-11 2 0 0,8-9 0 16,-8 9 0-16,5-19 0 0,-4 9 0 16,-1-5 0-16,0-4 0 0,-2-6 0 0,1-2 0 15,-3-4 0-15,0-5 0 0,-4-5 0 0,1 0 0 16,-2 0 0-16,0 2 0 0,0 7 0 0,0 3 0 15,0 1 0-15,2 6 0 0,-1 2 0 0,0 1 0 0,3 6 0 16,-2 1 0-16,0 4 0 0,7 8 0 16,-14-8 0-16,14 8 0 0,-15 8 0 0,8 2 0 15,0 5 0-15,2 5 0 0,0 5 0 0,5 9 0 16,-1 0 0-16,3 4 0 0,3 7 0 0,3 3 0 0,1-3 0 16,4 3 0-16,1-3 0 0,0-1 0 0,2 0 0 15,1-3 0-15,-1-1 0 0,2-2 0 16,-2-2 0-16,0-3 0 0,-4-6 0 0,0 0 0 15,-3-6 0-15,-1 0-585 0,-4-1-362 0,0-5-276 0,-4 0-496 16,-1-2-1397-16</inkml:trace>
  <inkml:trace contextRef="#ctx0" brushRef="#br0" timeOffset="63525.4831">20312 6721 468 0,'1'-21'777'0,"-2"11"-77"0,-2-2-35 0,3 0-5 16,-2-1-84-16,-1-1-2 0,0-1-67 0,-1 0 7 15,1 1-50-15,0-1 36 0,-1 2-116 0,2 2 37 16,-1 1-115-16,0 0-47 0,3 10-58 0,-4-15-41 16,4 15-105-16,-3-11-55 0,3 11 0 0,0 0 0 15,0 0 0-15,0 0 0 0,5 11 0 0,1-3 0 16,0 6 0-16,2 4 0 0,2 1 0 0,2 4 0 0,0 2 0 16,1 1 0-16,0 1 0 0,-1 1 0 15,3 5 0-15,-4-6 0 0,2 2 0 0,-2 0 0 16,-1-2 0-16,0 1 0 0,0-1 0 0,-3-5 0 0,-1 0 0 15,1-1 0-15,-1-3 0 0,-2-1 0 0,-1-4 0 16,-1 0 0-16,2-1 0 0,-4-12 0 16,3 17 0-16,-3-17 0 0,0 0 0 0,0 14 0 0,0-14 0 15,0 0 0-15,-7-8 0 0,2 1 0 0,0-7 0 16,-1-5 0-16,-2-2 0 0,0-9 0 0,1-2 0 16,-2-6 0-16,1-4 0 0,-1 0 0 15,1-5 0-15,-2 1 0 0,2-2 0 0,0 2 0 0,1 0 0 16,-2 4 0-16,3 1 0 0,1 7 0 0,0 4 0 15,1 4 0-15,1 4 0 0,0 4 0 0,0 0 0 16,2 5 0-16,-1 3 0 0,2 10 0 0,4-12 0 16,-4 12 0-16,0 0 0 0,19 6 0 0,-8 3 0 15,1 2 0-15,1 2 0 0,1 4 0 0,1 4 0 16,1 2 0-16,-2 1 0 0,2 1 0 0,-2 1 0 16,1 1 0-16,-3-1 0 0,1 2 0 0,-1-1 0 15,-2-1 0-15,-1 0 0 0,-1-5 0 0,-2 1 0 16,-1-6 0-16,0 0 0 0,-2 1 0 0,1-4 0 15,0-1 0-15,-1-2 0 0,-3-10 0 0,4 15 0 0,-4-15 0 16,0 0 0-16,0 0 0 0,0 0 0 16,14-12 0-16,-9-1 0 0,3-6 0 0,1-6 0 15,1-5 0-15,3-6 0 0,0 0 0 0,1-1 0 16,-2 1 0-16,-2 6 0 0,1 3 0 0,-3 4 0 0,-2 3 0 16,0 0 0-16,1 5 0 0,-3 2 0 15,0 2 0-15,-4 11 0 0,6-11 0 0,-6 11 0 0,0 0 0 16,11 4 0-16,-11-4 0 0,9 18 0 0,-6-1 0 15,1-3 0-15,2 8 0 0,-1 0 0 0,-2 2 0 16,3 0 0-16,0 5 0 0,0 0 0 0,0 1 0 16,1 1 0-16,2-5 0 0,-2 4 0 0,0-3-172 15,2 0-327-15,2-2-106 0,0-2-67 0,0-3-46 16,1-2-98-16,1-1-678 0,0-4-1120 0</inkml:trace>
  <inkml:trace contextRef="#ctx0" brushRef="#br0" timeOffset="64474.6392">21125 6872 1058 0,'0'0'832'0,"-3"-12"-85"0,3 12-34 16,-5-11 8-16,5 11-69 0,-5-10-77 0,5 10-64 15,-8-9-37-15,8 9-54 0,-7-8-75 0,7 8-16 16,-5-9-92-16,5 9-14 0,0 0-71 0,-6-8 11 16,6 8-124-16,0 0-39 0,0 0 0 0,0 0 0 15,0 0 0-15,5-12 0 0,-5 12 0 0,12-2 0 16,-12 2 0-16,20-5 0 0,-8 3 0 0,1-1 0 15,-2 0 0-15,1 1-74 0,-1-1 6 0,-1 1 9 16,-1-2 15-16,0-2 9 0,-1 2 8 0,-2-3 3 16,-6 7 3-16,9-15 8 0,-9 15 59 0,3-19-67 15,-3 19 60-15,-5-21-63 0,2 10 65 0,-3-1-61 0,-1 1 68 16,0 1-52-16,-3 1 78 0,0 1-80 16,0 0 81-16,-2 2-80 0,1 3 78 0,1 0-74 15,10 3 51-15,-22 0-50 0,12 3 0 0,-1 2 0 0,0 2 0 16,2 4 0-16,-1 2 0 0,3-1 0 0,0 2 0 15,3 4 0-15,-1-2 0 0,3 3 0 0,2-2 0 16,2 2 0-16,3-1 0 0,0 3 0 0,3 0 0 16,2-1 0-16,2-1 0 0,3 0 0 0,2 1 0 15,-2-4 0-15,3-2 0 0,-1-2 0 0,3 0 0 16,0-3 0-16,0 0 0 0,2-3-92 16,-3-2-129-16,-1-1 68 0,0-2-14 0,-4-1 69 0,1-1-16 15,-1-2 55-15,0-3-14 0,-3-2 45 0,0-3-27 16,-1 0 59-16,-1-5-21 0,0-2 29 0,-1-2 33 15,-2 0 26-15,1 1 62 0,-2-4-25 0,0 3 90 16,0 2-63-16,-1 4 39 0,0-3 14 0,0 3-179 16,-2 2-9-16,1 1 0 0,-1 1 0 0,-2 10 0 15,4-16 0-15,-4 16 0 0,4-13 0 0,-4 13 0 16,0 0 0-16,9-7 0 0,-9 7 0 0,0 0 0 16,12 8 0-16,-12-8 0 0,11 14 0 0,-3-3 0 15,-1 0 0-15,1 3 0 0,0 0 0 0,2 2 0 16,0 0 0-16,0 2 0 0,1 0 0 0,-1 0 0 15,1-1 0-15,0 0 0 0,-1-1 0 0,0-1 0 0,-1 0 0 16,0-3 0-16,-1-2 0 0,-1-1 0 16,-1-1 0-16,0 0 0 0,-1-2 0 0,-5-6 0 15,11 7 0-15,-11-7 0 0,0 0 0 0,18-6 0 0,-18 6 0 16,10-16 0-16,-3 6 0 0,-1-4 0 0,1 0 0 16,-2 1 0-16,0-3 0 0,2 1 0 15,-2 0 0-15,-1 2 0 0,1-1 0 0,-1 1 0 0,0 3 0 16,-1 0 0-16,0 0 0 0,-3 10 0 0,7-15 0 15,-7 15 0-15,4-13 0 0,-4 13 0 0,5-8 0 16,-5 8 0-16,0 0 0 0,12-3 0 0,-12 3 0 16,12 5 0-16,-12-5 0 0,14 10 0 15,-7-3 0-15,1 1 0 0,0-1 0 0,-1 0 0 0,1 4 0 16,1-1 0-16,-1 0 0 0,-1-1 0 0,-1 0 0 16,2-2 0-16,-3 2 0 0,0-1 0 0,-5-8 0 15,11 13 0-15,-11-13 0 0,10 9 0 0,-10-9 0 16,9 7 0-16,-9-7 0 0,0 0 0 0,14-3 0 15,-14 3 0-15,11-11 0 0,-5 4 0 0,-1-3 0 16,2 0 0-16,0-1 0 0,-1-1 0 0,1 1 0 0,-2-1 0 16,0 4 0-16,1-2 0 0,-1 1 0 15,0 2 0-15,-5 7 0 0,8-13 0 0,-8 13 0 16,7-9 0-16,-7 9 0 0,11-4 0 0,-11 4 0 0,12 3 0 16,-12-3 0-16,17 8 0 0,-8 0 0 15,2 1 0-15,1 2 0 0,1 3 0 0,2 0 0 16,-1 1 0-16,1 2 0 0,-1-2 0 0,0 3 0 15,2-2 0-15,-3 0 0 0,0 1 0 0,-2-1-118 0,-4-3-946 16,0 1-1145-16,-5-3-1990 0</inkml:trace>
  <inkml:trace contextRef="#ctx0" brushRef="#br0" timeOffset="69467.8099">18304 5303 526 0,'-4'-13'488'0,"1"1"-59"0,0 1-61 15,-1 0 15-15,0 0-32 0,0-2-60 0,-1 3 34 16,1-2 9-16,1 2 8 0,-1-1-66 0,1 1-36 16,-1 2-27-16,4 8-24 0,-6-17-19 0,6 17-35 15,-4-12-30-15,4 12-21 0,0 0-14 0,-5-11-22 16,5 11 13-16,0 0 19 0,0 0 28 0,6 11-10 16,-3 0-15-16,1 0 25 0,2 5-37 0,0 3 31 15,0 3-48-15,1 1 26 0,0 6-19 0,0 0-10 16,0 0-10-16,0 1-5 0,0-2-9 0,0 2-6 15,-1-2-2-15,0-4-5 0,1-1-3 0,-1 0-1 16,0-2 1-16,-1 0-4 0,0-4-1 0,-1-1-2 16,1-2-1-16,-2 0 3 0,1-4 3 0,-2 0 5 15,-2-10 7-15,5 15 28 0,-5-15 27 0,2 10-5 16,-2-10-7-16,0 0 5 0,0 0-6 0,0 0-9 16,-7-11-8-16,3 3 1 0,-1-4-14 0,-3-5-9 15,0-2-6-15,0-2-6 0,-3-7-1 0,4-3-36 0,-5-3 37 16,0-4-35-16,1-1 36 0,1-1-4 15,-2 1 0-15,1-4-2 0,1 0 4 0,0 2-6 16,0-1-7-16,1-1 11 0,0 0-14 0,2 4 2 16,1 3-3-16,0 2 2 0,2 2-1 0,1-1-2 0,0 7 4 15,0 0-2-15,2 2-2 0,1 4-3 0,0 1 2 16,2 1-4-16,1 3 0 0,1 0 1 16,1 5-3-16,2 0 2 0,2 3 2 0,2 2 0 15,0 4-1-15,3 1-10 0,1 4 12 0,1 2 6 0,2 4-6 16,0 3 29-16,1 4-25 0,0 2-2 0,-1 1 0 15,-3 4-1-15,0-1 4 0,-2 1-2 16,-3 1 4-16,0 0-1 0,-4-3-1 0,0 2 4 0,-3-3 0 16,-1-1 8-16,-2-1-10 0,-2 0 4 0,-1-1-36 15,-3 2 42-15,-1-1-36 0,-3-1 43 0,1-2-39 16,-2 2 39-16,-2-4-38 0,1 1 40 16,-1-2-39-16,2-1 32 0,1-3-80 0,-1 1 0 0,2-1-87 15,2-2-20-15,1-1-40 0,6-6-79 0,-12 13-34 16,12-13-9-16,-5 11-21 0,5-11-5 0,1 12-34 15,-1-12-61-15,8 13-77 0,0-6-459 0,2 1-595 16</inkml:trace>
  <inkml:trace contextRef="#ctx0" brushRef="#br0" timeOffset="69878.7882">18577 5485 480 0,'1'-11'655'0,"-1"11"-71"0,-4-9-41 0,4 9-63 16,-3-10-19-16,3 10-30 0,-4-12-43 0,4 12-30 16,-4-9-48-16,4 9-75 0,0 0-29 0,-3-15-55 15,3 15-10-15,0 0-53 0,0 0 7 0,-1-12-49 16,1 12 14-16,0 0-37 0,0 0 19 0,12 4-30 16,-12-4 34-16,12 9-45 0,-3-3 23 0,0 2-27 0,2 0 17 15,0 1-19-15,0 0 23 0,2 1-28 16,-1-1 27-16,0 1-11 0,0-1-12 0,-1 2-16 0,-1-3-4 15,0 0 0-15,-3-1 9 0,-1 0-1 0,1 0 3 16,-7-7 9-16,12 11-2 0,-12-11 8 0,6 8 5 16,-6-8 1-16,0 0 8 0,0 0 38 0,0 0 9 15,0 0 8-15,0 0 13 0,0 0 17 16,0 0 9-16,-15-6-14 0,15 6-1 0,-11-17-49 0,7 9 28 16,-2-4-49-16,1 0 36 0,-1-1-46 0,3 0 38 15,-1 1-40-15,2 0 42 0,0 0-46 0,1 0 29 16,1 12-47-16,1-21 35 0,1 10-38 0,2 0 34 15,1 3-41-15,3-1 4 0,0 0-87 0,2 1-18 16,2 0-71-16,0 2-61 0,1 1-30 0,2 0-73 16,-2 2-63-16,1 2-36 0,0 0-95 0,0 1-144 15,-1 1-349-15,2 2-661 0</inkml:trace>
  <inkml:trace contextRef="#ctx0" brushRef="#br0" timeOffset="70259.3179">18944 5459 686 0,'-13'-6'727'16,"13"6"-31"-16,-11-11-58 0,11 11-15 0,-10-13-56 16,5 6-56-16,1-4-64 0,0 3-31 0,-1-1-57 15,5 9-13-15,-4-16-98 0,4 16-17 0,-2-17-74 16,2 17-41-16,2-13 8 0,-2 13-60 0,7-9 16 16,-7 9-47-16,12-7 28 0,-12 7-45 0,16 0 28 15,-16 0-43-15,23 4 32 0,-10 3-41 0,0-1 33 16,-1 1-39-16,1 1 37 0,-1 1-12 0,-1 2-12 15,0 0-8-15,-2 0-5 0,-2 0-8 0,0 0 1 0,-2 2-8 16,-2-2 6-16,-1-2 5 0,-2-9 3 0,0 20 5 16,0-20 2-16,-3 18 3 0,3-18 5 15,-8 15-3-15,8-15 4 0,-14 10 1 0,6-5-2 16,-2-2 2-16,10-3 1 0,-19 2 3 0,19-2-4 0,-23-5 3 16,12 3-3-16,0-3 3 0,-2-1 1 15,2-1-1-15,0-2 1 0,1 1-40 0,2-2 51 16,0 1-48-16,0-3 34 0,3 4-78 0,1-3 8 0,2 1-85 15,0 0-45-15,2 10-31 0,0-20-62 0,3 10-3 16,1 2-69-16,2-3-24 0,2 4-15 0,3 0-4 16,-3 1-64-16,6-1-50 0,1 0-492 0,0 2-616 15</inkml:trace>
  <inkml:trace contextRef="#ctx0" brushRef="#br0" timeOffset="71009.9265">19175 5307 701 0,'7'-5'620'0,"-7"5"-59"15,0 0-26-15,5-11-17 0,-5 11-42 0,0 0-65 16,2-13-37-16,-2 13-12 0,0 0-47 0,-1-14 14 16,1 14-79-16,0 0-10 0,0 0-82 0,-1-12 2 15,1 12-69-15,0 0 15 0,0 0-55 0,0 0 27 16,0 0-50-16,-11 5 33 0,11-5-43 0,-7 13 31 16,4-4-43-16,1 1 44 0,-1 1-45 0,1 2 36 15,0 0-5-15,1 0-10 0,0 1-1 0,1-1-5 16,0 2-2-16,0-1-2 0,1 1-3 0,3 0-2 15,-1 1-1-15,1-2 0 0,3-2-4 0,0 1-2 16,0-2-3-16,2-1-8 0,2-1-30 0,-2-2-23 16,2-1-14-16,0-1-10 0,0-2 1 0,0 0 14 15,1-2 5-15,-12-1 13 0,23-1 14 0,-12-2 2 16,0 0-20-16,-1-2 40 0,-1-1-22 0,1-2 37 16,-2-1-22-16,0-1 25 0,-1-2-18 0,-1 0 30 15,-1-1-22-15,-1-1 25 0,1 0-10 0,-2-1 38 16,0 2-37-16,-1 0 31 0,-1 0-9 0,1 1 54 0,-2 1-53 15,0 11 33-15,0-20-43 0,0 20 38 0,0-17-41 16,0 17 30-16,-1-12-49 0,1 12 36 0,0 0-44 16,-4-8 40-16,4 8-32 0,0 0 34 15,0 0-25-15,-7 8 37 0,7-8-37 0,-4 12 43 0,4-12-36 16,0 17 45-16,0-17-42 0,5 19 37 0,-3-10-36 16,2 1 30-16,1 0-42 0,0 0 39 15,1 1-13-15,2-1-37 0,-1-1 38 0,0-2-38 0,1 1 33 16,0-3-35-16,1 1 36 0,-9-6-31 0,14 11 35 15,-14-11-35-15,17 3 38 0,-17-3-40 0,16 0 37 16,-16 0-9-16,17-3 97 0,-17 3-70 0,15-9 36 16,-7 4-65-16,-1-2 46 0,-2-1-59 0,-1 0 46 15,0-3-63-15,0 0 0 0,0-1 1 0,-2-1 2 16,0 0 54-16,-1-2-64 0,1 2 56 0,0-1-61 16,-2 1 65-16,1 1-71 0,-1 12 52 0,1-22-57 15,-1 22 53-15,0-19-52 0,0 19 57 0,0-14-60 16,0 14 47-16,0-12-63 0,0 12 63 0,0 0-52 15,0-12 50-15,0 12-50 0,0 0 55 0,0 0-47 16,0 0 53-16,0 0-55 0,7 10 53 0,-7-10-51 16,7 14 5-16,0-7 58 0,-1 2-57 0,2 1 51 15,1 0-51-15,1 1 62 0,1 0-63 0,2 2 51 16,0-1-54-16,1 0 50 0,-1 1-45 0,-1-3 45 16,1 1-49-16,-2-1 50 0,0 1 4 0,-1-3-59 15,0 4 61-15,-1-1 2 0,0-1 5 0,-1 1 0 0,-2-2-58 16,-1 0 62-16,0-2-54 0,-2 3 54 15,-3-10-63-15,2 18 64 0,-2-18-61 0,-5 17 61 16,-2-7-68-16,-3 1 66 0,-3-2-77 0,-3 2-66 16,-3-1-131-16,-1 0-169 0,-2 0-144 0,-4 1-137 0,-1-2-167 15,-1 0-770-15,0-1-1276 0</inkml:trace>
  <inkml:trace contextRef="#ctx0" brushRef="#br0" timeOffset="71810.2457">18468 6845 613 0,'3'-18'555'0,"1"1"-70"16,-2-1 8-16,-2 0-34 0,-1 1-59 0,-1-2-17 15,-3-2-1-15,0 1-30 0,-3 2-7 0,-1 0-75 16,-1 0-3-16,-3 3-44 0,0 1-25 0,-4 3-27 15,2 0-21-15,-2 5-23 0,0 4-22 0,-3 2-16 0,-2 5-11 16,-1 3 13-16,-3 6-39 0,-3 6 23 16,3 2-59-16,0 3 17 0,4 4-4 0,2 2 26 15,3 2-45-15,3 1 36 0,3-3-46 0,4 1 37 16,3 3-38-16,3-3 34 0,2 2-6 0,3-2-3 0,3 2-42 16,3 3 39-16,3-2-39 0,2-1 45 0,0-1-42 15,3-1 35-15,0-2-32 0,2-1 32 0,-2 0-39 16,-1-6 39-16,0 1-36 0,-2-2 5 0,0 0-2 15,-4-4 6-15,-1-1 2 0,1-1 0 0,-5 0 1 16,0-2 7-16,-2-1 0 0,-1-1 6 0,-2 0 1 16,-1-12 6-16,-2 22 7 0,-3-12 1 0,-1 0 2 15,-5-1-8-15,0 1-1 0,-2 0-2 0,-3-3-6 16,-3 0 6-16,-2-1-9 0,-1-1-3 0,1-1-33 16,1-2-74-16,-1-1-80 0,3-1-41 0,-1-3-118 15,1 0-118-15,3-1-78 0,2-3-151 0,1-1-662 16,4-2-953-16</inkml:trace>
  <inkml:trace contextRef="#ctx0" brushRef="#br0" timeOffset="72193.7418">18423 7324 735 0,'0'0'710'0,"0"0"-73"15,0 0-16-15,0 0-16 0,0 0-56 0,0 0-43 16,0 0-125-16,12-4-24 0,-12 4-103 15,0 0-12-15,0 0-83 0,6-7-4 0,-6 7-65 0,9-6 15 16,-9 6-56-16,14-7 16 0,-14 7-61 0,17-8 18 16,-9 4-62-16,2-1 8 0,-2 1-21 0,0-1 34 15,0-2-20-15,0 1 21 0,-2-2-22 0,0-1 30 16,-1 0-16-16,-2-2 26 0,0 1-23 0,-1-1 21 16,-1-1-19-16,0 0 24 0,-1 12-13 0,-1-22 41 15,1 22-15-15,-3-19 55 0,3 19-27 0,-3-13 31 16,3 13-50-16,-3-12 38 0,3 12-44 0,0 0 49 15,-9-4-7-15,9 4 42 0,-9 4-43 0,9-4 41 16,-10 15-23-16,5-8 29 0,1 3-43 0,1 1 34 16,0 0-41-16,1 2 39 0,2 1-51 0,0-1 29 15,1 1-50-15,1 1 33 0,1 0-50 0,1 0 38 16,2-1-46-16,3 1-5 0,-1-1-40 0,3-1-86 16,3 1-66-16,0-3-65 0,3-1-42 0,0 0-86 0,1-1-64 15,-3-2-48-15,2 0-59 0,-1-2-53 0,-1 2-108 16,-2-3-278-16,-1 0-602 0</inkml:trace>
  <inkml:trace contextRef="#ctx0" brushRef="#br0" timeOffset="72546.2625">18774 7324 568 0,'-2'-14'659'0,"-2"1"-61"0,2 1-11 0,0 2-8 0,0-4-14 16,2 3-3-16,-1-3-106 0,1 2 4 0,-1-1-51 15,1 13 36-15,0-20-101 0,0 20-20 0,0-17-117 16,0 17 14-16,2-13-101 0,-2 13 23 0,7-5-68 15,-7 5 39-15,14 0-73 0,-14 0 44 0,16 7-65 16,-6-1 45-16,1 3-63 0,-1-1 48 0,2 3-59 16,-1-1 56-16,3 4-62 0,-2 1 57 0,-3-2-65 15,1-1 54-15,-1 2-57 0,0-1 51 0,-2-1-59 16,1 1 50-16,-3-2-50 0,0-1 52 0,-1-1-50 16,0-1 58-16,-4-8-52 0,5 15 50 0,-5-15-45 15,6 10 67-15,-6-10-67 0,0 0 57 0,0 0-57 16,0 0 58-16,0 0-57 0,0 0 64 0,0 0-63 15,0 0 57-15,-2-18-64 0,2 18 62 0,-1-22-62 16,1 11 55-16,1-3-58 0,1-2 61 0,-1 0-64 16,1 0 54-16,1 0-57 0,0 2 45 0,0-2-103 0,1 3-23 15,-2 1-98-15,2 1-41 0,0 2-74 16,1-2-74-16,0 4-44 0,1 0-29 0,-6 7-10 0,13-9-8 16,-13 9-96-16,14-4-122 0,-14 4-286 15,13-3-597-15</inkml:trace>
  <inkml:trace contextRef="#ctx0" brushRef="#br0" timeOffset="72966.8509">19108 7155 26 0,'0'0'857'0,"0"0"-149"16,0 0-17-16,10-4-29 0,-10 4-17 0,0 0 38 0,0 0-99 15,0 0 3-15,1-11-99 0,-1 11 30 0,0 0-152 16,0 0-39-16,0 0-43 0,0 0-62 0,0 0-42 16,0 0-25-16,0 0-5 0,0 0-92 0,0 0-58 15,0 0 0-15,9 4 0 0,-9-4 0 0,8 12 0 16,-8-12 0-16,10 14 0 0,-6-5 0 15,1-2 0-15,1 3 0 0,-1-2 0 0,1 2 0 0,-1 0 0 16,1-2 0-16,-2 1 0 0,1 0 0 0,-1-1 0 16,-4-8 0-16,8 16 0 0,-8-16 0 0,5 14 0 15,-5-14 0-15,6 11 0 0,-6-11 0 0,3 9 0 16,-3-9 0-16,0 0 0 0,6 9 0 0,-6-9 0 0,0 0 0 16,0 0 0-16,8-6 0 0,-8 6-35 15,6-11 52-15,-2 3-73 0,1-2 77 16,-2 0-73-16,3-4 74 0,-1 0-67 0,2 2 78 0,0-2-72 0,-2 2 105 15,1 1-41-15,-1 0 18 0,0 2-43 0,-5 9 0 16,7-15 0-16,-7 15 0 0,6-13 0 16,-6 13 0-16,5-7 0 0,-5 7 0 0,0 0 0 15,10-4 0-15,-10 4 0 0,0 0 0 0,14 6 0 0,-14-6 0 16,9 9 0-16,-9-9 0 0,11 14 0 0,-6-7 0 16,1 1 0-16,-1 0 0 0,0 1 0 0,1 0 0 15,0-1 0-15,-1 0-91 0,0-1-264 0,-1 2-52 16,1-1-61-16,-5-8-77 0,10 14-78 0,-10-14-24 15,5 10-119-15,-5-10-596 0,0 0-964 16</inkml:trace>
  <inkml:trace contextRef="#ctx0" brushRef="#br0" timeOffset="73168.4811">19333 7049 168 0,'-5'-15'818'0,"0"1"-141"0,0 3-30 16,1-1-31-16,0-1-64 0,1 3-95 0,-1-1-38 15,1 1-38-15,0 1-44 0,3 9-65 0,-6-15-60 16,6 15-48-16,-3-12-39 0,3 12-22 0,0 0-28 0,0 0-61 16,0 0-77-16,4-7-65 0,-4 7-57 15,8 5-87-15,-8-5-36 0,10 12-67 0,-3-5-40 16,-1 1-119-16,1 2-124 0,1-2-312 0,0 1-558 16</inkml:trace>
  <inkml:trace contextRef="#ctx0" brushRef="#br0" timeOffset="73812.583">19566 7060 331 0,'0'0'756'0,"13"-3"-79"16,-13 3-32-16,0 0-70 0,12-5-35 0,-12 5 2 16,0 0-69-16,8-7-7 0,-8 7-88 0,0 0-15 15,0 0-95-15,4-10-10 0,-4 10-85 16,0 0-2-16,0 0-67 0,0 0 14 0,0 0-58 0,0 0 27 16,-11 5-45-16,11-5 40 0,-7 9-39 0,7-9 59 15,-7 14-53-15,3-5 54 0,-1 0-55 0,2 1 42 16,-1-1-62-16,1 2 46 0,1 0-33 0,0-1 12 15,3 2-59-15,-2 1 53 0,1-13-61 0,0 23 55 16,2-11-60-16,-1-1 64 0,1 0-65 0,0-1 59 16,2 1-66-16,-1-3 59 0,3 2-81 0,0-2 13 15,-6-8-73-15,11 13 23 0,-11-13-49 0,15 9 47 16,-15-9-32-16,15 7 50 0,-15-7-24 0,15 2 46 16,-15-2-28-16,14-1 53 0,-14 1-28 0,14-6 48 15,-14 6-36-15,14-9 40 0,-8 1-36 0,0 1 46 0,1-1-36 16,-2-5 39-16,1 1-29 0,-2 1 46 0,0 1-23 15,-1 0 54-15,0-1-37 0,1 2 49 16,-4 9-33-16,5-18 48 0,-5 18-40 0,3-14 33 0,-3 14-57 16,3-11 31-16,-3 11-49 0,0 0 34 15,0 0-43-15,0 0 37 0,0 0-42 0,0 0 41 16,0 0-34-16,0 0 62 0,0 0-40 0,0 15 63 16,0-15-61-16,3 14 62 0,-3-14-67 0,6 16 74 0,-6-16-82 15,8 16 58-15,-8-16-70 0,10 14 63 0,-4-6-73 16,0-1 63-16,-6-7-73 0,13 12 75 0,-13-12-59 15,13 8 70-15,-13-8-96 0,14 9 75 0,-14-9-75 16,15 3 74-16,-15-3-76 0,15 1 79 0,-15-1-81 16,17-2 87-16,-17 2-84 0,14-4 73 0,-5-1-78 15,-1 0 80-15,-1-1-78 0,-1-3 69 0,2 0-78 16,-2-1 84-16,-1-2-90 0,0-1 67 0,-1 1-67 16,-1 1 69-16,0-1-60 0,0 1 67 0,-1 3-71 15,-2 8 64-15,3-18-60 0,-3 18 66 0,3-13-70 16,-3 13 60-16,2-11-62 0,-2 11 63 0,0 0-59 15,0 0 64-15,0 0-59 0,0 0 65 0,9 6-61 16,-9-6 69-16,6 15-65 0,-2-7 61 0,0 3-60 16,0-1 71-16,1 3-61 0,0 1 68 0,1-2-75 15,1 1 84-15,-2 2-89 0,0-1 68 0,-1-2-69 16,-2 1 74-16,-1 1-76 0,-3 2 77 0,-3 0-67 16,-6 0-31-16,-9 5-120 0,-9 3-125 0,-7-2-165 15,-12 6-192-15,-6-3-230 0,-4 0-847 0,-4 0-1418 16</inkml:trace>
  <inkml:trace contextRef="#ctx0" brushRef="#br0" timeOffset="78137.7329">15804 5386 441 0,'-13'-13'504'0,"-2"-3"-87"0,0 1-20 0,-3-2-4 0,1-2-29 15,-1 1 12-15,-1-1-39 0,3 1 21 0,1 2-40 16,2 0-3-16,0 0-19 0,1 2 17 0,2 2-8 16,1-2-27-16,0 4-20 0,2-1-23 0,1 4-35 15,1-1-42-15,5 8-33 0,-9-10-23 0,9 10 24 16,0 0 16-16,0 0 19 0,0 0-14 0,7 12-37 15,-2 1 55-15,2 0-78 0,1 5 0 0,1 1-16 16,-1 3 48-16,1 5-84 0,2 2 66 16,-1 1-87-16,-1 1 59 0,-1-1-74 0,0 1 72 0,1 1-87 15,-2 0 66-15,1-2-70 0,0 0 75 0,-1-4-81 16,-2-1 62-16,1-3-70 0,-2 0 66 0,-1-4-68 16,2 0 72-16,-2-2-75 0,-2-2 85 0,3-3-77 15,-2-1 72-15,-2-10-49 0,2 17 51 0,-2-17-79 0,0 0 80 16,-4 10-79-16,4-10 74 0,-7-5-76 0,7 5 69 15,-13-17-73-15,6 3 86 0,-3-4-91 16,0-3 77-16,-1-6-70 0,-3-5 65 0,-2-2-71 0,1-1 79 16,-1-2-76-16,-2 0 8 0,2-1 79 0,-2 1-84 15,2 0 72-15,0 4-69 0,2-3 71 0,2 7-71 16,0 1 72-16,2 0-15 0,0 2 2 16,3 4-7-16,2-1 3 0,0 4-11 0,2 1-4 0,3 3 4 15,2-2-19-15,4 3 5 0,3-3-3 0,6 3 8 16,1 2 6-16,5 0-8 0,4 0 7 15,3 4-9-15,-1 2-5 0,0 1 6 0,1 2-10 0,2 2 4 16,0 2-25-16,1 1-63 0,2 4-78 0,1 0-91 16,-1 1-91-16,-1 3-71 0,-2 0-68 0,0 3-117 15,-4 1-57-15,0 1-205 0,-3-1-414 0,-6 1-894 16</inkml:trace>
  <inkml:trace contextRef="#ctx0" brushRef="#br0" timeOffset="78348.2947">15778 5448 563 0,'-10'6'959'0,"10"-6"-208"0,-18 5-84 15,18-5 20-15,-12 2-80 0,12-2-52 0,0 0-77 16,-10-2-94-16,10 2-64 0,0 0-87 0,0 0-6 16,8-11-86-16,-8 11 6 0,19-6-65 0,-5 3 17 15,3 0-54-15,3 1 19 0,3-3-85 0,3 3-36 0,1 2-131 16,1-2-84-16,2 1-86 0,0 1-109 15,0 0-58-15,1 0-63 0,0 0-151 0,-2-1-455 0,0 1-805 16</inkml:trace>
  <inkml:trace contextRef="#ctx0" brushRef="#br0" timeOffset="78537.8967">16349 5354 710 0,'0'0'718'0,"-3"-9"-73"0,3 9-2 0,-4-10-50 15,4 10-44-15,-6-7-61 0,6 7-77 0,0 0-57 16,-6-8-45-16,6 8-23 0,0 0 42 0,0 0-69 15,-9 4 4-15,9-4-71 0,-3 10 9 0,3-10-78 16,-1 13 22-16,1-13-76 0,1 19 36 0,1-7-68 16,0-1 38-16,0 1-61 0,3 2 40 0,-1-1-57 15,2 1-10-15,0 0-124 0,0-3-61 0,1 3-110 16,0-3-69-16,1 0-112 0,-1 0-88 0,-1-2-53 16,1-2-152-16,-7-7-501 0,12 11-890 0</inkml:trace>
  <inkml:trace contextRef="#ctx0" brushRef="#br0" timeOffset="78746.5465">16354 5156 968 0,'-4'-21'839'0,"0"0"-137"0,0-1 29 0,-2 3 14 16,2 2-50-16,-1 0-97 0,0 1-54 0,1 2-73 15,-1 0-65-15,3 3-144 0,-1 0 14 0,-1 1-127 16,4 10 32-16,-4-15-110 0,4 15 52 0,-3-10-36 15,3 10-66-15,0 0-97 0,0 0-103 0,0 0-96 16,0 0-107-16,12 13-81 0,-9-4-108 0,3 3-49 16,0 0-113-16,1 1-718 0,1 0-1067 0</inkml:trace>
  <inkml:trace contextRef="#ctx0" brushRef="#br0" timeOffset="79004.3701">16657 5116 1023 0,'5'-17'901'0,"-5"17"-103"0,0-18 4 0,0 18 21 0,-1-15-62 16,1 15-66-16,-3-15-127 0,3 15-29 15,-3-12-128-15,3 12-41 0,-3-10-124 0,3 10-7 16,0 0-224-16,0 0-15 0,0 0 0 0,0 0 0 0,-1 18 0 16,2-6 0-16,2 2 0 0,-1 3 0 15,2 4 0-15,-1 3 0 0,1 1 0 0,1 4 0 16,2 0 0-16,-2 3 0 0,1-3 0 0,1 2 0 15,0-1 0-15,1-1 0 0,0-1 0 0,-1-2 0 0,0-2 0 16,0-3-103-16,0 0-428 0,0-1-69 0,1-4-69 16,0-2-43-16,0-1-55 0,-1-2-758 0,1-3-1158 15</inkml:trace>
  <inkml:trace contextRef="#ctx0" brushRef="#br0" timeOffset="79383.5093">16929 5469 483 0,'0'-10'933'0,"0"10"-158"0,0 0-65 16,-2-15-13-16,2 15 10 0,0 0-128 0,-3-10-25 16,3 10-105-16,0 0-67 0,-3-11-73 0,3 11-66 15,0 0-47-15,0 0-45 0,0 0-30 0,1-12-26 16,-1 12-19-16,0 0-18 0,13-4-16 0,-13 4-21 16,14-4 12-16,-14 4-65 0,21-3 26 0,-10 1-58 15,0-1 26-15,0 0-45 0,-1 1 39 0,1-2-31 16,-1 2 49-16,-1-3-32 0,1-1 25 0,-2 0-25 15,0-1 50-15,1-2-35 0,-2-2 3 0,0-1 46 16,-2 1-32-16,0 0 47 0,-3 0-22 0,1 1 61 0,-3 10-31 16,2-19 73-16,-2 19-38 0,-3-17 56 0,3 17-62 15,-6-14 68-15,6 14-72 0,-9-10 85 0,9 10-60 16,-12-5-21-16,12 5 10 0,-18 2 20 0,9 3 27 16,-4 2-90-16,2 1-25 0,-1 3 0 0,0 3 0 15,0 3 0-15,1-3 0 0,2 4 0 0,1 1 0 16,1-1 0-16,2 0 0 0,2 0 0 15,2-1 0-15,2 1 0 0,1 0 0 0,5 1 0 0,2-1 0 16,1 0 0-16,5-2 0 0,3 1 0 0,4 0 0 16,3-3-263-16,3 0-422 0,2 0-183 0,5 2-242 15,-5-5-555-15,1 0-1334 0</inkml:trace>
  <inkml:trace contextRef="#ctx0" brushRef="#br0" timeOffset="80072.2023">15851 6557 476 0,'13'-23'588'15,"1"-1"-36"-15,-5 3-25 0,0 0-26 0,-2 0-40 0,2 2-23 16,-4 0-2-16,-1 1-27 0,-1 0-32 16,-1 2-44-16,-2 1 36 0,-2 1-82 0,0 0 53 15,-2 1-73-15,-2 1 8 0,-2 2-98 0,0 3 16 16,-1 2-60-16,9 5 46 0,-23-4-92 0,9 8 43 0,-4 2-65 15,-1 5 81-15,-2 5-86 0,0 2 53 0,1 4-85 16,-1 4 65-16,2 4-86 0,3 2 67 0,1-1-92 16,5-1 6-16,2 2 7 0,2 0-6 0,4 0 8 15,2 2-4-15,3 0 6 0,4 1 1 0,1 5 4 16,3-2 5-16,3 0-7 0,1 0 5 0,2-2-5 16,0-1 83-16,1-1-96 0,0-2 40 0,0 0-29 15,-2-5 0-15,-2-2 0 0,-1-2 0 0,-1 0 0 16,-3-3 0-16,-1 0-3 0,-1-3-12 0,-3 1 2 15,0-3 17-15,-4-3 22 0,0 2-25 0,-3 0-1 16,-1 0 0-16,-4-2 0 0,0 1 0 0,-3-1 0 16,-3 0 0-16,-1-1 0 0,-3 0 0 0,0-3 0 15,-3 1 0-15,0-3 0 0,3 0 0 0,-1-5 0 16,0 2 0-16,2-3-27 0,1 0-178 0,-1-3-109 0,3 0-83 16,3-4-77-16,1-1-71 0,1-1-93 0,5-4-12 15,2 1-105-15,4-5-572 0,3-2-931 16</inkml:trace>
  <inkml:trace contextRef="#ctx0" brushRef="#br0" timeOffset="80437.6685">15991 7003 471 0,'0'0'820'0,"0"0"-148"0,0 0-39 0,0 0-23 16,0 0 2-16,0 0-57 0,0 0-18 15,0 0-85-15,0 0-7 0,0 0-107 0,0 0-17 0,0 0-109 16,13 0 3-16,-13 0-87 0,0 0 14 0,0 0-72 15,0 0 28-15,12-4-67 0,-12 4 17 0,13-2-85 16,-13 2-44-16,21-5-37 0,-11 2 7 0,2-1-50 16,-1 1 28-16,1-1-32 0,-2 0 2 0,-1 0 46 15,1-3 10-15,-1 3 15 0,-1-3 11 0,-1-1 18 16,-1-1 17-16,-2-1 14 0,-1 1 21 0,-3 9 23 16,2-20 13-16,-2 20 6 0,-3-21 36 0,1 12 13 0,-2 0 32 15,-2 1 26-15,6 8 0 0,-10-14-7 16,10 14-13-16,-12-7 0 0,12 7 8 0,-14-3 4 15,14 3-13-15,-16 6 9 0,7-1-5 0,2 3-10 0,-1 1 5 16,1 2-3-16,-1 3-3 0,2-1-7 0,1 2-11 16,2 1-28-16,1 0-64 0,1 0 0 0,2-1 0 15,1 1 0-15,2 2 0 0,1-4 0 0,5 4 0 16,0-4 0-16,2 1 0 0,4-2 0 0,0-1-140 16,3-2-210-16,1 0-64 0,1-4-59 0,2 1-25 15,2-1-71-15,1-2-56 0,-1-1-113 16,1 0-655-16,-4-1-997 0</inkml:trace>
  <inkml:trace contextRef="#ctx0" brushRef="#br0" timeOffset="80797.1841">16446 6978 788 0,'-7'-14'815'0,"0"4"-28"16,-1-3-63-16,2 2-10 0,0 0-35 0,1 2-78 15,0-1-46-15,-1 1-75 0,6 9-75 0,-7-15-94 16,7 15-59-16,-4-12-59 0,4 12-36 0,0 0-31 15,0 0-10-15,11-5-28 0,-11 5-1 0,17 8-9 16,-8-3-20-16,4 4-9 0,-2 0-8 0,1 2-11 0,3 3 2 16,-2 0-12-16,1 2-15 0,-1 0-5 15,0 1 0-15,-1 1 0 0,-1-3 0 0,-1 3 0 16,0-2 0-16,-4-2 0 0,0 1 0 0,0-3 0 0,-1 1 0 16,-2-3 0-16,-1-2 0 0,-2-8 0 0,3 17 0 15,-3-17 0-15,-1 12 0 0,1-12 0 0,-5 8 0 16,5-8 0-16,0 0 0 0,-12 6 0 0,12-6 0 15,0 0 0-15,-13-6 0 0,13 6 0 0,-10-12 0 16,6 4 0-16,-1-2 0 0,2-3 0 0,0 1 0 16,1-1 0-16,2-1 0 0,0-3 0 0,2 0 0 15,0 1-88-15,0 0-187 0,1 1-52 0,3-1-49 16,0 0-36-16,0 2-71 0,1 0-66 0,0 1-42 16,3 2-109-16,-1 1-695 0,2-1-999 0</inkml:trace>
  <inkml:trace contextRef="#ctx0" brushRef="#br0" timeOffset="81381.0337">16762 6838 383 0,'0'0'885'0,"0"0"-132"16,0 0-58-16,0 0 7 0,0 0 9 0,0 0-34 15,0 0-50-15,-2-11-56 0,2 11-33 16,0 0-106-16,0 0-49 0,0 0-108 0,0 0 29 16,0 0-49-16,0 0-255 0,0 0 0 0,0 0 0 0,5 14 0 15,-5-14 0-15,10 13 0 0,-6-4 0 0,1 0 0 16,1 0 0-16,-1 2 0 0,3 0 0 15,-2 1 0-15,1 0 0 0,-1-1 0 0,0-1 0 0,2 2 0 16,-3 0 0-16,0-2 0 0,-1-1 0 0,1-1 0 16,-1 2 0-16,1-2 0 0,-5-8 0 0,7 15 0 15,-7-15 0-15,4 11 0 0,-4-11 0 0,5 10 0 16,-5-10 0-16,0 0 0 0,6 7 0 0,-6-7 0 16,0 0 0-16,0 0-81 0,0 0-92 0,0-13 50 15,0 13-29-15,0-15 27 0,0 15 23 0,0-21 24 16,1 9 13-16,0 1 16 0,0-1 12 0,1 2 27 15,0-2 34-15,-2 12 32 0,3-20 15 0,-3 20 21 16,2-17 13-16,-2 17-1 0,3-14-16 0,-3 14-3 16,2-12-28-16,-2 12-3 0,4-7-14 0,-4 7 18 15,0 0-13-15,9-9 24 0,-9 9-43 0,0 0-5 16,16-3-21-16,-16 3 0 0,14 0 0 0,-14 0 0 16,18 0 0-16,-18 0 0 0,19 0 0 0,-19 0 0 0,23 0 0 15,-9-1 0-15,-2-1 0 0,0 0 0 0,1 1 0 16,-2-2 0-16,0 0 0 0,-1 0 0 15,-10 3 0-15,18-8 0 0,-8 3 0 0,-4-1 0 0,1-2 0 16,-3 0 0-16,-4 8 0 0,8-17 0 0,-8 17 0 16,2-17 0-16,-2 17 0 0,0-17 0 0,0 17 0 15,-4-15 0-15,4 15 0 0,-5-12 0 0,5 12 0 16,-7-9 0-16,7 9 0 0,-8-5 0 0,8 5 0 16,0 0 0-16,-16 4 0 0,16-4 0 0,-10 9 0 15,10-9 0-15,-9 16 0 0,6-8 0 0,-1 3 0 16,1-1 0-16,1 0 0 0,1 2 0 0,1 0 0 15,0 1 0-15,1 0 0 0,2-1 0 0,1 1 0 16,1 0-199-16,0 1-153 0,1-3-103 0,2 0-62 16,2 1-62-16,-1-4-50 0,2 2-58 0,0-3-132 0,-1-3-429 15,0 2-857-15</inkml:trace>
  <inkml:trace contextRef="#ctx0" brushRef="#br0" timeOffset="81680.7666">17266 6922 686 0,'-2'-21'707'0,"-1"10"-55"0,1 0-28 15,-1-1-55-15,1 2-16 0,0-2-30 0,0 2-57 16,0-1-19-16,2 11-28 0,-3-17-42 0,3 17-54 0,-2-14-72 16,2 14-30-16,0 0 20 0,3-13 12 0,-3 13-19 15,0 0 6-15,12 2-44 0,-12-2 11 16,13 8-205-16,-5-1-2 0,-1 2 0 0,2 1 0 16,-1 2 0-16,0 0 0 0,0 1 0 0,0 1 0 0,-2 3 0 15,1-3 0-15,-1 3 0 0,-2-2 0 0,1 0 0 16,-2 0 0-16,0-1 0 0,-2-2 0 0,0 1 0 15,-1-13 0-15,-2 20 0 0,2-20 0 0,-3 16 0 16,3-16 0-16,-5 12 0 0,5-12 0 0,0 0 0 16,-9 3 0-16,9-3 0 0,0 0 0 0,-2-15 0 15,5 4 0-15,1-3 0 0,4-5 0 0,0-2 0 16,5-7 0-16,4-3 0 0,1-1-233 0,3-1-213 16,2 0-49-16,-2-1-116 0,-1 2-102 0,0 2-226 15,-3-1-570-15,-3 5-1135 0</inkml:trace>
  <inkml:trace contextRef="#ctx0" brushRef="#br0" timeOffset="84284.8644">12446 5365 503 0,'-7'-18'474'0,"-3"-1"-55"0,2 0-1 16,1-1 7-16,-2 0-32 0,3-1 25 15,-3 1-62-15,4 1 80 0,-2 0-59 0,3 2-65 16,0 3-51-16,-2 0-31 0,2 3-39 0,2 0-51 0,2 11-36 16,-4-13 36-16,4 13 22 0,0 0 20 15,0 0-5-15,6 12-6 0,-2-3 9 0,2 7-55 0,0 3 33 16,1 3-57-16,1 6 26 0,2 0-16 0,-3 3-31 15,2 0-2-15,-1-1-16 0,4 7-13 0,1-1-7 16,-3-6-12-16,1 4-5 0,-1-4 0 0,2-2-9 16,-1 0-21-16,0-2-43 0,-1-1-70 0,-1-4-118 15,-1 1-58-15,2-3-49 0,-4-1-44 0,-1-3-52 16,-1 0-37-16,0-4 7 0,-2 0-48 0,-2-11-100 16,3 17-494-16,-3-17-726 0</inkml:trace>
  <inkml:trace contextRef="#ctx0" brushRef="#br0" timeOffset="85339.6612">12333 5371 478 0,'-13'-36'518'0,"2"-1"-132"15,1 7 54-15,2 0-41 0,1 1-3 0,-1-2-20 0,0 1 2 16,3 5 20-16,1 2-17 0,0 1-56 16,0-1-44-16,1 4 19 0,1 5-71 0,0-2-9 0,2 3-47 15,-3 4-39-15,3 9-24 0,3-16-9 16,-3 16 3-16,6-5 35 0,-6 5 21 0,14 4-26 15,-2 3-16-15,1 4 1 0,3 2-2 0,3 5-17 0,2 2-3 16,4 5-9-16,2 3-47 0,-1 2 36 0,1 2-46 16,0 1 40-16,7 6-51 0,-3 3 41 0,1-1-54 15,-5-5 40-15,4 7-12 0,-6-6-10 0,-2 0-4 16,-2-1 0-16,0 1-8 0,-3-2 2 0,-2-1-51 16,-2 0 51-16,-5-6-49 0,-1-1 51 0,-4-3-46 15,-3-2 48-15,-1-1-44 0,-1-2 47 0,-5 1-55 16,-1-1 34-16,-1-2-53 0,-4-2-23 0,-3-3 9 15,-1 0-56-15,0-3 27 0,-4-1-30 0,1-4 20 16,2-2-51-16,-4-2 12 0,2-2-35 0,-4-4 36 16,0-1 5-16,3-1 24 0,0-3 14 0,2-2 21 15,1 1 18-15,3-1 13 0,3 1 3 0,4-1 10 16,-1 1 8-16,6 2-1 0,2 10 6 0,-2-20 2 16,2 20 5-16,6-17 4 0,2 9 4 0,1 1-1 0,2 1 1 15,5 0 4-15,1 1-2 0,0 2 0 16,5-1 3-16,0 2 0 0,5 0 3 0,2-1 1 15,0 3-7-15,1-2 8 0,5 0-12 0,1 0-27 16,1 0-20-16,-3-3-11 0,1 3-2 0,-1-3 2 0,-3 0 12 16,-3 2 13-16,-3-2 11 0,1-1 6 0,-6 0 8 15,1-2 7-15,-4-1-1 0,-3 1 16 0,-3-3 5 16,1 2 10-16,-6-4 25 0,1 0-4 0,-5-2 10 16,0 2 21-16,-2-1-3 0,-2-2-16 0,-2 1 71 15,-1-2-45-15,1 4 19 0,-4-1-16 0,2 2 20 16,-1 0-49-16,1 0 24 0,0 3-33 0,0 1 26 15,0 1-52-15,6 7 37 0,-9-8-47 0,9 8 46 16,0 0-29-16,-18 3 49 0,18-3-11 0,-9 15-11 16,4-5 1-16,-1 2-12 0,4 2 2 0,-1 2-13 15,0 0-6-15,1 1 1 0,2 0-4 0,0 0 0 16,2 1-6-16,2-3 0 0,0 2 0 0,2 0-4 16,1-2 5-16,0-1-7 0,4 1 2 0,0-4-1 15,0 0-4-15,3-2-3 0,-1-1-16 0,1-2-16 0,3-2-12 16,-2-1-12-16,-2-2 0 0,3-2 2 15,-3 0 17-15,3-3-1 0,-3 0 14 0,1-3 5 16,-1-1 3-16,-4 0-4 0,3-4 6 0,-4-1 1 16,1-4 6-16,-2 3-3 0,2-1 8 0,-4-1 0 0,1 1 9 15,-1 0-4-15,-1 1 59 0,1 1-24 0,-2 1 60 16,1 1-35-16,-4 11 34 0,4-15-61 16,-4 15 25-16,4-14-51 0,-4 14 33 0,5-9-50 0,-5 9 34 15,0 0-30-15,0 0 46 0,0 0 4 0,0 0 3 16,14 3-6-16,-14-3-5 0,8 9-3 0,-8-9-7 15,9 12-7-15,-4-5-3 0,2 0-3 0,-2 0-8 16,1 0 3-16,1 1-1 0,-1-1-6 0,2 0-2 16,0 0-3-16,-1-1 1 0,1 0-9 0,0 0-14 15,-8-6-3-15,15 7-19 0,-15-7 3 0,19 6-4 16,-19-6 5-16,15 1 3 0,-15-1 10 0,16-6-4 16,-16 6 7-16,15-8 4 0,-7 1 7 0,-2-3 0 15,1 0 0-15,-1-2-35 0,-1 1 47 0,2-2-25 16,-2 1 34-16,-1 1-9 0,0 1 70 0,0 0-16 15,-4 10 67-15,5-17-53 0,-5 17 46 0,6-13-74 16,-6 13 36-16,4-10-67 0,-4 10 43 0,0 0-56 16,6-6 75-16,-6 6-52 0,0 0 72 0,7 6-81 0,-7-6 70 15,6 10-79-15,-6-10 70 0,7 14-84 0,-2-4 70 16,-1-2-79-16,1 2 65 0,-1 0-68 16,0 1 81-16,3 1-93 0,-3-1 22 0,2 0-123 0,-2-2-59 15,0 3-108-15,0-4-88 0,-1 2-66 0,-3-10-59 16,4 19-61-16,-4-19-46 0,-2 14-108 0,2-14-574 15,-5 12-907-15</inkml:trace>
  <inkml:trace contextRef="#ctx0" brushRef="#br0" timeOffset="85540.6901">13515 5251 792 0,'0'-20'822'0,"-4"3"-105"16,2 1-30-16,-1 0 21 0,-2 1-54 0,1 1-128 15,-1 1-72-15,1 1-52 0,-2 2-58 0,3 1-62 16,3 9-55-16,-9-17-53 0,9 17-44 0,-5-11-26 16,5 11-27-16,0 0-21 0,-4-9-20 0,4 9-53 15,0 0-30-15,0 0-78 0,6 8-82 0,-6-8-63 16,10 11-73-16,-5-3-73 0,5 2-67 0,-1-1-39 16,3 2-103-16,5 1-686 0,-3 0-914 0</inkml:trace>
  <inkml:trace contextRef="#ctx0" brushRef="#br0" timeOffset="86006.8537">14144 5256 547 0,'0'0'834'0,"10"-8"-123"0,-10 8-25 0,0 0-46 16,3-12-12-16,-3 12-113 0,0 0-37 0,-7-8-80 16,7 8 1-16,-7-7-109 0,7 7-15 15,-12-4-97-15,12 4 1 0,-15 4-69 0,5 0 22 0,-1 2-59 16,-1 3 28-16,1 3-55 0,0 2 30 0,2 1-49 15,0 2 31-15,2 2-48 0,1 0 40 0,1 4-8 16,2-4-10-16,3 0-3 0,3 0-10 0,-1 1 2 16,5 1-1-16,-1-1-10 0,1-1 3 0,4-2-3 15,1-2-3-15,1-1-11 0,3 0-38 0,1-3-23 16,0-1-23-16,-2-3-12 0,3-2-16 0,0 0-5 16,-2-2 15-16,3-2 10 0,-3-1 19 0,-1 0 17 15,2-2 3-15,-1-2 18 0,-3 0 6 0,2-3 5 16,-4-1 7-16,1-1 5 0,-2-1 4 0,-1-2-20 15,-3-2 46-15,0-1-24 0,-2-1 47 0,-2 0-22 16,0-1 63-16,-4 1-21 0,0 2 53 0,-2-1-41 16,0 2-8-16,-2-1-2 0,0 4 50 0,-1 1-29 15,0 3 6-15,0 0-9 0,7 6 13 0,-16-5-10 0,16 5 80 16,-16 4-91-16,7 2 86 0,-1 1-84 0,2 5 64 16,0 1-99-16,1 0-14 0,3 4-22 0,2-1 0 15,0 1 0-15,2 3 0 0,3-1 0 0,0 4 0 16,5-1 0-16,2 3 0 0,4 0 0 0,2 0 0 15,1 0 0-15,6 0 0 0,2 1-224 0,1-1-129 16,1-1-99-16,0-1-96 0,0 1-106 0,0 1-39 16,-2-2-142-16,-6-2-574 0,0 2-1013 0</inkml:trace>
  <inkml:trace contextRef="#ctx0" brushRef="#br0" timeOffset="87066.3464">13262 6465 367 0,'-8'-23'805'0,"-1"-3"-133"0,3 3-32 15,-1 2-23-15,-4-3-3 0,4 4 16 0,0-1-55 16,-1 2 20-16,0 3-88 0,2 3-53 0,1-1-81 16,1 3-81-16,0 2-52 0,4 9-51 0,-8-11-23 15,8 11 80-15,0 0-37 0,0 0-209 0,0 12 0 16,5-2 0-16,-2 7 0 0,1 2 0 0,2 5 0 15,-1 5 0-15,3 1 0 0,0 7 0 0,1 3 0 16,0 0 0-16,2-1 0 0,-2 1 0 0,0 0 0 0,0 1 0 16,0-4 0-16,-2 1 0 0,1-4 0 15,0-3 0-15,0 0 0 0,-1-2 0 0,-1-4 0 16,-1-3 0-16,0-1 0 0,0-4 0 0,-1-2 0 0,0 0 0 16,-2-3 0-16,1-4 0 0,-3-8 0 15,2 15 0-15,-2-15 0 0,0 0 0 0,0 0 0 0,0 0 0 16,-13 0 0-16,3-6 0 0,1-3 0 0,-4 1 0 15,-5-6 0-15,-2-2 0 0,-2-3 0 0,-3 1 0 16,-4-1 0-16,-1-1 0 0,1 2 0 0,2 3 0 16,0 1 0-16,1 1 0 0,-3 4 0 0,1-2 0 15,3 6 0-15,-1 1 0 0,1 3 0 0,0 2 0 16,-1 2 0-16,1 3 0 0,0 6 0 0,0 0 0 16,2 4 0-16,4 3 0 0,2 2 0 0,4-1 0 15,2 1 0-15,4 1 0 0,3 0 0 0,4-1 0 16,2-1 0-16,4 2 0 0,4-1 0 0,5 2 0 15,1-3 0-15,6-1 0 0,3-4 0 0,4-3 0 16,1-2 0-16,3-3 0 0,3-3 0 0,3-2 0 16,-3-2-98-16,2-3-62 0,0 0 47 0,-1-4-34 15,5-3 57-15,-9 1-19 0,-3-2 60 0,-1-3-29 16,-2-2 49-16,-3-1-27 0,-2-2 14 0,-1-3 10 16,-4 0 3-16,0-2 12 0,-4-1 6 0,-2 0 10 0,0 2 36 15,-4 0 19-15,0 2 13 0,-2 1 77 16,1 0-41-16,-2 4 20 0,-1 0 9 0,1 1 8 0,-2 4-14 15,4 0-7-15,-4 0-101 0,-2 11-18 0,4-15 0 16,-4 15 0-16,7-11 0 0,-7 11 0 0,0 0 0 16,13-2 0-16,-13 2 0 0,14 6 0 0,-6 0 0 15,-1 1 0-15,3 3 0 0,0 1 0 0,-1 1 0 16,-1 1 0-16,0 1 0 0,1 1 0 0,-2 1 0 16,2-2 0-16,-2 2 0 0,-1-1 0 0,-1-1 0 15,1 0 0-15,0-1 0 0,-4-3 0 0,2 1 0 16,-4-11 0-16,6 18 0 0,-6-18 0 0,5 13 0 15,-5-13 0-15,0 0 0 0,0 0 0 16,-2 13 0-16,2-13 0 0,0 0 0 0,-9-11 0 0,3 4 0 0,0-3 0 16,0-2 0-16,1-3 0 0,1-1 0 15,0 0 0-15,2-1 0 0,2-1 0 0,0 0 0 16,0-1 0-16,2 3 0 0,2-2 0 0,-2 1 0 16,3 1 0-16,-1 0 0 0,2 2 0 0,2 1 0 0,0 1 0 15,-1 1 0-15,0 4 0 0,2 1 0 16,0 1 0-16,-9 5 0 0,20-2 0 0,-20 2 0 0,20 3 0 15,-8 1 0-15,1 4 0 0,-2 0 0 0,1 3 0 16,1 0 0-16,-1 5 0 0,-1-2 0 0,1 2 0 16,0 0 0-16,-3 1 0 0,0 0 0 0,-2-2 0 15,0 1 0-15,-3-1 0 0,3-1 0 16,-3 3 0-16,-2-4 0 0,4 1 0 0,-4-3 0 0,0 1 0 16,0-2 0-16,-2-10 0 0,2 19 0 0,-2-19-450 15,-2 15-138-15,2-15-165 0,-4 8-148 0,4-8-836 16,-14 5-1424-16</inkml:trace>
  <inkml:trace contextRef="#ctx0" brushRef="#br0" timeOffset="87273.7562">13634 6496 1068 0,'-12'-35'938'0,"-3"3"-194"0,1 5-16 0,1 0 10 0,0 1 38 15,-1 2-140-15,1 0-50 0,3 4-69 0,0 0-43 16,1 4-65-16,1 2-72 0,0 0-97 15,3 4-240-15,1 0 0 0,4 10 0 0,-7-11 0 16,7 11 0-16,0 0 0 0,0 0 0 0,0 0 0 0,20 9 0 16,-10 2 0-16,3 5-374 0,3 4-59 0,-1 5-43 15,4 4-70-15,-2 3-74 0,1-1-20 16,-1 2-72-16,0-1-683 0,-2 0-999 0</inkml:trace>
  <inkml:trace contextRef="#ctx0" brushRef="#br0" timeOffset="87917.6835">13867 6709 554 0,'12'-9'854'0,"-12"9"-139"0,7-12-19 0,-7 12 15 16,8-16 43-16,-8 16-91 0,5-17 41 0,-5 17-123 15,9-19-56-15,-9 19-45 0,5-13-67 0,-5 13-76 16,6-12-133-16,-6 12-204 0,5-7 0 0,-5 7 0 16,0 0 0-16,16-1 0 0,-16 1 0 0,17 10 0 15,-8-4 0-15,3 3 0 0,1 1 0 0,1 3 0 0,-1 0 0 16,1 1 0-16,-1 0 0 0,0 3 0 15,1 1 0-15,-1-3 0 0,-1 2 0 0,-1 0 0 16,-1 0 0-16,1-1 0 0,-5-3 0 0,3 0 0 0,-3-1 0 16,1 0 0-16,-2-4 0 0,0 1 0 0,-5-9 0 15,8 13 0-15,-8-13 0 0,8 11-2 16,-8-11-164-16,0 0 32 0,0 0-48 0,0 0 7 16,8-4 15-16,-8 4 21 0,2-14 10 0,-2 14 13 0,1-18 26 15,-1 6 13-15,1 0 14 0,-1-1 48 0,0-1-29 16,0 3 44-16,1-1-33 0,-1 0 66 0,0 12-9 15,0-21 54-15,0 21-30 0,0-19 35 0,0 19-42 16,2-15 33-16,-2 15-54 0,0-13 30 0,0 13-46 16,0 0 33-16,2-13-42 0,-2 13 32 0,0 0-44 15,8-9 42-15,-8 9-41 0,0 0 39 0,15-2-37 16,-15 2 34-16,13 2-36 0,-13-2 34 0,14 4-35 16,-14-4 2-16,19 6 7 0,-19-6-2 0,19 6-7 15,-19-6-26-15,18 5-15 0,-18-5-13 0,16 4-2 0,-16-4 5 16,15 4 11-16,-15-4 10 0,13 2 8 15,-13-2 16-15,0 0 2 0,15-2 4 0,-15 2-1 16,10-4 11-16,-10 4 29 0,7-8-39 0,-7 8 37 16,4-13-32-16,-4 13 38 0,0-17-23 0,0 17 43 15,-4-19-26-15,4 19 55 0,-4-20-23 0,4 20 50 16,-7-19-28-16,7 19 39 0,-7-14-47 0,7 14 37 16,-7-12-66-16,7 12 39 0,-5-6-58 0,5 6 81 0,0 0-48 15,-10 4 68-15,10-4-77 0,-10 11 3 0,8-2-2 16,-2 0-8-16,3 1-4 0,0 2-1 0,0 1 1 15,2-2-16-15,1 3-6 0,0 1 5 0,2 1-7 16,2-2 0-16,-2 2-4 0,5-2-15 0,-1-2-75 16,-1 2-70-16,5 0-74 0,-1-2-86 0,2-2-33 15,-2-1-70-15,1-1-32 0,2 0-52 0,-2-2-14 16,0 0-1-16,-1-1-40 0,0-3-7 0,-11-2 13 16,18 4-314-16,-18-4-419 0</inkml:trace>
  <inkml:trace contextRef="#ctx0" brushRef="#br0" timeOffset="88474.1075">14544 6842 1197 0,'4'-19'276'0,"-4"7"-15"0,0 1-10 0,-1-3 5 15,0-3 15-15,-2 1 60 0,-1-2 22 0,2 0 2 16,0-1 35-16,0 2-20 0,-2-1 2 0,1 2-30 16,1 1 38-16,0 0-43 0,0 2 37 0,0 3-78 0,2 10 3 15,-2-19-114-15,2 19 12 0,-2-14-87 16,2 14 53-16,0 0-52 0,8-8 79 0,-8 8-95 16,11 6 75-16,-5-2-94 0,3 4-3 0,3 2-6 15,-1 1-24-15,2 4-43 0,-2 1 0 0,1 1 0 0,-1 2 0 16,0 0 0-16,0 3 0 0,1-1 0 0,-4 0 0 15,1 0 0-15,-1 1 0 0,-2-3 0 16,0 0 0-16,-3-2 0 0,1 0 0 0,-2-3 0 0,0-1 0 16,0-3 0-16,-2-10 0 0,1 21 0 0,-1-21 0 15,2 14 0-15,-2-14 0 0,0 0 0 0,0 12 0 16,0-12 0-16,0 0 0 0,0 0 0 0,0 0-70 16,-2-12-20-16,2 12-23 0,0-14-12 0,0 14-8 15,2-23-1-15,1 10-21 0,0-3-3 0,0 0 52 16,0-2-43-16,1-2 44 0,1-1-14 0,-1 1 49 15,0 0-17-15,1 0 55 0,-1 1-32 0,-1 1 41 16,0-1-25-16,-1 1 42 0,1 0 4 0,-2 1 15 16,1 1 5-16,0 1 17 0,-2 2 16 15,0-1 22-15,0 14 9 0,0-20 2 0,0 20-4 0,0-17-16 0,0 17-12 16,0-14-10-16,0 14-15 0,-4-9-2 16,4 9-9-16,0 0 2 0,0 0-7 0,0 0 0 15,-12 2-4-15,12-2-2 0,-3 8-34 0,3-8 41 0,-2 14-38 16,2-14 41-16,2 19-37 0,0-7 43 0,2 1-39 15,1 2 33-15,1-2-35 0,1 1 39 0,2 3-36 16,2-1 41-16,2 0-42 0,1 0 7 0,-1-1 4 16,5-1-1-16,-1 0 5 0,-2 1 1 0,3-1-5 15,-3-1 4-15,2-1 2 0,-4 1 1 0,3-1 1 16,-1 0-1-16,-4 0 36 0,1-4-41 0,-3 1 29 16,0 0-33-16,-2 0 35 0,0-2-37 0,-2 2 36 15,-5-9-42-15,3 15 39 0,-3-15-40 0,-2 18 37 16,-4-9-68-16,-4 1-45 0,-1 0-102 0,-1-1-67 15,-2 0-89-15,-3-1-129 0,-3 1-77 0,1-1-123 16,2-2-733-16,-2-4-1020 0</inkml:trace>
  <inkml:trace contextRef="#ctx0" brushRef="#br0" timeOffset="94001.9817">22358 4267 122 0,'0'0'175'0,"0"0"-73"0,0 0 19 0,0 0-46 16,0 0 29-16,0 0-51 0,0 0 33 0,0 0-7 16,0 0-6-16,0 0-5 0,-7 6-7 0,7-6-8 15,0 0-5-15,0 0 2 0,0 0-1 0,0 0 1 16,0 0-6-16,0 0 6 0,0 0 2 0,0 0-2 15,0 0 3-15,0 0-4 0,0 0 2 0,0 0-9 16,0 0 2-16,0 0 13 0,0 0-4 0,0 0-2 16,0 0-16-16,0 0 22 0,0 0-9 0,0 0 3 15,0 0-8-15,0 0-1 0,0 0-3 0,0 0 2 0,0 0-6 16,0 0-9-16,0 0 6 0,0 0 1 16,0 0 0-16,0 0 2 0,0 0-5 0,0 0 4 15,0 0-2-15,0 0-3 0,0 0 2 0,0 0-8 16,0 0 6-16,0 0-1 0,0 0-2 0,0 0 2 15,0 0 3-15,0 0 0 0,0 0-1 0,0 0 0 16,0 0 1-16,0 0 7 0,0 0-2 0,0 0 0 16,0 0-13-16,0 0-4 0,0 0 3 0,0 0-7 15,0 0 3-15,0 0-5 0,0 0-1 0,0 0-5 16,0 0-2-16,0 0 10 0,0 0-9 0,0 0-1 16,0 0 3-16,-1-12 3 0,1 12-6 0,0 0 1 15,0 0 2-15,0 0-2 0,0 0 4 0,0 0 1 0,0 0-3 16,0 0 3-16,0 0-6 0,0 0-1 15,0 0 2-15,0 0-4 0,0 0 8 0,0 0-3 16,0 0-3-16,0 0-8 0,0 0 8 0,0 0 7 16,0 0-4-16,0 0 5 0,0 0-10 0,0 0-1 15,0 0 0-15,0 0 3 0,0 0-2 0,0 0 3 0,0 0-1 16,0 0-5-16,0 0 6 0,5-7 3 16,-5 7-6-16,0 0-6 0,0 0 8 0,0 0-1 15,0 0-11-15,0 0 9 0,0 0-1 0,0 0 1 16,0 0-1-16,0 0 0 0,0 0 5 0,0 0-9 15,0 0-2-15,0 0 5 0,0 0 0 0,0 0-6 16,0 0 6-16,0 0-1 0,0 0 3 0,0 0-3 16,0 0 8-16,0 0-6 0,0 0 2 0,0 0-2 15,0 0 1-15,0 0-3 0,0 0 0 0,0 0 4 16,0 0-3-16,0 0-5 0,0 0 10 0,0 0-1 16,0 0 1-16,0 0-4 0,0 0-4 0,0 0 4 15,0 0 2-15,0 0-1 0,0 0 3 0,0 0-3 16,0 0-8-16,0 0 4 0,0 0 9 0,0 0-6 15,0 0 3-15,0 0-10 0,0 0 10 0,0 0-7 16,0 0 0-16,0 0 9 0,0 0-5 0,0 0-3 16,0 0 6-16,0 0-5 0,0 0 4 0,0 0 3 15,0 0-7-15,0 0-1 0,0 0 2 0,0 0-4 16,0 0 8-16,0 0-8 0,0 0 2 0,0 0 5 16,0 0 2-16,0 0 1 0,0 0-5 0,0 0 0 15,0 0-2-15,0 0 2 0,0 0-2 0,0 0 2 16,0 0 5-16,0 0-6 0,0 0 1 0,0 0 5 15,0 0 3-15,0 0-10 0,0 0 4 0,0 0-3 16,0 0 2-16,0 0-3 0,0 0 1 0,0 0 2 0,0 0-9 16,0 0 7-16,0 0 5 0,0 0-2 15,0 0-6-15,0 0 6 0,0 0-1 0,0 0 0 16,0 0 5-16,0 0-4 0,0 0-5 0,0 0 2 16,0 0 1-16,0 0 4 0,0 0-1 0,0 0 1 15,0 0-3-15,0 0-2 0,0 0 3 0,0 0-4 16,0 0 2-16,0 0 1 0,0 0 2 0,0 0 2 15,0 0-1-15,0 0-2 0,0 0-3 0,0 0-5 16,0 0 6-16,0 0 0 0,0 0-1 0,0 0-2 16,0 0 1-16,0 0-1 0,0 0-1 0,0 0 9 15,0 0 1-15,0 0-7 0,0 0-4 0,0 0 7 16,0 0-4-16,0 0 4 0,0 0 2 0,0 0-3 16,0 0-1-16,0 0-3 0,0 0 10 0,0 0 1 15,0 0-12-15,0 0 0 0,0 0 4 0,0 0-3 16,0 0 3-16,0 0 3 0,0 0-6 0,0 0 2 15,0 0-2-15,0 0 7 0,0 0-2 0,0 0-4 16,0 0 4-16,0 0 0 0,0 0-2 0,0 0 0 16,0 0-1-16,0 0 4 0,0 0-6 0,0 0-4 15,0 0 9-15,0 0 0 0,0 0-4 0,0 0-2 16,0 0 5-16,0 0-3 0,0 0 5 0,0 0-4 16,0 0 2-16,0 0-3 0,0 0 5 0,0 0-2 15,0 0 5-15,0 0-4 0,0 0-4 0,0 0 3 16,0 0-3-16,0 0 3 0,0 0-2 0,0 0 7 15,0 0-5-15,0 0-1 0,0 0 1 0,0 0 7 16,0 0-11-16,0 0-10 0,0 0-51 0,0 0-40 16,0 0-45-16,0 0-62 0,0 0-86 0,0 0-102 15,0 0-301-15,0 0-208 0</inkml:trace>
  <inkml:trace contextRef="#ctx0" brushRef="#br0" timeOffset="96486.1737">8758 7422 132 0,'0'0'127'0,"-14"3"-11"0,14-3-25 15,-11 3-4-15,11-3-8 0,-12 3-3 0,12-3-5 16,0 0 5-16,-13 3-9 0,13-3-1 0,0 0-5 0,-12 2-2 16,12-2-12-16,0 0-11 0,-10 3-5 15,10-3-8-15,0 0-3 0,-12 3-5 0,12-3 1 16,0 0-4-16,-13 0 20 0,13 0 2 0,0 0 13 0,-12 2-7 16,12-2 18-16,0 0-9 0,0 0 25 0,-15 2-6 15,15-2 30-15,0 0-15 0,0 0 24 0,0 0-5 16,-15-2 2-16,15 2-1 0,0 0 1 0,0 0 9 15,-12-2 13-15,12 2 17 0,0 0 50 0,0 0 26 16,-10-7 24-16,10 7 18 0,0 0 2 0,0 0-12 16,-8-6-15-16,8 6-27 0,0 0-9 0,-7-5-33 15,7 5-8-15,0 0-40 0,0 0 15 0,0 0-60 16,-4-9 12-16,4 9-41 0,0 0 11 0,0 0-33 16,0 0 8-16,6-11-15 0,-6 11 17 0,11-5-36 15,0 0 29-15,3 1-26 0,3-1 21 0,5-1-10 0,2 1-61 16,2-2-41-16,5 1-46 0,3-2-51 15,1 1-45-15,1 0-64 0,8 0-55 0,-6 3-44 16,0-2-142-16,-1 1-585 0,2 1-737 0</inkml:trace>
  <inkml:trace contextRef="#ctx0" brushRef="#br0" timeOffset="96703.3577">9457 7327 460 0,'0'0'772'16,"-2"11"-173"-16,2-11-96 0,0 0-87 0,0 0-24 16,0 0-9-16,-5 9-17 0,5-9-31 0,0 0-63 15,0 0-53-15,0 0-47 0,0 0-39 0,0 0-29 16,0 0-15-16,0 0-26 0,7 6-35 0,-7-6-51 16,14 0-71-16,-14 0-66 0,20 0-60 0,-20 0-63 15,28 1-22-15,-12-1-7 0,2 0-67 0,3 0-50 16,0 0-103-16,-1-1-280 0,3 1-344 0</inkml:trace>
  <inkml:trace contextRef="#ctx0" brushRef="#br0" timeOffset="96891.6305">9992 7306 713 0,'10'-4'667'0,"-10"4"-77"0,0 0-59 0,9-7-68 15,-9 7-42-15,0 0-26 0,6-7-36 0,-6 7-53 16,0 0-51-16,7-7-60 0,-7 7-30 0,0 0-51 0,8-6-7 15,-8 6-29-15,10-3-11 0,-10 3-19 0,12-4-4 16,-12 4-25-16,18-2-37 0,-18 2-54 16,24 0-69-16,-11 0-48 0,1 0-52 0,1 1-72 0,3 0-28 15,0 1-63-15,1 0-60 0,1 0-116 0,-3-1-294 16,1 0-425-16</inkml:trace>
  <inkml:trace contextRef="#ctx0" brushRef="#br0" timeOffset="97086.8067">10542 7297 17 0,'0'0'802'16,"17"2"-208"-16,-17-2-118 0,0 0-53 0,0 0-49 15,13 0-20-15,-13 0-36 0,0 0-42 0,0 0-59 16,0 0-44-16,16 1-36 0,-16-1-23 0,0 0-25 16,15 2-21-16,-15-2-25 0,16 0-50 0,-16 0-71 15,22 0-85-15,-22 0-57 0,24 0-30 0,-11 0-48 16,1 0-68-16,1 0-58 0,-2 0-418 0,1-2-384 15</inkml:trace>
  <inkml:trace contextRef="#ctx0" brushRef="#br0" timeOffset="97258.2595">11033 7253 621 0,'0'0'504'0,"15"0"-103"0,-15 0-48 0,0 0 2 0,0 0-31 16,0 0-17-16,0 0-40 0,0 0-44 0,14 0-48 15,-14 0-33-15,0 0-27 0,0 0-26 0,0 0-15 16,0 0-17-16,14 2-17 0,-14-2-57 0,0 0-68 16,11 2-82-16,-11-2-47 0,0 0-82 15,18 3-84-15,-18-3-140 0,15-2-232 0,-15 2-263 0</inkml:trace>
  <inkml:trace contextRef="#ctx0" brushRef="#br0" timeOffset="97424.1328">11376 7243 378 0,'0'0'619'0,"10"3"-150"0,-10-3-75 16,0 0-24-16,0 0-34 0,0 0-32 0,0 0-38 15,0 0-55-15,0 0-39 0,11 5-31 0,-11-5-28 16,0 0-28-16,0 0-21 0,12 5-80 0,-12-5-108 16,11 2-73-16,-11-2-102 0,12 3-129 0,-12-3-470 15,13 4-461-15</inkml:trace>
  <inkml:trace contextRef="#ctx0" brushRef="#br0" timeOffset="97586.55">11636 7313 943 0,'0'0'957'0,"0"0"-183"16,0 0-74-16,12 0-44 0,-12 0 36 0,0 0-83 16,0 0 4-16,0 0-190 0,0 0-24 0,14-2-154 15,-14 2 27-15,0 0-137 0,14-3-32 0,-14 3-210 16,16-2-185-16,-6-1-211 0,2-1-278 15,4 0-1061-15,1-3-1553 0</inkml:trace>
  <inkml:trace contextRef="#ctx0" brushRef="#br0" timeOffset="134953.2182">4918 4700 230 0,'8'-4'535'0,"0"-1"-146"0,-8 5-28 0,13-6-14 0,-13 6 36 16,9-6-56-16,-9 6-19 0,9-6-42 16,-9 6-28-16,7-6-25 0,-7 6-14 0,0 0-19 15,10-6-11-15,-10 6 4 0,0 0-28 0,0 0-4 0,9-6-8 16,-9 6-12-16,0 0-8 0,0 0 6 16,0 0 21-16,0 0-2 0,0 0-11 0,0 0-17 0,0 0-16 15,0 0-11-15,0 0-10 0,0 0 7 16,0 0-7-16,-12 9-3 0,1-1-16 0,-3-1-2 0,-5 3 28 15,-6 2-47-15,-1 1 26 0,-8 4-47 0,-2-1 34 16,-2 0-47-16,-2 1 34 0,-2-1-37 0,-2-1 34 16,0 2-36-16,-2-3 35 0,2 3-42 0,0-3 38 15,2-1-39-15,3 2 38 0,1-3-41 0,7-3 33 16,1 1-36-16,2-1 38 0,6-2-37 0,-1-1 38 16,5 0-35-16,2-1 33 0,0 0-37 0,3-1 38 15,2 0-44-15,0-1 35 0,1 1-37 0,10-4 43 16,-17 7-38-16,17-7 34 0,-13 9-35 0,13-9 41 15,-9 10-35-15,9-10 34 0,-9 14-33 0,9-14 5 16,-5 16 1-16,5-16 5 0,-3 20 3 0,3-20 12 16,0 23 13-16,0-10 14 0,1-1 3 0,1 4 5 0,0 0 5 15,0 0-39-15,1 0 41 16,2 3 20-16,-2 2 13 0,2 0-6 0,1 1 35 0,-1 1-22 0,0 2-16 16,1 0-8-16,-1 5 43 0,1 1 18 0,-2 1-20 15,1-1-8-15,-1 2-33 0,0 1-10 0,2 0-7 16,-3 1-9-16,1 1-64 0,-1 0 125 0,0 7-90 15,0 1 85-15,-1 0-88 0,0 2 2 0,-1 0 1 16,1-1 46-16,0 3-58 0,1-2 0 0,-1 3 0 16,1 0 0-16,0-1 0 0,0 0 0 0,0 2 0 15,2-3 0-15,-1 0 0 0,0 2 0 0,3-3 0 16,-2 1 0-16,2 1 0 0,-1-2 0 0,3-1 0 16,-2 3 0-16,1-3 0 0,0 2 0 0,2-1 0 15,-2-1 0-15,2 0 0 0,0 0 0 0,1 1 0 16,-1-3 0-16,3-2 0 0,-1 2 0 0,-1 0 0 15,3-1 0-15,-2-2 0 0,1 2 0 0,-1-1 0 16,1 1 0-16,0-3 0 0,-1 2 0 0,0-1 0 16,0-1 0-16,-2 1 0 0,0 0 0 0,-2-1 0 15,-2-4 0-15,-1-2 0 0,-1 3 0 0,0-1 0 16,-3 1 0-16,-1 1 0 0,-1-2 0 0,-2 4 0 0,-2 6 0 16,0-4 0-16,-1 2 0 0,-1 0 0 0,-1-2 0 15,1 2 0-15,-1 0 0 0,2-1 0 0,-1 0 0 16,0 1 0-16,2-1 0 0,2 1 0 15,1-5 0-15,1-2 0 0,1 3 0 0,1-2 0 0,2 5 0 16,1 0 0-16,2 0 0 0,2-1 0 0,0 0 0 16,1 1 0-16,1-2 0 0,-1 3 0 0,0-2 0 15,1 0 0-15,0 4 0 0,-1-2 0 0,-1 0 0 16,0 3 0-16,-1-2 0 0,-1 2 0 0,0-1 0 16,-1 0 0-16,2 1 0 0,-2-1 0 0,-1 0 0 15,0 0 0-15,0 0 0 0,0 0 0 0,0 0 0 16,0 0 0-16,0 0 0 0,0 0 0 0,0 0 0 15,1 0 0-15,-1-1 0 0,1 0 0 0,1-1 0 16,-2 1 0-16,0 0 0 0,0-3 0 0,0 1 0 0,0 0 0 16,-1-4 0-16,0-1 0 0,1-1 0 0,-2 3 0 15,1 2 0-15,-2-3 0 0,1-1 0 16,-2 1 0-16,2-1 0 0,-1 1 0 0,0 0 0 0,0 1 0 16,1-2 0-16,0 1 0 0,0-2 0 0,-1 1 0 15,1-2 0-15,0 1 0 0,0-1 0 16,3-1 0-16,-2-2 0 0,1 0 0 0,-1-1 0 15,1 1 0-15,-2-5 0 0,0 0 0 0,1-2 0 0,-1 1 0 16,0-1 0-16,0 0 0 0,0 1 0 0,-1-1 0 16,1-1 0-16,-2-2 0 0,0 2 0 0,0 0 0 15,0 2 0-15,-1-2 0 0,-1-1 0 0,-1 2 0 16,0 2 0-16,1-4 0 0,-1 2 0 0,-1 0 0 16,1 0 0-16,-1-2 0 0,1 1 0 0,-1 0 0 15,-1-2 0-15,1 1 0 0,0-1 0 0,0 0 0 16,0-1 0-16,2-2 0 0,-1-2 0 0,1 1 0 15,0-1 0-15,0-1 0 0,-1-1 0 0,1-2 0 16,0 0 0-16,1-1 0 0,-1 0 0 0,0-1 0 0,1-1 0 16,0 2 0-16,1-12 0 0,-3 19 0 15,3-19 0-15,-3 19 0 0,3-19 0 0,-3 18 0 16,3-18 0-16,-4 15 0 0,4-15 0 0,-3 15 0 0,3-15 0 16,-3 13 0-16,3-13 0 0,-2 10 0 0,2-10 0 15,0 0 0-15,-3 15 0 0,3-15 0 0,0 0 0 16,-2 12 0-16,2-12 0 0,0 0 0 15,0 0 0-15,-3 13 0 0,3-13 0 0,0 0 0 0,0 0 0 16,-2 12 0-16,2-12 0 0,0 0 0 0,0 0 0 16,-1 14 0-16,1-14 0 0,0 0 0 0,-2 13 0 15,2-13 0-15,0 0 0 0,-1 14 0 0,1-14 0 16,-2 11 0-16,2-11 0 0,-1 12 0 0,1-12 0 16,-2 12 0-16,2-12 0 0,0 13 0 0,0-13 0 15,1 12 0-15,-1-12 0 0,1 12 0 0,-1-12 0 16,1 12 0-16,-1-12 0 0,3 10 0 0,-3-10 0 15,3 11 0-15,-3-11 0 0,4 12 0 0,-4-12 0 16,4 12 0-16,-4-12 0 0,7 16 0 0,-7-16 0 16,7 15 0-16,-7-15 0 0,6 16 0 0,-6-16 0 15,6 16 0-15,-6-16 0 0,5 12 0 0,-5-12 0 16,6 12 0-16,-6-12 0 0,5 10 0 0,-5-10 0 0,6 8 0 16,-6-8 0-16,5 7 0 0,-5-7 0 0,0 0 0 15,9 7 0-15,-9-7 0 0,0 0 0 16,14 5 0-16,-14-5 0 0,0 0 0 0,18-1 0 0,-18 1 0 15,16-2 0-15,-16 2 0 0,23-6 0 0,-10 3 0 16,4-2 0-16,1 1 0 0,6-2 0 0,3 0 0 16,6-1 0-16,9-1 0 0,5 0 0 0,6-1 0 15,2 2 0-15,16-2 0 0,3 0 0 0,4 0 0 16,1 0 0-16,3 0 0 0,3 1 0 0,-2 2 0 16,2-3 0-16,-2 0 0 0,-1 2 0 0,-2-2 0 15,-5 2 0-15,-1-1 0 0,-4 0 0 0,-13 2 0 16,-2 0 0-16,-4 0 0 0,-3 0 0 0,-3 0 0 15,-6 1 0-15,-4 0 0 0,-1 0 0 0,-5 1 0 16,-2-1 0-16,-1 3 0 0,-1-3 0 0,-2 2 0 16,-3 0 0-16,-3 0 0 0,1 0 0 0,-5 2 0 15,0-1 0-15,-1-1 0 0,-12 3 0 0,20-2 0 16,-20 2 0-16,16-2 0 0,-16 2 0 0,14-3 0 0,-14 3 0 16,9-3 0-16,-9 3 0 0,0 0 0 0,9-6 0 15,-9 6 0-15,0 0-134 0,-9-9-403 0,9 9-67 16,-14-8-96-16,4 2-95 0,-1-2-114 15,-1 0-525-15,-1-2-1043 0</inkml:trace>
  <inkml:trace contextRef="#ctx0" brushRef="#br0" timeOffset="135968.1864">1580 8090 180 0,'-16'-24'469'0,"-3"-6"-79"0,1 1-56 0,-3-2-28 15,0 1-17-15,1 0-11 0,0-1 0 0,0 2-14 16,2 1 7-16,2 3-8 0,3 3-30 0,-2 0-19 16,4 4 12-16,-2 1-16 0,4 0 8 0,3 4-44 15,-1 1-14-15,2 4-54 0,-2 0-7 0,7 8-39 16,0 0 16-16,0 0 15 0,0 0 82 0,0 0-26 15,2 23 26-15,4-1-1 0,1 7 11 0,-1 3-13 0,4 9-18 16,0 1-25-16,-1 2-50 0,2 3 25 16,3-2-53-16,-1 2-7 0,1-2-6 0,-1 1-3 15,4-1-8-15,-1-1-5 0,1-3 28 0,-2 0-43 0,5-3 29 16,-2-2-33-16,2-3 29 0,-1-3-35 16,-1-6 31-16,0-3-22 0,-1-2 18 0,-1-4-30 15,-1-3 36-15,0-2-29 0,-2-3 54 0,0-3 13 16,-13-4 39-16,24 0-45 0,-12-6 49 0,-1-3-1 0,2-6-16 15,-3-1 1-15,1-8-97 0,-1-4 61 16,-2-4-10-16,-1-7-15 0,-2-3 0 0,0-4 32 16,-2-2-57-16,-2-2 45 0,-1 0-61 0,0 0 45 0,-2 2-49 15,0 2 1-15,-3 2 12 0,2 10-7 0,-2 2 2 16,1 2-6-16,-1 6-1 0,0 4-4 0,-1 3-2 16,2 2-70-16,0 5-68 0,-1 2-53 0,5 8-85 15,-13-5-47-15,13 5-43 0,-14 8-56 0,9 1-62 16,1 1-29-16,0 1 61 0,3 1-69 0,2 1-46 15,4-1-483-15,0 2-684 0</inkml:trace>
  <inkml:trace contextRef="#ctx0" brushRef="#br0" timeOffset="136618.433">1991 7916 561 0,'0'0'494'0,"6"-9"23"0,-6 9-33 0,0 0-16 15,4-10-32-15,-4 10-36 0,0 0-59 0,0 0-15 16,-4-11-46-16,4 11-70 0,0 0-10 0,-14-1-58 15,14 1 12-15,-15 8-59 0,7-2 15 0,-4 2-50 0,1 3 31 16,0 0-56-16,1 1 28 0,2 1-43 16,-1 1 27-16,3-1-41 0,2 1 33 0,2-2-38 15,2 3 32-15,3-1-38 0,4 0 43 0,0 1-52 0,4-1 44 16,3 1-43-16,2-3 2 0,2 2-7 0,3 0 15 16,1 1 6-16,1-3-4 0,2 2-2 0,-5-4 4 15,0 2-2-15,1-2 0 0,-2 1 1 0,0-1 21 16,-3 0-25-16,1 1-1 0,-6-3 3 0,2 3-2 15,-4-3 3-15,0 2 2 0,-1 1 1 16,-2-2-1-16,-3-1 0 0,-3-8 0 0,1 18 0 0,-1-18 0 16,-4 19-2-16,0-10 1 0,-2-1 0 0,-1 0-1 15,-1 1-1-15,-1-1-1 0,-2-2 1 0,3-1 3 16,-1-1-15-16,9-4-12 0,-18 5-22 0,18-5-19 16,-16-3-25-16,16 3 10 0,-14-10-1 0,9 3 7 15,2-3-16-15,1-1-10 0,1 1 20 0,2-3 9 16,2-4 15-16,1 0 5 0,5-1 12 0,1-3-4 15,1-1 16-15,5-2-3 0,-1 1 2 0,2-1 6 16,1 1 4-16,3-5 9 0,-5 4-1 0,5-2 9 0,0-3-4 16,-5 7 9-16,3-2-4 0,-1 1 7 15,-4 2 1-15,-1 1 33 0,-1 3 37 0,-2 0 20 16,-2 2 19-16,-1 2 14 0,-2 2 8 0,-1 1-18 0,-3 0-10 16,-1 10 2-16,0-18 19 0,0 18-26 0,-4-10-15 15,4 10-4-15,-11-4 17 0,11 4-15 0,-15 7-2 16,5 0 16-16,-2 2-48 0,-1 4 58 0,-1 1-34 15,3 2 25-15,-1 2-46 0,1-1 32 0,1 2-47 16,1 1 23-16,1 1-35 0,2-1 27 0,1 2-40 0,2-4-2 16,1 0 1-16,1 0-1 0,0-2-6 15,2 0 0-15,1 1 0 0,1-2 20 0,2 0-26 0,0-1 0 16,3 0 3-16,1-3 1 0,-1 1-2 0,4-2 2 16,0 0-2-16,0-3-42 0,2 0 52 0,1 1-36 15,2-5 34-15,-1 1-32 0,2-1 34 0,2-1-3 16,-1-1-1-16,4 1-7 0,-1-5-39 0,2 1-58 15,1 1-80-15,-1-4-58 0,1 1-54 0,0-1-47 16,-2-2-85-16,-2 1-24 0,0-3-51 0,-4 0-63 16,0-2-84-16,-3-1-371 0,0-1-617 0</inkml:trace>
  <inkml:trace contextRef="#ctx0" brushRef="#br0" timeOffset="136969.5223">2802 7983 525 0,'-5'-13'582'15,"0"1"-113"-15,2 3 47 0,-3-4 11 0,2 5-20 0,-2-6 9 16,1 3-62-16,0-1-37 0,-1 0 19 15,1 2 0-15,1 1-19 0,4 9-45 0,-7-17-65 16,7 17-59-16,-7-12-53 0,7 12-39 0,-4-9-30 0,4 9-17 16,0 0 64-16,0 0-13 0,10-3 26 15,-10 3-111-15,18 9 69 0,-7-2-100 0,1 1 50 16,3 4-94-16,1 1 0 0,0 1 0 0,2 3 0 0,2 1 0 16,-1 1 0-16,-2 2 0 0,1 0 0 0,-3 0 0 15,0-1 0-15,-2-1 0 0,-1 0 0 0,-1-1 0 16,-2 0 0-16,-2-4 0 0,0 1 0 15,-1-1 0-15,-2 0 0 0,-1-3 0 0,0 0 0 0,-3-11 0 16,2 18 0-16,-2-18 0 0,-4 10 0 0,4-10 0 16,-8 6 0-16,8-6 0 0,-13-5 0 0,6-1 0 15,0-7 0-15,1-1 0 0,0-7 0 0,0-9 0 16,4-6 0-16,2-1 0 0,2-8 0 0,5-3 0 16,0 0 0-16,4 2 0 0,2 2 0 0,1 1 0 15,1 3 0-15,1 3 0 0,1 3 0 0,1 3 0 0,-2 4 0 16,0 4-24-16,2 4-743 0,-5 4-147 0,0 5-152 15,-2 3-647-15,-3 2-1393 0</inkml:trace>
  <inkml:trace contextRef="#ctx0" brushRef="#br0" timeOffset="139086.1071">4920 12621 220 0,'14'-7'352'0,"-1"1"-24"0,-3 1-40 16,0-1 5-16,1 0-66 0,-2 1 22 16,0 0-77-16,-1-1 22 0,2 1-56 0,-3-1 34 15,-7 6-9-15,13-8 31 0,-13 8-13 0,11-9 12 16,-11 9-12-16,8-4 5 0,-8 4-7 0,0 0-13 0,9-8-14 15,-9 8-14-15,0 0-15 0,0 0-20 16,0 0-16-16,0 0-17 0,0 0-9 0,0 0 3 16,-12-1-10-16,12 1-11 0,-20 7-7 0,8-1-6 0,-4 0-8 15,-2 2-3-15,-3 0-5 0,0 1-2 0,-4 3-8 16,-2-1 22-16,-1 2-23 0,0-3-1 0,-1 3-1 16,-1-1 1-16,0-1-2 0,1 1 3 0,0-1-1 15,0 1-3-15,1-1 0 0,6-3 0 0,0 0 4 16,1-2-4-16,5 0 1 0,2-1-1 0,0 0 3 15,1-2-6-15,3 1 5 0,0-1 2 0,10-3-6 16,-16 6 5-16,16-6-4 0,-13 5-2 0,13-5 1 16,-12 4 0-16,12-4-1 0,-9 5-1 0,9-5 6 15,-8 9 0-15,8-9 0 0,-6 12-1 0,6-12 2 16,-7 19 0-16,4-9 3 0,2 2 8 0,-2 3 14 16,2 0-9-16,0 3 23 0,0 2-1 0,2 1-9 15,0 4-1-15,-1 2 10 0,2 2-3 0,-1 4-4 16,1 2-9-16,0 1-2 0,2 7 1 0,-1 1 12 15,0 0 12-15,0 1-11 0,0 0-7 0,-1 1 0 0,-1-2-25 16,1 0 57-16,0 2-4 0,-2-7 17 0,0-2-14 16,0 2-9-16,0-1-5 0,1-2 15 0,-2 0 14 15,1-1-9-15,-1-3-8 0,0-2-16 0,0-2 8 16,0 0-26-16,1-3-1 0,-1 0-5 0,0-5 27 16,0-1-41-16,1 0 1 0,-1-2 15 0,0-2-20 15,0-1 5-15,0-2-3 0,1-1-1 0,0-11-2 16,-2 21 4-16,2-21-1 0,-1 15 3 0,1-15 2 15,-1 14-1-15,1-14 33 0,-1 12-39 0,1-12-1 16,0 0 1-16,-2 15 2 0,2-15-3 0,0 0-3 16,-5 11 4-16,5-11-4 0,0 0 1 0,-7 12-4 15,7-12 4-15,-4 8 0 0,4-8 0 0,-3 12 2 16,3-12 0-16,-3 10-4 0,3-10 4 0,-3 12 1 16,3-12 0-16,-1 13-4 0,1-13 1 0,-1 14 3 15,1-14-2-15,2 13 0 0,-2-13 2 0,3 16 2 16,-3-16-2-16,8 15 1 0,-8-15 3 0,11 12 0 15,-1-5 4-15,1-2 17 0,5 0-25 0,3-1 4 0,7-2 3 16,5-2-2-16,16-6 4 0,4 1 5 0,15-7-4 16,8 0 9-16,6-2 13 0,6-2-5 15,7 0-5-15,21-5-2 0,0 2 1 0,-2 0-9 16,2 0 4-16,-18 4-5 0,0-1-1 0,-1 3-2 0,-1-1-2 16,-3 1 1-16,-4 2-2 0,-4 2 3 0,-6-2-6 15,-3 4 0-15,-5 0 1 0,-13 1 3 16,-1 0-1-16,-4 1-1 0,-1 1 9 0,-4 0 6 0,-6 0 2 15,-3 1 12-15,-1 0 14 0,-6 1 4 0,-1-1 1 16,0 1 9-16,-2 0-16 0,-2-2-7 16,-3 2-3-16,-1 0-1 0,-2-1 0 0,-1 2-10 0,-1-2-3 15,-1 1-2-15,-2 0-7 0,-1-1 0 0,-1 1-3 16,0 0 1-16,-12 2 3 0,20-4-10 0,-20 4-10 16,14-5-37-16,-14 5-57 0,12-8-88 0,-12 8-69 15,6-8-78-15,-6 8-51 0,0 0-70 0,-7-14-36 16,7 14-13-16,-14-8-110 0,4 2-686 0,-4 1-905 15</inkml:trace>
  <inkml:trace contextRef="#ctx0" brushRef="#br0" timeOffset="140453.351">1417 13564 24 0,'-5'-17'360'0,"5"17"-69"0,-5-20 10 0,3 9-54 16,-4-2-1-16,2 0-16 0,0-2-21 0,2-1-12 15,-2-2 0-15,1 2 8 0,-1-2 9 0,2 0 64 16,-1-1 63-16,1 1-94 0,-1 0-2 0,1 3 33 16,0-1-8-16,2 4-14 0,-1 0-40 0,-1 1-39 15,2 11-44-15,-1-15-19 0,1 15-26 0,0 0 102 0,0 0 3 16,0 0 44-16,8 12 7 0,-2 1-27 16,-2 5-26-16,0 6-21 0,1 6-33 0,-1 3-14 15,0 2-46-15,0 1 23 0,1 7-52 0,-2 1 34 0,-1 1-58 16,2 1 32-16,-2-1-39 0,1-1 29 0,-1-6-7 15,1 0-12-15,-1-2 2 0,0-4-14 0,0 0-3 16,0-5-2-16,1-2-2 0,0-1 2 16,-2-6-11-16,1 1 3 0,0-3 6 0,-1-3-9 0,-1 0 15 15,2-3 9-15,-2-10-6 0,2 16 2 0,-2-16-10 16,0 0-1-16,0 0-6 0,0 0-1 0,9-7-3 16,-5-6 0-16,4-5-39 0,1-4 30 0,3-6-47 15,4-5 34-15,2-3-52 0,4-2 2 0,5-8 23 16,3 2-32-16,2 0 30 0,1 3 9 0,3 1 7 15,0 3 5-15,-2 5 1 0,-2 3 5 0,-1 0 8 16,1 4 1-16,-3 2-1 0,-3 2 6 0,-4 4 7 16,-5 3-6-16,-2 3 0 0,-3 2-3 0,0 2-2 15,-4-1-6-15,-2 2 0 0,-6 6 4 0,11-6-1 16,-11 6 5-16,0 0-3 0,0 0 3 0,-12 5 0 16,4-1-1-16,-5 4 1 0,-3 0 1 0,0 2 2 15,-4 2 1-15,-4 1-2 0,0 2 1 0,1-1 7 16,-2 2-2-16,0 1-27 0,0 0 37 0,0 0-36 0,4-1 38 15,-2 2-33-15,0 0 37 0,4 1-35 16,-2 0 39-16,1 1 3 0,2 0-12 0,0 0-4 16,3 1 3-16,0-3 1 0,2 2-2 0,1-2-2 15,2 1-1-15,1-1 2 0,-1 1 2 0,4-3-5 0,1 0 0 16,1-1-6-16,1-1 4 0,1 0 4 0,3-3-2 16,2 0 3-16,2-1 1 0,3-2-3 0,4 1 4 15,2-4 0-15,4-2-4 0,5-2-2 0,3-3-18 16,10-3-31-16,1-1-13 0,5-1 8 0,7-5 5 15,-1 0-12-15,1-1-71 0,-1-2 21 0,0-2-28 16,-3 1 53-16,0 1-18 0,-6-3 24 0,-4 4 15 16,-7-3 14-16,-3 3 11 0,-2 1 13 0,-6-1 4 15,-3-1 8-15,-4 3 37 0,-3 1-34 0,-3-2 32 16,1-1 8-16,-5 3 52 0,-2-1-43 0,-4 1 77 16,-2-1-52-16,-1 1 55 0,-5 3-4 0,1 0 19 15,-3 2-15-15,0 2-16 0,-1 0-10 0,-1 2-2 16,2 2-47-16,2 1 29 0,-2 2-41 0,3 1 29 15,0 1-36-15,2 5 32 0,2-1-21 0,2 4 4 0,0 1 37 16,3 2-33-16,2-2 21 0,2 3-39 16,1-1 33-16,2 1-41 0,2 1 27 0,3 1-40 15,-1-1 31-15,4 0-32 0,1-1 31 0,1-1-34 0,2-2 29 16,2-1-34-16,1-1 28 0,2-2-33 0,0-1-17 16,2-3-110-16,-1-1-59 0,-1-3-125 0,3-1-100 15,-2-4-109-15,4 2-30 0,-1-3-78 0,-1-1-114 16,-2-1-414-16,-1-3-781 0</inkml:trace>
  <inkml:trace contextRef="#ctx0" brushRef="#br0" timeOffset="140787.5374">2487 13669 787 0,'-4'-9'657'0,"-1"1"-63"0,5 8-3 16,-7-13-8-16,7 13-54 0,-7-14-47 0,7 14-70 15,-5-11-32-15,5 11-104 0,-4-10-27 0,4 10-84 16,0 0 4-16,0 0-56 0,1-13 2 0,-1 13 22 15,0 0-16-15,12 0 2 0,-12 0-22 0,14 5-18 16,-6 1-16-16,0-1-11 0,1 0-10 0,0 2-12 16,1 1-8-16,0-1-5 0,-1 3 2 0,0-1-9 0,0 2 0 15,-2-3-4-15,1 2-5 0,-2-3 0 16,0 1-1-16,-6-8 6 0,8 15-5 0,-8-15 1 16,8 12 6-16,-8-12 21 0,3 12 40 0,-3-12 30 0,0 0 20 15,-1 11-5-15,1-11-15 0,0 0-11 16,0 0-18-16,-14-2-16 0,14 2-61 0,-9-11 59 15,4 3-2-15,0-3-21 0,0-2-11 0,1-2-9 0,1 0-7 16,1-2-5-16,0 1 2 0,3-1-9 0,0 0-58 16,1 1-42-16,0-1-91 0,1 2-51 0,2-1-98 15,0 3-34-15,1 1-64 0,0 1-82 0,0 2-3 16,3 2-23-16,0 1-44 0,0 0-70 0,0 1-371 16,2 2-652-16</inkml:trace>
  <inkml:trace contextRef="#ctx0" brushRef="#br0" timeOffset="141677.8254">2745 13499 556 0,'0'0'667'0,"0"0"-99"0,0 0-6 0,0 0-15 16,0 0-15-16,0 0 32 0,-4-10-90 0,4 10-8 15,0 0-59-15,0 0-11 0,-1-12-64 0,1 12-7 16,0 0-89-16,0 0 3 0,4-11-72 0,-4 11 61 16,0 0-22-16,0 0 3 0,0 0-18 0,17 3-2 15,-17-3-59-15,11 8-130 0,-11-8 0 0,14 12 0 0,-6-5 0 16,-1 0 0-16,1 4 0 0,2-2 0 0,-2 2 0 15,0 1 0-15,0-2 0 0,2 2 0 16,-3 0 0-16,1-1 0 0,-1 1 0 0,1 1 0 0,-1-2 0 16,-1 1 0-16,0-1 0 0,-1-1 0 15,1-1 0-15,-2 0 0 0,1-1 0 0,-1 0 0 16,-4-8 0-16,7 12 0 0,-7-12 0 0,5 9 0 0,-5-9 0 16,0 0 0-16,0 0 0 0,0 0 0 0,8-6 0 15,-8 6 0-15,2-13 0 0,-2 13-47 0,2-24-57 16,0 9 2-16,0-2 19 0,0 0 14 0,1-1 53 15,-3-1-39-15,3 2 51 0,0 0-37 0,0-1 46 16,-1 2-38-16,3 0 39 0,-3 3-33 0,0-1 40 16,1 3-34-16,-1 0 34 0,0 1-42 0,-2 10 34 15,3-15-29-15,-3 15 31 0,6-10-35 0,-6 10 39 16,6-6-35-16,-6 6 30 0,0 0-16 0,13-1 28 16,-13 1-33-16,10 4 33 0,-10-4-38 0,12 5 37 15,-12-5-31-15,13 7 37 0,-13-7-35 0,16 8-1 0,-16-8 4 16,15 6 3-16,-15-6 1 0,19 6 2 0,-19-6 1 15,20 4 1-15,-20-4 0 0,19-1 0 16,-19 1 3-16,21-4 3 0,-10 1-3 0,-2-3 6 0,1 2-6 16,-1-2-2-16,-1 0 2 0,-1-3-2 0,2-1 2 15,-3-2-2-15,-1 0 6 0,1-2-5 16,-1 2-1-16,-3-3 0 0,0 0 2 0,1 1-3 16,-3 0 2-16,0 0 4 0,-1 2-4 0,-1 0 3 0,0 2 4 15,2 10 11-15,-2-19 19 0,2 19-5 0,-3-15-9 16,3 15 1-16,-4-10-5 0,4 10 7 0,0 0 17 15,0 0 12-15,0 0 0 0,-11 5 8 0,11-5 4 16,-4 12 4-16,4-12 6 0,-2 20-85 0,2-20 17 16,-1 25-10-16,3-12 0 0,0 1 0 0,-1 3 0 15,4-2 0-15,-1 1 0 0,2-2 0 16,1 1 0-16,3-1 0 0,1 0 0 0,3-2 0 0,0-1 0 16,1-3 0-16,2-2 0 0,1 0 0 0,-2-4 0 15,3 0 0-15,-3-2 0 0,2-2 0 0,-1 0 0 16,1-3 0-16,-1-2 0 0,0-1 0 0,0-3 0 15,-3-2 0-15,1-3 0 0,-4-2 0 0,-1-3 0 16,0-5 0-16,-4-2 0 0,-2-2 0 0,-1-3 0 16,-3-1 0-16,-1-2 0 0,-3-9 0 0,-1 1 0 0,-3-4 0 15,0 2 0-15,-1-2 0 0,-1-1 0 16,-3 1 0-16,1 1 0 0,-1 2 0 0,1 2 0 0,-2 4 0 16,1 3 0-16,3 7 0 0,-1 4 0 0,2 5 0 15,2 3 0-15,1 4 0 0,-1 4 0 0,7 9 0 16,-10-6 0-16,10 6 0 0,-8 10 0 0,4 2 0 15,2 4 0-15,1 3 0 0,1 7 0 16,2 7 0-16,1 2 0 0,3 7 0 0,2 2 0 0,4 1 0 16,0 2 0-16,6 8 0 0,2-1 0 0,2 1 0 15,2-4 0-15,1-2 0 0,-2-1 0 0,-1-8-277 16,-1-1-191-16,-1-2-76 0,0-1-90 0,-1-3-32 16,-3-2-62-16,-3-4-132 0,-1-4-408 0,-3-4-877 15</inkml:trace>
  <inkml:trace contextRef="#ctx0" brushRef="#br0" timeOffset="141887.0761">4058 13441 666 0,'0'0'872'0,"17"-2"-174"0,-17 2-116 0,13-2-16 0,-13 2 31 16,0 0 10-16,12-1-11 0,-12 1 16 15,0 0-76-15,0 0 38 0,0 0-83 0,-8 17-33 0,-10-6-122 16,-15 7-336-16,-17 8 0 0,-16 2 0 15,-27 12 0-15,-13 8 0 0,-23 8 0 0,-20 9 0 0,-49 23 0 16,-14 6 0-16,-10 4 0 0,-7 6 0 0,-1 7 0 16,-3 5 0-16,-1 2 0 0,11 1-513 0,10-1-695 15,9-13-828-15,19-12-1797 0</inkml:trace>
  <inkml:trace contextRef="#ctx0" brushRef="#br0" timeOffset="157843.3792">28460 2415 355 0,'6'-10'498'0,"-6"10"-78"16,0 0-49-16,1-15 34 0,-1 15 15 0,0 0-27 15,-3-15-44-15,3 15-44 0,-6-9 5 0,6 9-22 16,-7-9-40-16,7 9-46 0,-11-8-18 0,11 8-17 15,-13-8-25-15,13 8-24 0,-14-3-18 0,14 3-19 16,-20 0-5-16,6 1-13 0,2 4-10 0,-3 0-4 16,-2 0-15-16,3 4-1 0,-2-2-5 0,1 2-2 15,1 0-5-15,3-1-12 0,-1 3-3 16,2 1-4-16,1-4 3 0,2 4-2 0,-1-2-1 0,4 1 11 16,2 0-9-16,0 0 10 0,4 1-7 0,0 0 3 0,4 1-1 15,2 0 4-15,1 3-1 0,4-1-3 16,1-1 0-16,2 1 8 0,4 2-5 0,1 0-7 15,0 1 1-15,2-3 8 0,0 3 11 0,2 0-32 16,-2 0 35-16,0-1-38 0,2 1 49 0,-1-1-53 16,-3 0 41-16,-1-1-42 0,-2-1 1 0,-3-1 7 15,1 1 4-15,-4-2 2 0,-2-1 8 0,-2 1 4 16,0-1 4-16,-3 1 15 0,-2-3 12 0,-2 1 20 16,-1-11 14-16,-4 20-7 0,0-10 11 0,-5 0 18 15,-1-2-52-15,-3 1 29 0,-6 0-43 0,0-2 21 0,-3-1-39 16,-1-1 31-16,-2-2-34 0,6-2 0 0,-4 0 1 15,2-1 4-15,2-2-1 0,0 0 8 16,1-1-8-16,5-1-4 0,-1-2-6 0,1 2 2 16,2-2-7-16,4-1-5 0,0-1-1 0,2 0 20 0,5 8-40 15,-2-17 22-15,4 7-65 0,2-1 39 0,5 0-57 16,1-1 31-16,3-1-6 0,2 0 1 16,2 2-2-16,5-4-11 0,1 1-5 0,0-1-9 15,3 0 16-15,0 2 7 0,2-2 18 0,-3 0 2 0,4-1 10 16,-2 0 6-16,-2 0 5 0,-1-2 8 0,0-1 5 15,-3-1 9-15,-2-2 2 0,-1 0 38 0,-1 0 19 16,-4-3 14-16,-1-2 22 0,-1 0 1 0,-2 0 5 16,-1-1 38-16,-5 4-18 0,3-2 8 15,-4 3-4-15,1 0-1 0,-2 3 32 0,-1 2-51 0,0 0 17 16,2 4-31-16,-2-1 32 0,-2 3-61 0,2 1 24 16,0 11-47-16,-1-21 21 0,1 21-53 0,-1-14 30 15,1 14-41-15,0 0 34 0,0 0-33 0,0 0 44 16,-12 9-49-16,9 2 51 0,-1 5-40 0,0 2 36 15,2 5-10-15,0 4 60 0,1 0-48 0,1 7 33 16,2 1-27-16,1 1-2 0,1 6-43 0,2-2 0 16,2 1 0-16,1-1 0 0,0-2 0 0,3-1 0 15,-1-6 0-15,0-5 0 0,2 4 0 0,-1-4 0 16,2-1 0-16,-2-1 0 0,0-4 0 0,0-3 0 16,0-1 0-16,0-2 0 0,-2-3 0 0,0-1 0 15,1-3 0-15,-1-1 0 0,0-1 0 0,1-1 0 16,1-2 0-16,-12-2 0 0,22-3 0 0,-10-2 0 15,0-2 0-15,2-1 0 0,1-5 0 0,0 0 0 16,-1-3 0-16,0 0 0 0,2-5 0 0,-2 4 0 16,-1-1 0-16,1 2 0 0,-3 1 0 0,1 1 0 0,-2 3 0 15,-1-1 0-15,0 2 0 0,0 1 0 16,-2 2 0-16,0 1 0 0,1 0 0 0,-8 6 0 16,15-7 0-16,-15 7 0 0,17 0 0 0,-17 0 0 15,19 2 0-15,-10 3 0 0,2-1 0 0,-1 3 0 0,-1 0 0 16,2 1 0-16,-2 1 0 0,0 1 0 15,-1 1 0-15,1-1 0 0,-3 0 0 0,-1 0 0 16,0-2 0-16,-1 1 0 0,-1 0 0 0,-3-9 0 16,3 17 0-16,-3-17 0 0,-4 16 0 0,0-8 0 0,-2 0 0 15,0-1 0-15,-2-2 0 0,-2 1 0 0,0-1 0 16,0-2 0-16,-2 0 0 0,12-3 0 16,-21 1 0-16,21-1 0 0,-21-4 0 0,12-1 0 0,0-1 0 15,0-2 0-15,2-4 0 0,1 1 0 16,0-2 0-16,3 0 0 0,1 0 0 0,1 0 0 0,2-2-10 15,2-1-37-15,1 2 40 0,3-2-36 0,0 2 37 16,3-3-31-16,2 3 25 0,1-1-25 16,2 2 40-16,0 1-16 0,2 2 14 0,-3 1-31 0,5 1 44 15,-2 0-43-15,0 3 40 0,0 2-35 16,0 0 37-16,0 3-36 0,-1 0 48 0,-2 0-41 0,3 1 31 16,-2 3-30-16,1 0 41 0,-3 2-23 0,2 0 65 15,-2 1-9-15,0 2 23 0,-2-2-53 0,0 4-29 16,0-2 0-16,-1 2 0 0,-1-2 0 15,1 1 0-15,-1 1 0 0,-2-1 0 0,0 0 0 16,0-1 0-16,-1-1 0 0,-1 0 0 0,0 0 0 0,0-1 0 16,-5-7 0-16,10 12 0 0,-10-12 0 0,9 11 0 15,-9-11 0-15,8 8 0 0,-8-8 0 0,10 4 0 16,-10-4 0-16,0 0 0 0,20-1 0 16,-20 1 0-16,18-9 0 0,-10 3 0 0,3-3 0 0,-1 1 0 15,0-3-24-15,-1 1-57 0,0-1 48 0,-1 0-23 16,-1 1 39-16,-1 1-27 0,0 1 39 0,-6 8-23 15,10-14 32-15,-10 14-21 0,8-11 27 0,-8 11-36 16,6-11 29-16,-6 11-30 0,6-7 27 16,-6 7-5-16,0 0 1 0,9-6 3 0,-9 6-31 0,0 0 38 15,11 7-33-15,-11-7 37 0,11 12-34 16,-5-5 39-16,0 0-29 0,3 2 33 0,1 1-38 0,0 1 48 16,2-1-34-16,3 0 49 0,0 1-38 15,4 0 42-15,-1-1-43 0,3-1 34 0,0-1-41 0,0-1 36 16,2 0-41-16,-1-2 44 0,-3-1-45 0,-1-2 40 15,0 0-7-15,-1-1 72 0,-1 0-54 0,-3-2-43 16,1-1 0-16,-2 0 0 0,0-5 0 0,0 0 0 16,-3-3 0-16,-2-1 0 0,-1-3 0 0,-4-5 0 15,-4-6 0-15,-3-1 0 0,-4-12 0 0,-2 2 0 16,-2-1 0-16,-2 0 0 0,0 3 0 0,0 2 0 16,0 5 0-16,2 1 0 0,-2 2 0 0,0 2 0 15,-1 2 0-15,3 4 0 0,0 1 0 0,-3 2 0 16,0 2 0-16,-2 2-376 0,1 2-202 0,0 3-102 15,-2 2-78-15,-1 1-61 0,-2 2-758 16,-4 2-1225-16</inkml:trace>
  <inkml:trace contextRef="#ctx0" brushRef="#br0" timeOffset="162103.2376">25477 2577 371 0,'-7'-13'590'0,"3"1"-128"0,-2 0-16 16,1 2-3-16,0 0-36 0,1 1 0 0,4 9-22 16,-7-16-29-16,7 16-87 0,-5-13-55 0,5 13-54 15,-5-8-35-15,5 8-23 0,0 0-19 0,0 0 0 0,0 0-12 16,2 20 13-16,1-6 31 0,0 5-7 15,1 6-43-15,-1 5 57 0,1 4-43 0,3 1-18 16,-3 5-12-16,1 2 0 0,0 1-12 0,1 0 1 16,0-3-8-16,4-1-7 0,-5-5-4 0,1-1 3 0,1-2-10 15,2-2 6-15,-4-6-3 0,1 0-9 0,-1 0 6 16,1-7-2-16,-2-1 3 0,0-1-8 16,0-2 68-16,0-1 63 0,-4-11 53 0,3 15-57 15,-3-15-27-15,0 0 10 0,0 0-55 0,0 0-9 0,0 0-16 16,-10-17-1-16,1 2-14 0,2-4-9 0,-6-7 4 15,-1-7-3-15,-1-2-7 0,-1-5 24 0,1-1-31 16,-1-2 24-16,2-2-6 0,-1-1 1 0,-1-9 1 16,4 8-16-16,2 2-1 0,0 2-5 15,3 3 1-15,2 5-32 0,3 9 35 0,1 0-34 16,2 5 30-16,2-1-31 0,4 6 42 0,-1 2-39 0,5 4 37 16,3 3-31-16,2 5 37 0,2 5-1 0,6 5 2 15,6 9-1-15,4 5-3 0,0 5-1 0,5 8-1 16,2 2 3-16,0 2-2 0,-1 3-30 0,0-1 32 15,-2 1-26-15,1-1 2 0,-3-2 9 16,-1-1-1-16,-7-4 3 0,-3 0 2 0,-4-1 1 0,0-2 28 16,-8-2-45-16,-3-2 39 0,-4-4-31 0,-4 0 28 15,-2-2-29-15,-6-1 30 0,-1-1-33 0,-5 0 32 16,-5 0-28-16,-4-2 28 0,-1-4-43 16,-3-1 26-16,3-4-49 0,-3-2 30 0,0-3-31 15,1-1 39-15,4-2-44 0,-1-2 12 0,0 0 9 0,4 0-2 16,1-1 2-16,3 1 0 0,-1 0-16 0,5-1-8 15,9 3-5-15,-13-4 7 0,13 4 11 0,0 0 2 16,0 0 23-16,0 0 20 0,11-11-64 0,0 9-18 16,5-1-31-16,0 1-9 0,6-1-30 15,3 0-11-15,0-1-2 0,4-2-12 0,1 1 6 0,1-1-3 16,1-1 15-16,-1 0 7 0,0-1 45 0,-4-2 9 16,-5 1 32-16,1-1 11 0,-5-3 51 0,-1-1 26 15,-2 0 45-15,-3-4 29 0,-1-1 11 0,-1 0 14 16,-1-8 71-16,-5 5-24 0,-1 0 86 15,1 0-18-15,-4 3 15 0,3 1-8 0,-3 0-3 0,0 4-46 16,2 1 7-16,-4 1-67 0,2 0-2 0,0 12-58 16,0-18-4-16,0 18-27 0,0 0 16 0,0 0-35 15,0 0 28-15,0 0-42 0,8 8 25 0,-5 1-36 16,1 3 2-16,0 1-2 0,1 1 3 0,2 2 3 16,-2 2-3-16,3 2 0 0,-1-2-1 0,0 2-4 15,4-1-9-15,-4-2-63 0,2-1-49 0,0 1-74 16,-2-5-59-16,1 1-46 0,-1-2-66 0,1 0-52 15,-2-4-70-15,0 0 23 0,-6-7-117 0,7 8-137 16,-7-8-312-16,0 0-647 0</inkml:trace>
  <inkml:trace contextRef="#ctx0" brushRef="#br0" timeOffset="162604.396">26248 2585 253 0,'2'-12'855'0,"-2"12"-227"0,0-21-133 0,0 21-86 16,-2-14-65-16,2 14-70 0,0-12-68 0,0 12-33 16,0 0-37-16,0-14-26 0,0 14-23 0,0 0-17 15,0 0-42-15,0 0-57 0,16 1-60 0,-16-1-78 16,13 10-26-16,-3-3-18 0,0 1-18 0,3-1-11 16,1 0-7-16,1 1 9 0,2 1-34 0,-2-2 53 0,1-1 1 15,1 0 85-15,0 0 22 0,0-2 100 16,-1 0 21-16,-2 1 90 0,-1-2 46 0,-2 0 29 15,1 0 31-15,-12-3 54 0,15 5 9 0,-15-5 5 16,14 5-10-16,-14-5-12 0,0 0-1 0,9 6-7 16,-9-6-12-16,0 0-18 0,-4 12-47 0,4-12-21 15,-5 9-13-15,5-9-27 0,-11 14-23 0,6-6-11 16,-1 1-15-16,3 1-9 0,-1-2 2 0,-1 3-18 16,3-1-23-16,2 0 18 0,0-10-21 0,2 23 24 15,3-13-31-15,2 2 21 0,-1 0-24 0,5-1 21 16,1 1-24-16,1-1 22 0,3 1-24 0,1-2 1 15,0 1 1-15,0-1 4 0,-1-1 5 0,2 1-4 16,-4-2-3-16,-1-1 4 0,-1 0 9 0,-1 1 8 16,-3-1 11-16,0-2 24 0,0 1 36 0,-8-6 22 15,9 12 12-15,-9-12 6 0,4 11-27 0,-4-11-11 16,-4 12-13-16,4-12-14 0,-11 13-13 0,0-6-8 16,0 0-9-16,0 1-5 0,-5 0-9 0,0-1-1 15,0-2-10-15,1 0-4 0,-1 1-82 0,0-3-79 16,2-1-58-16,1-1-65 0,13-1-56 0,-25-2-108 15,15 1 14-15,10 1-132 0,-15-9-113 0,15 9-327 16,-8-10-605-16</inkml:trace>
  <inkml:trace contextRef="#ctx0" brushRef="#br0" timeOffset="162979.4026">27149 2821 719 0,'0'0'783'0,"0"0"-91"16,0 0-42-16,-12 3-29 0,12-3-10 0,0 0 2 15,0 0-78-15,-17 0-2 0,17 0-80 0,0 0-50 16,-14-1-59-16,14 1-52 0,0 0-53 0,0 0-35 16,-11 1-41-16,11-1-36 0,0 0-27 0,0 0-15 15,0 0-61-15,0 0-24 0,0 0 0 0,4 8 0 16,-4-8 0-16,19 5 0 0,-5-3 0 0,5 0 0 16,1-1 0-16,7 1 0 0,4-2 0 0,5-2 0 15,7 1 0-15,-3-1-148 0,-2 1-112 0,5-2-15 16,-4 0-101-16,0-2-31 0,-3 1-51 0,-4 0-53 15,-5-1-51-15,-2 1 8 0,-4-2-46 0,-6 0-65 16,-2-1-387-16,-6 0-670 0</inkml:trace>
  <inkml:trace contextRef="#ctx0" brushRef="#br0" timeOffset="163328.7274">27457 2639 734 0,'-12'-4'722'0,"1"-2"-99"16,1 3 25-16,3-3-2 0,-3 1-5 0,3 0-10 15,-2 1-47-15,9 4-65 0,-13-10 12 0,13 10-77 16,-13-6-55-16,13 6-64 0,-10-7-52 0,10 7-45 16,-7-4-39-16,7 4-195 0,0 0-4 0,-9-6 0 15,9 6 0-15,0 0 0 0,0 0 0 0,0 0 0 16,9 3 0-16,-9-3 0 0,21 5 0 0,-6-1 0 16,1 1 0-16,2 0 0 0,2 2 0 0,3 0 0 15,-1 1 0-15,7 2 0 0,0 1 0 0,1 0 0 16,-1 1 0-16,0 0 0 0,-2 0 0 0,0 1 0 15,-2 0 0-15,-1-1 0 0,-4 0 0 0,-1-1 0 16,-2 1 0-16,-1 0 0 0,-1 0 0 0,-3-2 0 16,-3 0 0-16,-2 1 0 0,0-1 0 0,-1 0 0 15,-3 1 0-15,-3-11 0 0,-4 23 0 0,-4-11 0 0,-3 3 0 16,-9 2 0-16,-4 0 0 0,-11 3 0 0,-3 1 0 16,-6-1 0-16,0-1 0 0,-2 0 0 15,1-2 0-15,2 2-166 0,3-5-498 0,1 0-220 16,3 1-194-16,9-5-629 0,7-2-1384 0</inkml:trace>
  <inkml:trace contextRef="#ctx0" brushRef="#br0" timeOffset="163745.8196">25477 3566 234 0,'-25'2'952'0,"-1"0"-242"0,3-1-117 16,2 1-61-16,2 0-45 0,-1-1-27 0,2 0-8 16,4 1-32-16,0-1-36 0,3 1-28 0,11-2-57 15,-20 2-25-15,20-2 29 0,0 0-8 0,0 0 15 0,0 0-105 16,22 0 46-16,10-7-121 0,15-4 55 15,20-6-104-15,12-1 58 0,10-3-31 0,27-4-77 16,7-3-104-16,5 2-162 0,7-1-205 0,-2 5-315 0,3-3-327 16,-5 3-689-16,-7-2-1463 0</inkml:trace>
  <inkml:trace contextRef="#ctx0" brushRef="#br0" timeOffset="164996.0884">25282 1205 440 0,'-3'-21'620'0,"-1"0"-122"0,2 3-32 15,-3-1 59-15,1 2-86 0,1 0 28 16,-1 2-10-16,2 1-105 0,-2 2 13 0,2 1-117 16,0 2-5-16,2 9-100 0,-3-15 15 0,3 15-81 0,0 0 36 15,0 0-60-15,0 0 88 0,0 0-42 0,-7 15 45 16,7-2-61-16,-2 3 32 0,2 3-35 0,-2 4 24 15,2 1-53-15,-1 1 34 0,1 0-42 16,-2 0-10-16,2-1-7 0,0 0 2 0,0 0-7 0,0-3-3 16,-2-2 0-16,2 1-3 0,0-3-3 0,0-1-1 15,0-2-5-15,-1-2 1 0,1-12 4 0,0 21 14 16,0-21 81-16,-1 17 45 0,1-17 26 16,0 0-60-16,0 11-2 0,0-11-65 0,0 0 25 0,0 0-47 15,2-17 26-15,0 4-15 0,0-6-10 0,2-4-1 16,2-8-15-16,0-5-39 0,1-5 0 0,0-4-58 15,4-2 28-15,-2-2-29 0,-3 0 48 16,3 1-32-16,-2 2 44 0,0 2-22 0,-2 11 37 0,1 2-25 16,-2 7 34-16,-1 2-43 0,2 6 25 0,-1 1-23 15,-1 5 40-15,3 3-35 0,-6 7 45 0,13-4-33 16,-3 9 38-16,-1 4-30 0,2 6 35 0,2 2-30 16,-2 6 38-16,3 4-33 0,-3 0 31 0,2 6-37 15,1 3 40-15,-3-1-38 0,1 2 33 0,-1-1-36 16,0 0 33-16,1-2-34 0,-2-6 3 0,1-1-7 15,-1 1-90-15,-3-2-46 0,3-2-113 0,-2-4-48 16,-2 0-78-16,1-1-19 0,-3-4-103 0,1 0 5 16,-3-3-63-16,-2-12-32 0,2 19-431 0,-2-19-652 15</inkml:trace>
  <inkml:trace contextRef="#ctx0" brushRef="#br0" timeOffset="165195.4834">25355 1309 650 0,'-12'-7'634'0,"1"1"-83"15,1 2-14-15,1 0-48 0,9 4-34 0,-16-8-105 16,16 8 30-16,-13-6-128 0,13 6 30 0,-9-5-123 16,9 5 44-16,0 0-102 0,-7-6 87 0,7 6-58 15,0 0 41-15,18-6-78 0,-7 1 34 0,5 2-70 16,3-1 37-16,3 0-68 0,2-2 40 0,3 2-61 16,5-3 44-16,-1 2-131 0,-2-2-51 0,3 1-135 15,-2-1-110-15,0 2-104 0,-4-1-66 0,-1 0-90 0,6-5-463 16,-5 3-717-16</inkml:trace>
  <inkml:trace contextRef="#ctx0" brushRef="#br0" timeOffset="165613.0038">26014 811 596 0,'5'-19'624'16,"1"2"-21"-16,-1 3 20 0,-1-1 11 0,2 3-37 16,-2 1-134-16,-4 11-38 0,6-18-145 0,-6 18-8 15,3-10-63-15,-3 10 43 0,0 0-27 0,0 0 96 16,10 6-71-16,-8 2-7 0,4 4 3 0,-2 5-29 0,-2 3-46 15,0 4-33-15,0 2-13 0,3 4-18 0,-3 2-20 16,2 1-15-16,1 2-13 0,2-2-10 16,-2 3-5-16,1-4-18 0,-1 0-18 0,1-1 8 0,4-1-1 15,-2-4-11-15,-1-4 8 0,-2-1-9 16,4-3 14-16,-5-2-17 0,3-2-2 0,-1-1 3 0,-3-4 11 16,1 2-4-16,1-4 4 0,-5-7 2 15,5 12-1-15,-5-12-5 0,0 0 6 0,0 0-6 0,0 0-5 16,0 0 9-16,0 0-3 0,2-15-9 15,-6 5 6-15,1-2-15 0,-4 0 13 0,-2-1-5 0,0 1 3 16,0-1-5-16,-2 2-2 0,0 2-4 0,-3-1 1 16,-1 3-26-16,-1 0 28 0,0 4-5 0,-2 2 17 15,0 1-14-15,-2 1 10 0,-3 3-10 0,0 2 3 16,2 1 4-16,0 3-7 0,1-2 1 0,4 2-6 16,2-2 1-16,2 2-4 0,3-1-4 0,4 0 6 15,0 1 0-15,5-10-3 0,3 13 5 0,3-4-10 16,8-3-34-16,2-1-64 0,4-2-29 0,7-2-132 15,4-1-8-15,5-1-171 0,5-2-42 16,-3-1-129-16,-2 0-63 0,1 1-117 0,-3-2-422 0,3-1-842 16</inkml:trace>
  <inkml:trace contextRef="#ctx0" brushRef="#br0" timeOffset="165929.6486">24728 1820 102 0,'-33'10'817'0,"5"-2"-187"0,3-1-163 16,1-1 6-16,3 1-91 0,-1-2 61 0,3 1-64 15,3-4 90-15,1 4-79 0,3-3-21 16,1 0-19-16,0-1 6 0,11-2-79 0,-17 5-47 0,17-5-33 15,-11 4 2-15,11-4 61 0,0 0-13 0,17 0 29 0,0-4-34 16,18-1-5-16,16-4-23 0,21-5-29 0,13-3-185 16,32-7 0-16,11 2 0 0,9-4 0 15,14-1 0-15,5 1 0 0,7 0 0 0,-2 1 0 16,-3 0 0-16,-4 2 0 0,-12 4 0 0,-10 0 0 0,-14 3 0 16,-28 4-397-16,-7 1-252 0,-12 0-125 0,-16 1-118 15,-7 1-839-15,-11 2-1416 0</inkml:trace>
  <inkml:trace contextRef="#ctx0" brushRef="#br0" timeOffset="167682.6818">26937 940 520 0,'0'0'521'0,"-13"-3"-101"0,13 3-13 0,-9-4-55 0,9 4-14 16,0 0-59-16,-13-3 10 0,13 3-51 0,0 0-4 15,0 0-54-15,-14-1 8 0,14 1-39 0,0 0-1 16,0 0 5-16,0 0 21 0,0 0 39 15,0 0-1-15,0 0-5 0,11 8-15 0,3-7-26 0,1 0-23 16,5-1-22-16,3 0-22 0,7-1-73 0,1 0 47 16,7-2-63-16,0 2 54 0,5-2-21 0,4 0-6 15,3 0-7-15,-4 0-13 0,2-1 5 0,-8 0-8 16,0-1-4-16,-3 1-9 0,-2-2-16 0,-3 0-14 16,-5 0-8-16,-5 0-15 0,-4-3 0 0,0 1-52 15,-6-2 82-15,-4 1-58 0,-2-2 75 0,-5 1-64 16,-1 10 77-16,-3-21-59 0,-5 11 65 0,-1 0-64 15,-7-1 79-15,0 1-72 0,-4 1 72 0,1 1-68 16,-2 0 67-16,1 0-59 0,-1 1 65 0,5 3-62 16,-2-2 59-16,3 2-61 0,1-1 65 0,3 2-64 15,0 0 56-15,11 3-72 0,-18-2 73 0,18 2-74 16,0 0 76-16,0 0-69 0,-4 8 73 0,4-8-69 16,18 12 77-16,-3-7-53 0,6 4 43 0,6 2-63 15,2 1 68-15,7 0-4 0,1 1-12 0,2 1-7 16,-1-2-1-16,3 2 2 0,-3 0 0 15,2 0-9-15,-5-2-63 0,-3-1 64 0,-2 0-44 0,-1 2 61 16,-2-3 0-16,-5 0-13 0,-3 0 2 0,-4-2-1 16,-1 1-7-16,-4-1 1 0,-5 1-2 0,-5-9-1 15,4 16-61-15,-10-6 69 0,-2 0-3 0,-7 2-20 16,-4 1-43-16,-7 2-50 0,-7 0-64 0,-4 1-51 16,1-1-60-16,-1 2-20 0,3-3-85 0,5-2-58 15,4 0-57-15,6-3-78 0,2-4-302 0,7 1-440 16</inkml:trace>
  <inkml:trace contextRef="#ctx0" brushRef="#br0" timeOffset="167937.7738">28357 648 868 0,'16'-21'833'0,"-5"2"-91"0,-2 3-35 0,0 1-51 15,-3 2-82-15,-1 3-83 0,0 0-66 0,-1 1-74 16,-4 9-70-16,6-14-48 0,-6 14 6 0,0 0 7 15,0 0-11-15,0 0-6 0,0 0-38 0,-3 18-31 16,-2-3-45-16,3 2-11 0,-1 6-10 0,-1 0-14 16,1 5-23-16,1-2 2 0,2 1-23 0,0-1 9 15,0 2-32-15,2-2 13 0,2 1-13 0,-1 0 6 16,0-3-34-16,1 2-94 0,1-3-38 0,1-1-152 16,-2-1-16-16,3-2-145 0,-2-3-106 0,0 0-103 15,-1-2-143-15,5-2-689 0,-5-2-1127 0</inkml:trace>
  <inkml:trace contextRef="#ctx0" brushRef="#br0" timeOffset="168948.1998">28741 891 377 0,'0'0'806'0,"0"0"-79"16,6-8-81-16,-6 8-25 0,0 0-70 0,6-7-121 15,-6 7-3-15,0 0-129 0,0 0 1 0,6-7-113 16,-6 7 10-16,0 0-85 0,7-6 25 0,-7 6-73 15,10-2 35-15,-10 2-69 0,18-3 40 0,-18 3-62 16,23-2 48-16,-11 1-65 0,0-1 52 0,1 0-65 16,0 0 59-16,0-1-61 0,-1 1 55 0,1-3-54 15,-4 0 52-15,4-2-59 0,-1-1 49 0,-3 1-51 16,0-3 57-16,0 0-40 0,-3-3 42 0,0 1-58 16,-2 1 65-16,-3-1-48 0,0 0 55 0,-1 12-56 15,-1-21 63-15,-2 11-62 0,-1 1 58 0,-1 3-59 16,-4 0 59-16,9 6-61 0,-18-3 57 0,4 4-33 15,0 4 52-15,-2 2-39 0,0 3 39 0,-1 3-46 16,2 1 42-16,-2 3-54 0,6 0 47 0,0 0-24 16,1 1 23-16,2 1-47 0,4-2 42 0,1-1-36 15,4 2 48-15,2-2-18 0,2-2 32 0,6 3-37 16,3-3 28-16,4-1-37 0,7-1 33 0,3-1-40 16,4-4 34-16,1 0-40 0,1-3 30 0,3-2-31 0,-6-1 24 15,0-2-31-15,-1-1 29 0,4-2-39 0,-3-2 37 16,0-1-35-16,-4-2 35 0,-1-2-33 15,-3-1 34-15,0-5-34 0,-2 1 36 0,-3-1-39 16,-1-5 27-16,-5 6-34 0,1-5 38 0,-4 2-21 16,-1 0 43-16,-2 3-40 0,-2 0 33 0,0 1-37 15,-2 1 37-15,-1 3-42 0,-1 11 28 0,0-23-36 16,0 23 26-16,-2-17-37 0,2 17 33 0,-6-10-36 16,6 10 28-16,-6-7-32 0,6 7 18 0,0 0-40 15,0 0 19-15,-10 7-42 0,10-7 8 0,-1 11-50 16,1-11 50-16,6 20-36 0,1-9 54 0,2 3-33 15,3 0-2-15,1 2-11 0,2-2 9 0,0 1 18 16,2 1 16-16,-1-2 7 0,1-2 9 0,-1 1 3 16,1 0 19-16,-3-2-5 0,-2-1 8 0,-1-2 1 15,0 0 6-15,-3-2-1 0,-1 0 14 0,-7-6 3 16,11 10 8-16,-11-10-2 0,7 7-4 0,-7-7-2 16,0 0 1-16,-4 9-2 0,4-9-7 0,-14 5-4 15,14-5 6-15,-21 2 4 0,21-2-12 0,-23 1-1 16,10 0-6-16,13-1-39 0,-23-1-5 0,23 1-2 15,-19-3-40-15,19 3-76 0,-14-7-45 0,14 7-9 16,-6-12-23-16,6 12 30 0,2-17-21 0,4 5 55 16,4 1-25-16,1-5 45 0,4 3 1 0,2-6 33 15,2 1 29-15,1 0 40 0,0-1 60 0,1 1 63 16,-1 0 59-16,0 1 75 0,0 0 14 0,-3-2 51 16,-1 5 4-16,-3 1 6 0,-2 1 6 0,-2 0-12 15,0 1-36-15,-2 0-31 0,-1 3-37 0,-1-3-31 16,-5 11-23-16,5-16-16 0,-5 16-18 0,2-15-13 15,-2 15-16-15,0 0-13 0,-2-14-6 0,2 14-7 16,0 0-3-16,0 0-2 0,-11-3-6 0,11 3-26 16,0 0 24-16,-9 11-6 0,9-11-42 0,-4 15 48 15,4-15-39-15,0 20 47 0,3-9-45 0,1 3 48 16,3 1-53-16,0-1 49 0,2 2-52 0,4 2 33 16,1-1-48-16,3-1 41 0,1 3 7 0,3-2-2 15,2 0 10-15,-3-1-9 0,3-2 3 0,2 0 3 16,-5-3-2-16,1-1 1 0,-1 1 2 0,0-2 1 15,-2-1 0-15,0 1 0 0,-4-2 3 0,0-1-4 16,-2 0 4-16,-1 0 0 0,-1-3 4 0,-2 2-3 16,-8-5 0-16,14 8 3 0,-14-8 8 0,10 7-7 15,-10-7 3-15,0 0 0 0,-3 14-4 0,3-14 0 16,-16 13 2-16,1-6 0 0,-4 0-5 0,-2 3 1 16,-4-3-10-16,-4 1-46 0,0 1-20 0,4-5-45 15,-2 2-84-15,2 0-83 0,1-1-88 0,1-1-78 16,4-1-121-16,1-3-210 0,5 2-345 0,13-2-741 15</inkml:trace>
  <inkml:trace contextRef="#ctx0" brushRef="#br0" timeOffset="171282.592">30614 605 316 0,'-4'-22'753'0,"0"2"-102"0,1-2 53 16,-1 2-6-16,-1 1-50 0,2-2-57 16,-1 3-38-16,1 1 7 0,-1-1-5 0,2 4-68 0,-1 2-64 15,1-1-111-15,0 4-30 0,2 9-93 0,-4-17-14 16,4 17-65-16,0 0 16 0,0 0-68 0,0 0-58 15,0 0 0-15,0 13 0 0,2 0 0 0,2 6 0 16,-1 3 0-16,3 2 0 0,1 5 0 0,-1 1 0 16,2 1 0-16,-1 1 0 0,0 0 0 0,0 1 0 0,0-3 0 15,0 1 0-15,-1-3 0 0,-2-3 0 16,1-3 0-16,0 0 0 0,0-4 0 0,-2-2 0 16,-1-1 0-16,1-2 0 0,-1-3 0 0,0 2 0 15,-2-12 0-15,3 16 0 0,-3-16 0 0,0 0 0 16,2 11 0-16,-2-11 0 0,0 0 0 0,0 0 0 0,-3-12 0 15,3 12 0-15,0-20 0 0,0 9 0 16,1-4 0-16,1 2 0 0,0-1 0 0,1-1 0 16,0 1 0-16,2 1 0 0,-1 3 0 0,1 0 0 15,0 2 0-15,2-1 0 0,2 4 0 0,0 2 0 16,1-1 0-16,3 3 0 0,0 1 0 0,-1 3 0 0,4 0 0 16,-2 3 0-16,1 1 0 0,-1 0 0 15,-1 1 0-15,2 4 0 0,0-1 0 0,-3 0 0 16,0 0 0-16,-2 0 0 0,-1-1 0 0,-2 1 0 15,0-2 0-15,-3 1 0 0,-4-10 0 0,3 17 0 16,-3-17 0-16,-7 16 0 0,-3-5 0 0,-2-4 0 16,-3 0 0-16,-3 1 0 0,-4 0 0 0,-1-3 0 0,1 1 0 15,0-2 0-15,4 1 0 0,1-3 0 16,1 2 0-16,4-2 0 0,-1 0 0 0,13-2 0 16,-18 3 0-16,18-3 0 0,0 0-34 0,-16 0-94 15,16 0 27-15,0 0-41 0,8-7 10 0,3 3-20 16,4 0-15-16,6-2-12 0,3 1-12 0,2-1 7 0,5-3 35 15,1 1-4-15,1 1 22 0,0 0 15 16,0-2 20-16,-3 2 11 0,-6 1 20 0,-1 1 15 16,-5 0 20-16,0 1 35 0,-3 0 57 0,0 0 45 15,-4-1 56-15,0 2 54 0,-1 0 22 0,-1-1 31 16,-9 4-43-16,14-10-43 0,-5 5-48 0,-9 5-28 16,13-14-13-16,-13 14-2 0,11-11 4 0,-11 11-29 15,9-13 10-15,-9 13-40 0,7-10 45 0,-7 10-68 16,6-9-15-16,-6 9 0 0,0 0 0 0,7-9 0 15,-7 9 0-15,0 0 0 0,0 0 0 0,0 0 0 16,0 0 0-16,0 0 0 0,8 9 0 0,-8-9 0 16,3 16 0-16,-3-16 0 0,5 20 0 0,-2-11 0 15,0 3 0-15,2-1 0 0,-2-3 0 0,4 4 0 16,0-2-41-16,0 0-39 0,1 0-50 0,2-3 31 16,-1 0 5-16,0-1 6 0,1 0-3 0,1-3 15 15,-2 0 10-15,-9-3 17 0,21 1 10 0,-21-1 13 16,19-1 5-16,-10-4 2 0,-9 5 7 0,16-8 6 15,-7 1 1-15,-2-3-2 0,0-1 2 0,0-1-40 16,0 0 54-16,-2-1-29 0,0 1 43 0,-1 2-19 16,0 0 26-16,-1-1-25 0,-3 11 48 0,5-17-37 15,-5 17 21-15,4-13-24 0,-4 13 18 0,4-11-48 16,-4 11 34-16,0 0-34 0,0 0 46 0,0 0-44 16,0 0 40-16,0 0-35 0,11 5 32 0,-11-5-21 15,6 11 26-15,-2-3-28 0,3 0 44 0,-1 0-31 16,3 1 42-16,2-1-20 0,4 2 16 0,2-1-11 15,3-1-1-15,3-1-5 0,0-3-14 0,-1 1 3 16,1 0-3-16,1-3 2 0,-3 0 6 0,-2-2-16 16,1-2-3-16,-2 1 2 0,0-3 5 0,-1-3-7 0,-2 0-4 15,-2-1-19-15,0-5 22 0,-2-1-18 16,-1-3 12-16,-3-2 1 0,-3-3 29 0,0-1-11 16,-3-5 5-16,-2 0 6 0,-1-7 0 0,-1-2-1 15,-3-6-11-15,-4 1 10 0,3 2 41 0,1 8-70 16,0 1 0-16,1 7 0 0,-1 1 0 0,1 2 0 15,2 5 0-15,-1 2 0 0,0 2 0 0,0 3 0 16,4 9 0-16,-11-6 0 0,11 6 0 0,-11 8 0 16,5 2 0-16,0 3 0 0,0 5 0 0,2 2 0 15,0 3 0-15,3 1 0 0,0 3 0 0,3-1 0 16,3 6 0-16,3-1 0 0,3 5 0 0,3 0 0 16,5-2 0-16,2-2 0 0,1-1 0 0,3-1 0 0,2-4 0 15,0-4 0-15,0-1 0 0,-3-4 0 16,-1-3 0-16,2-1 0 0,-6-4 0 0,-2-2 0 15,0-4 0-15,-3 0 0 0,0-4 0 0,-1-2 0 16,1-3 0-16,-2-4 0 0,-1 0 0 0,2-6 0 16,-3-3 0-16,1-4 0 0,-1-6 0 0,-1-1 0 15,-2-9 0-15,2-1 0 0,-4-1 0 0,0 5 0 16,-3-1 0-16,0 7 0 0,0 2 0 0,-1 4 0 16,-1 4 0-16,1 2 0 0,-1 0 0 0,0 5 0 15,0 13 0-15,-4-16 0 0,4 16 0 0,0 0 0 16,-11 2 0-16,6 8 0 0,-2 3 0 0,2 3 0 15,-1 3 0-15,0 5 0 0,2 0 0 0,0 0 0 16,-3 6 0-16,4-2 0 0,1-2 0 0,1 3 0 16,1-1 0-16,1 0 0 0,-1 0 0 0,3-3 0 15,0 1 0-15,0-2 0 0,2-2 0 0,-2-3 0 16,0-1 0-16,0-2 0 0,0-1 0 0,0-4 0 16,-1 0 0-16,1 0 0 0,-3-11 0 0,8 14 0 15,-8-14 0-15,9 8 0 0,-9-8 0 0,13 0 0 16,-2-4 0-16,0-3 0 0,1-2 0 0,3-3 0 15,0-3 0-15,4-3 0 0,-1-1 0 0,-1-2 0 16,1 2 0-16,-1-1 0 0,-2 5 0 0,-2-2 0 16,0 5 0-16,-1-2 0 0,0 1 0 0,-2 2 0 15,-5 3 0-15,2 0 0 0,-1 0 0 0,-1 1 0 16,-5 7 0-16,9-8 0 0,-9 8 0 0,0 0 0 16,0 0 0-16,0 0 0 0,0 0 0 0,0 0 0 15,-15 0 0-15,7 4 0 0,-3 0 0 0,-2 2 0 16,1 2 0-16,-3-1 0 0,2 1 0 0,0 0 0 0,1 1 0 15,0 1 0-15,0-1 0 0,1 1 0 16,2 1 0-16,-1-1 0 0,3 0 0 0,1 1 0 16,1-1 0-16,2 0 0 0,1-1 0 0,2-9 0 15,3 19 0-15,0-11 0 0,3 0 0 0,1 1 0 16,4-1 0-16,1-1 0 0,1-1 0 0,1 0 0 16,0-2 0-16,3 0 0 0,-2-1 0 0,1-2 0 15,-1 0 0-15,3-3 0 0,0-1 0 0,0 1 0 16,1-4 0-16,1-2 0 0,1-1 0 0,-2-3 0 15,-1-2 0-15,3 1 0 0,-5-2 0 0,1-1 0 16,-2 1 0-16,-1 0 0 0,-1 3 0 0,-2 1 0 16,-2 0 0-16,-1 1 0 0,-1 2 0 0,0 1 0 15,-1 0 0-15,-6 7 0 0,9-10 0 0,-9 10 0 16,0 0 0-16,0 0 0 0,0 0 0 0,0 0 0 16,0 0 0-16,5 10 0 0,-5-10 0 0,-1 15 0 15,1-15 0-15,-1 18 0 0,1-18 0 0,0 23 0 16,0-23 0-16,3 20 0 0,-3-20 0 0,5 18 0 0,-5-18 0 15,4 18 0-15,-4-18 0 0,7 15 0 16,-7-15 0-16,8 12 0 0,-8-12 0 0,10 8 0 16,-10-8 0-16,15 6 0 0,-15-6 0 0,15 1 0 15,-15-1 0-15,19-4 0 0,-9 0 0 0,1-2 0 16,0 0 0-16,0-3 0 0,2 0 0 0,-1-2 0 16,2-1 0-16,-2-1 0 0,2-1 0 0,-3 6 0 15,-1-4 0-15,0 3 0 0,0 1 0 0,-3 1 0 16,-7 7 0-16,12-8 0 0,-12 8 0 0,12-5 0 15,-12 5 0-15,8 5 0 0,-8-5 0 0,9 17 0 16,-4-4 0-16,-3 4 0 0,-2 0 0 0,-1 3 0 16,-2 4 0-16,-4 6 0 0,-1-1 0 0,-1 2 0 0,-2-2 0 15,-2 7 0-15,0-5 0 0,0-2 0 16,2-2 0-16,-2-2 0 0,2-2 0 0,1-4 0 16,-1-3 0-16,2 1 0 0,1-4 0 0,1-1 0 15,-1-4 0-15,2-1 0 0,6-7 0 0,-12 8 0 16,12-8 0-16,0 0 0 0,-15-3 0 0,15 3 0 0,-2-14 0 15,7 3 0-15,5-4 0 0,7-6 0 16,12-5 0-16,12-6 0 0,9-2 0 0,9-4 0 16,6 1 0-16,3 0 0 0,1 5 0 0,-4 0 0 15,-4 4 0-15,-4 1 0 0,-6 5 0 0,-12 3-237 16,-2 3-381-16,-12 6-191 0,-5-1-164 0,-6 3-781 0,-5 2-1445 16</inkml:trace>
  <inkml:trace contextRef="#ctx0" brushRef="#br0" timeOffset="173849.4088">28672 1360 345 0,'0'0'491'0,"3"-12"-14"15,-3 12-39-15,1-13-52 0,-1 13-43 16,-1-14-20-16,1 14-2 0,-3-15-11 0,3 15-39 16,-5-15-3-16,5 15-33 0,-7-13-37 0,7 13-42 15,-10-9-31-15,10 9-25 0,-12-5-17 0,12 5-21 16,-19 1 1-16,5 5 28 0,-1 1-67 0,-2 3 68 15,-1 3-86-15,-4 3 71 0,1 2-76 0,1 1 74 16,2 1-75-16,-2 1 68 0,1 3-78 0,-2 2 101 16,5-2-75-16,2-2 57 0,2 1-73 0,4-3 64 15,-1 0-69-15,7-3 64 0,-3 1-66 0,5 0 60 16,2-2-59-16,2 0 45 0,1 0-53 0,2-1 62 0,2-2-66 16,3 0 57-16,2-1-58 0,0-3 59 15,0 0-60-15,2-3 55 0,2 0-48 0,-1-2 44 16,0 0-57-16,2-2 62 0,-2-1-60 0,-1 0 53 15,-2-2-57-15,3-2 63 0,-3 1-58 0,2-3 52 0,-3-1-49 16,1 0 51-16,-2-2-58 0,1-2 58 16,-2-1-62-16,-1 1 61 0,-1-2-60 0,0 0 57 0,-1 1-48 15,-1 0 6-15,0 2-3 0,-2 0 54 16,1 1-57-16,-6 8 13 0,8-14 6 0,-8 14 0 16,8-11 0-16,-8 11-4 0,5-8 4 0,-5 8-2 0,0 0 52 15,10-4-60-15,-10 4 59 0,0 0-59 0,7 7 56 16,-7-7-41-16,6 9 60 0,-6-9-42 0,8 13 69 15,-4-4-61-15,0 0 45 0,1 0-61 16,1 0 41-16,-1-1-56 0,1 3 51 0,-1-3-52 16,0 1 49-16,1 1-54 0,-1-2 51 0,1 1-48 0,0-3 51 15,-1 1-47-15,-5-7 44 0,10 13-39 16,-10-13 62-16,9 8-22 0,-9-8 55 0,8 7-27 0,-8-7 29 16,9 4-42-16,-9-4 11 0,0 0-42 15,15-2 24-15,-15 2-41 0,9-6 28 0,-9 6-37 16,13-11 28-16,-7 5-36 0,2-1 30 0,-1-3-35 0,0 1 26 15,1-1-32-15,1-1 32 0,0 0-31 0,1-1 28 16,0 0-35-16,1 0 33 0,-1 0-29 0,1 4 32 16,-2-3-31-16,0 3 25 0,2-3-27 15,-4 5 35-15,1-2-37 0,-1 2 35 0,2 1-38 16,-9 5 37-16,14-10-37 0,-14 10 35 0,16-6-34 0,-16 6 36 16,15 0-34-16,-15 0 36 0,18 3-32 0,-18-3 36 15,18 7-32-15,-8-2 30 0,-2 1-18 0,0 0 17 16,0 1-34-16,0 0 38 0,-1 1-31 0,-1 0 32 15,-1-1-37-15,-1 1 36 0,-4-8-31 16,7 18 34-16,-7-18-33 0,0 14 33 0,0-14-31 0,-10 17 34 16,4-9-40-16,-1-2 35 0,-1 1-19 0,-1 0 18 15,-1-3-35-15,0 0 38 0,0-1-35 16,10-3 34-16,-18 4-31 0,18-4 36 0,-18-3-34 0,18 3 33 16,-16-7-37-16,8 2 28 0,3-3-39 15,0-1 32-15,3-2-35 0,1 0 36 0,3-2-36 16,0-1 30-16,3 0-38 0,1-1 12 0,4-2-4 0,0 1-2 15,2 2 39-15,3-1-39 0,-1 2 36 0,4 0-32 16,0 1 38-16,1 2-38 0,2-1 39 0,1 2-23 16,0 0 19-16,0 1-36 0,0 3 36 15,0-1-38-15,-1 4 39 0,-1-1-37 0,-1 3 41 0,2 0-37 16,0 0 37-16,-1 3-36 0,-1-1 9 0,1 2 1 16,-3 0 37-16,1 0-41 0,-3 0 32 0,-1 2-29 15,-2 0 36-15,0 1-36 0,-3-1 37 0,-1 1-31 16,-2 1 35-16,-6-8-39 0,7 14 34 0,-7-14-28 15,0 16 27-15,0-16-27 0,-7 15 28 0,2-8-36 16,-1 0 34-16,-1 1-30 0,-1-3 34 0,1 0-39 16,7-5 38-16,-14 9-35 0,14-9 41 0,-13 3-25 15,13-3 29-15,0 0-32 0,-18-1 29 0,18 1-33 16,-10-6 25-16,10 6-34 0,-8-12 29 16,8 12-35-16,-5-14 2 0,5 14-4 0,-1-15-6 0,1 15-9 15,0-16-12-15,0 16-8 0,3-18-104 0,-3 18 8 16,6-17-121-16,-6 17-1 0,10-13-134 0,-10 13-13 15,14-11-90-15,-14 11-32 0,18-8-121 16,-9 5-530-16,2 0-799 0</inkml:trace>
  <inkml:trace contextRef="#ctx0" brushRef="#br0" timeOffset="174404.2229">30022 1252 649 0,'0'0'708'0,"7"-16"-57"0,-7 16 27 0,5-13-33 15,-5 13-27-15,4-10-35 0,-4 10-77 0,2-11-119 16,-2 11-46-16,0 0-106 0,5-10-13 0,-5 10-78 15,0 0 40-15,0 0-26 0,5 9 60 0,-5-9 32 16,3 15-50-16,0-4-14 0,-1 1-3 0,1 2-22 16,1 3-28-16,0 0-30 0,1 4-55 0,1 1-48 15,0 0 0-15,1 2 0 0,1 2 0 0,2 2 0 16,-2-1 0-16,0-1 0 0,1-4 0 0,-2 0 0 16,0-1 0-16,0 0 0 0,-1-3 0 0,0-3 0 15,-1 0 0-15,-1-3 0 0,-1 0 0 0,0-2 0 16,-3-10 0-16,5 18 0 0,-5-18 0 0,5 11 0 15,-5-11 0-15,0 0 0 0,0 0 0 0,0 0 0 16,0 0 0-16,0 0 0 0,0 0 0 0,-10-7 0 16,5-2 0-16,-3 0 0 0,0-2 0 0,0 0 0 15,-2-1 0-15,-1 0 0 0,0 1 0 0,-2-1 0 16,-2 1 0-16,-1 0 0 0,-2 4 0 0,2-1-4 16,-4 3-27-16,0 0 7 0,2 4-2 0,-2-1 15 15,0 3-6-15,2 0 3 0,1 3-2 0,1 0 1 16,1 2-1-16,1 2 7 0,2 1-6 0,2-1 15 15,3 1-12-15,2 0 1 0,5-9 6 0,-4 18-2 16,4-18-2-16,3 18-2 0,3-10 8 0,4 1 5 16,5-1-32-16,5-1-11 0,4-1-124 0,3-1-34 15,5-1-91-15,2 0-15 0,-3-2-168 0,0 0-51 16,-1-1-102-16,-1-1-65 0,1-1-767 0,-3-2-1076 16</inkml:trace>
  <inkml:trace contextRef="#ctx0" brushRef="#br0" timeOffset="174616.702">30541 1439 744 0,'0'0'847'0,"5"-14"-14"15,-5 14-105-15,3-11 18 0,-3 11-116 0,0 0-65 16,4-12-110-16,-4 12-54 0,0 0-104 0,0 0-38 16,4-10-81-16,-4 10-8 0,0 0-62 0,0 0 10 15,0 0-47-15,0 0 16 0,5 10-45 0,-5-10 2 16,6 11-15-16,-6-11-5 0,6 14-3 0,-6-14-20 15,6 17-122-15,-3-9-63 0,2 1-178 16,-1-1-75-16,0 0-136 0,-4-8-131 0,8 17-171 0,-8-17-437 16,5 13-917-16</inkml:trace>
  <inkml:trace contextRef="#ctx0" brushRef="#br0" timeOffset="174816.2972">30582 1360 795 0,'-2'-11'823'0,"0"1"8"0,2 10-65 16,-4-16-121-16,4 16-35 0,-3-15-136 0,3 15-15 16,-4-12-94-16,4 12-37 0,-3-10-98 0,3 10-30 15,0 0-79-15,-3-12-15 0,3 12-124 0,0 0-29 16,0 0-109-16,0 0-29 0,0 0-108 0,0 0-119 16,0 0-104-16,12 7-50 0,-12-7-79 0,6 13-62 15,-6-13-295-15,8 14-603 0</inkml:trace>
  <inkml:trace contextRef="#ctx0" brushRef="#br0" timeOffset="175152.6581">30658 1394 165 0,'0'0'746'0,"0"0"-100"0,0 0-22 0,12 4-16 15,-12-4-80-15,0 0 57 0,0 0-107 0,0 0-24 16,11 2-110-16,-11-2-18 0,0 0-97 0,0 0 7 16,7 5-34-16,-7-5 29 0,0 0-67 15,11 9-2-15,-11-9-52 0,8 9 12 0,-8-9 5 0,11 13-47 16,-11-13 13-16,11 12-49 0,-5-5 14 0,0 1-21 15,-1-1 15-15,1 0-45 0,-1 0 26 0,-5-7-33 16,9 12 29-16,-9-12-29 0,8 13 23 0,-8-13-34 16,7 10 23-16,-7-10-23 0,7 8 25 0,-7-8-28 15,0 0 34-15,8 7-29 0,-8-7 23 16,0 0-34-16,0 0 26 0,13 0-23 0,-13 0 27 0,9-7-32 16,-9 7 26-16,10-14-27 0,-5 7 38 0,0-3-34 15,2 2 33-15,-2-1-33 0,1 0 32 0,-1 1-28 16,1-2 32-16,-1 3-48 0,1 0 48 0,-6 7-28 15,8-12 24-15,-8 12-33 0,6-10 31 16,-6 10-41-16,7-6 35 0,-7 6-29 0,0 0 28 0,15-2-26 16,-15 2 34-16,13 1-33 0,-13-1-36 0,19 4-104 15,-9-1-16-15,2 0-166 0,1-1-63 0,0 4-127 16,3-3-94-16,-2 0-75 0,3 0-696 0,-4-1-1002 16</inkml:trace>
  <inkml:trace contextRef="#ctx0" brushRef="#br0" timeOffset="175533.2278">31394 1275 448 0,'7'-12'778'0,"-2"1"-138"0,-1 1 29 0,-4 10-62 16,7-16-40-16,-4 6-35 0,-3 10-65 16,5-15-50-16,-5 15-59 0,5-13-58 0,-5 13-61 0,2-12-53 15,-2 12-41-15,0 0-32 0,0 0-21 0,-8-7-20 16,8 7-11-16,-12 6-13 0,12-6-13 0,-16 13-9 15,9-6-1-15,-2 3-3 0,2-1-48 0,-2 4 47 16,2-1-42-16,2-1 37 0,1 3-42 16,0-3 43-16,3 1-45 0,1 0 39 0,1-1-36 15,2 0 43-15,2 3-46 0,1-3 47 0,1 2-45 0,2-1 30 16,-1 0-53-16,2 0 32 0,1-1-63 0,-1-1 61 16,2 1-40-16,-1-1 50 0,1-1-41 0,-2 1 54 15,2-2-43-15,-1 1 51 0,-3-3-51 0,1 1 58 16,-1-1-49-16,-1 1 59 0,-7-7-49 15,12 9 56-15,-12-9-39 0,8 6 47 0,-8-6-38 0,0 0 37 16,5 11-46-16,-5-11 41 0,0 0-53 0,-10 8 46 16,10-8-48-16,-17 6 43 0,17-6-43 0,-22 5 22 15,10-5-133-15,-1 1-26 0,-1 0-180 16,1-2-42-16,13 1-103 0,-24 0-97 0,24 0-162 16,-20-4-463-16,20 4-812 0</inkml:trace>
  <inkml:trace contextRef="#ctx0" brushRef="#br0" timeOffset="175950.3793">31655 1426 395 0,'0'0'783'16,"0"0"-156"-16,0 0-62 0,9-5-63 0,-9 5-24 15,0 0-30-15,0 0-60 0,13-4-67 0,-13 4-154 16,0 0 40-16,15-3-31 0,-15 3-120 15,13-3 65-15,-13 3-30 0,18-2-17 0,-18 2-12 0,18-1-11 16,-18 1-24-16,15-3 4 0,-15 3-26 0,16-4-13 16,-16 4-9-16,12-5-1 0,-12 5 5 0,9-8-1 15,-9 8-1-15,7-11 15 0,-7 11-4 16,1-11-4-16,-1 11 2 0,-1-14 1 0,1 14 1 16,-8-11-2-16,8 11 3 0,-12-12 8 0,12 12 8 15,-16-9-5-15,16 9 6 0,-17-5-3 0,17 5-3 0,-18-1 29 16,18 1 19-16,-21 5 3 0,10-3-1 0,0 3 26 15,2 1-44-15,-3 0 72 0,3 2-22 0,0 1 37 16,0 0-46-16,2 0 43 0,2 1-47 16,1-1 40-16,0 1-50 0,1 1 25 0,3-11-47 15,-1 20 31-15,1-20-49 0,4 18 30 0,0-7-32 0,1-3 21 16,3 1-44-16,2 0 37 0,0-2-55 0,2 0-46 16,3-1-117-16,-2-1-22 0,2-1-168 15,-3-1-70-15,0 0-76 0,1-2-120 0,-13-1-172 0,19 0-399 16,-19 0-815-16</inkml:trace>
  <inkml:trace contextRef="#ctx0" brushRef="#br0" timeOffset="176900.4914">32141 1370 191 0,'2'-12'656'16,"-2"12"-37"-16,0 0-18 0,1-14 32 0,-1 14-26 16,0 0-27-16,0-17-49 0,0 17-41 15,0 0-17-15,-1-14-25 0,1 14-27 0,0 0-84 16,-2-13-41-16,2 13-79 0,0 0-41 0,-7-8-37 0,7 8-19 16,0 0-34-16,-14 3 5 0,14-3 3 15,-18 7-6-15,9-1 10 0,1 2-45 0,-3 0 20 0,2 2-51 16,1 0 29-16,0 2-51 0,0-1 0 15,0 1 0-15,3 1 0 0,2-2 0 0,0 5 0 16,2-5 0-16,1 3 0 0,0-4 0 0,3 2 0 16,2-1 0-16,1 2 0 0,1-2 0 0,3-1 0 0,1-1 0 15,-1-2 0-15,2 0-12 0,0 0-82 0,-1-2 24 16,-1-1-19-16,1-1 27 0,1 1-22 16,-12-4 44-16,22 1-18 0,-22-1 15 0,22-3-15 15,-12-1 40-15,1-1-32 0,-1 0 46 0,0-3-38 16,2 0 44-16,-3-3-29 0,-1 1 42 0,1-2-34 0,-3 1 42 15,0-1-31-15,-1-2 40 0,-1 3 13 0,-1 0 31 16,2-1-50-16,-3 3 25 0,1-1 6 0,-3 10 12 16,3-17 1-16,-3 17-14 0,3-14-23 15,-3 14-18-15,0 0-6 0,0 0 14 0,-1-13-12 16,1 13 0-16,0 0 0 0,0 0 2 0,-7 6-21 16,7-6 5-16,-3 10 12 0,3-10-11 0,0 13 1 0,0-13 2 15,0 14 3-15,0-14-4 0,2 16 17 0,0-6-22 16,1-1 10-16,2-1-1 0,0 0 1 0,2-1-12 15,-1 0-1-15,0 0-31 0,0-1-38 16,-6-6 18-16,13 10-29 0,-13-10 46 0,13 6-20 16,-13-6 35-16,12 4-26 0,-12-4 41 0,0 0-26 0,16-3 25 15,-16 3-20-15,8-5 31 0,-8 5-33 16,7-10 45-16,-7 10-34 0,5-14 33 0,-5 14-29 16,4-15 38-16,-4 15-35 0,4-13 32 0,-4 13-24 15,2-11 38-15,-2 11-47 0,0 0 34 0,3-14-37 16,-3 14 25-16,0 0-30 0,0 0 31 0,0 0-29 0,0 0 35 15,0 0-34-15,0 0 31 0,0 0-29 0,6 10 37 16,-6-10-31-16,3 9 39 0,-3-9-40 16,8 15 40-16,-3-7-145 0,3 0-71 0,-1-1-80 0,3 2-139 15,1-1-106-15,-1-1-121 0,1 1-71 16,1 0-116-16,-3-3-358 0,0 0-795 0</inkml:trace>
  <inkml:trace contextRef="#ctx0" brushRef="#br0" timeOffset="177317.3366">32612 1527 489 0,'2'-11'645'0,"-2"11"-80"16,2-10 18-16,-2 10-44 0,3-11 24 0,-3 11-16 16,4-8-33-16,-4 8-60 0,3-10-55 0,-3 10-68 15,7-6-65-15,-7 6-35 0,9-5-43 0,-9 5 13 0,0 0-51 16,18 3 12-16,-18-3-56 0,17 5 17 16,-8 0-49-16,1 2 27 0,0-1-52 0,0 4 23 15,1-2-44-15,-1 2 28 0,-1-2-40 0,1 3 22 16,-2-4 1-16,0 5-9 0,-2-5-1 0,1 2-10 15,-2-1-5-15,-1-1-4 0,-4-7 6 0,5 12-1 0,-5-12-7 16,0 0-1-16,-1 14-6 0,1-14 7 16,0 0-31-16,-9 8 41 0,9-8-36 0,0 0 37 15,-12 3-32-15,12-3 29 0,0 0-20 0,-8-6 21 16,8 6-38-16,0 0 27 0,-1-13-26 0,1 13 25 16,3-13-37-16,3 3 38 0,0 0-49 0,3-1 33 15,-1 0-31-15,0 1 35 0,2 0-27 0,-2 1 29 16,1-1-15-16,-2 3 28 0,2 0-33 0,-3 0 33 0,0 2-32 15,-6 5 34-15,14-10-38 0,-14 10 39 16,9-6-39-16,-9 6 34 0,0 0-26 0,15-1 41 16,-15 1-42-16,0 0 49 0,15 5-34 0,-15-5 31 15,8 8-35-15,-8-8 34 0,7 9-36 0,-7-9 32 0,8 11 3 16,-8-11-12-16,9 13 5 0,-9-13-1 16,9 14-85-16,-9-14-111 0,9 14-110 0,-9-14-148 15,9 13-106-15,-9-13-129 0,5 9-121 0,-5-9-658 16,0 0-1068-16</inkml:trace>
  <inkml:trace contextRef="#ctx0" brushRef="#br0" timeOffset="177508.3661">32920 1346 993 0,'-4'-11'975'15,"1"0"-91"-15,3 11-72 0,-7-16-81 0,7 16-28 16,-4-12-77-16,4 12-95 0,-3-12-109 0,3 12-91 15,-3-9-86-15,3 9-36 0,0 0-85 0,0 0-108 16,0 0-111-16,0 0-157 0,7-8-148 0,-7 8-255 16,10 7-142-16,-10-7-169 0,12 9-445 0,-12-9-1014 15</inkml:trace>
  <inkml:trace contextRef="#ctx0" brushRef="#br0" timeOffset="178201.0379">33099 1350 693 0,'0'0'937'0,"10"-12"-38"0,-10 12-39 0,8-11-39 16,-8 11-47-16,11-13-74 0,-11 13-47 0,9-14-182 16,-9 14 10-16,8-12-166 0,-8 12 36 0,7-8-170 15,-7 8-126-15,8-9-55 0,-8 9 0 0,0 0 0 16,11-2 0-16,-11 2 0 0,10 6 0 0,-10-6 0 16,13 11 0-16,-6-3 0 0,-1-1 0 0,0 2 0 15,1 0 0-15,-2 0 0 0,0 1 0 0,0 1 0 16,-1-1 0-16,-1 1 0 0,2-1 0 0,-2 1 0 0,0-1 0 15,-2 0 0-15,-1-10 0 0,4 19 0 16,-4-19 0-16,2 16 0 0,-2-16 0 0,3 14 0 16,-3-14 0-16,2 11 0 0,-2-11 0 0,0 0 0 15,2 15 0-15,-2-15 0 0,0 0 0 0,0 0 0 16,6 9 0-16,-6-9 0 0,0 0 0 0,0 0 0 16,16-1 0-16,-16 1 0 0,11-8 0 0,-11 8 0 15,13-10 0-15,-6 4 0 0,0-1 0 0,0-1 0 16,2 1 0-16,-2 1 0 0,-7 6 0 0,12-11 0 15,-12 11 0-15,11-10 0 0,-11 10 0 0,8-8 0 16,-8 8 0-16,7-6 0 0,-7 6 0 0,0 0 0 16,10-5 0-16,-10 5 0 0,0 0 0 0,13 1 0 15,-13-1 0-15,10 5 0 0,-10-5 0 0,12 5 0 16,-12-5 0-16,14 7 0 0,-14-7 0 0,16 8 0 16,-7-3 0-16,-1 0 0 0,2-2 0 0,-1 2 0 15,1-2 0-15,0 0 0 0,1 2 0 0,-1-4 0 0,1 2 0 16,-11-3 0-16,19 2 0 0,-19-2 0 15,16 1 0-15,-16-1 0 0,15-2 0 0,-15 2 0 16,13-5 0-16,-13 5 0 0,15-9 0 0,-15 9 0 16,12-12 0-16,-5 5 0 0,-1-1 0 0,-6 8 0 15,9-12 0-15,-9 12 0 0,8-10 0 0,-8 10 0 16,8-9 0-16,-8 9 0 0,0 0 0 0,8-7 0 0,-8 7 0 16,0 0 0-16,7 7 0 0,-7-7 0 0,3 16 0 15,-1-5 0-15,-2 2 0 0,-2 3 0 16,0 1 0-16,-1 2 0 0,-1 2 0 0,-1 2 0 15,-3-3 0-15,1 3 0 0,-1-3 0 0,0 1 0 16,-2-2 0-16,1-2 0 0,0 1 0 0,-1-2 0 0,1-4 0 16,-1-2 0-16,0 1 0 0,-2-3 0 15,0-1 0-15,1-2 0 0,1-1 0 0,10-4 0 16,-16 2 0-16,16-2 0 0,-11-5 0 0,11 5 0 16,0-13 0-16,6 3 0 0,6-5 0 0,7-2 0 15,4-1 0-15,7-4 0 0,6-1 0 0,3 1 0 0,1-1 0 16,-2 3 0-16,-1 1 0 0,-2 1 0 15,0 3 0-15</inkml:trace>
  <inkml:trace contextRef="#ctx0" brushRef="#br0" timeOffset="179117.9911">31140 1954 137 0,'0'0'706'0,"-2"-20"-106"0,1 9 23 0,0-1-15 16,1 0-23-16,0-1-2 0,-1 1-84 0,0 0-1 15,1 0-50-15,-1 1 11 0,1 11-64 0,-1-18-56 16,1 18-92-16,-1-14-34 0,1 14-69 0,0 0-15 16,0 0-41-16,0 0 4 0,0 0-34 0,0 0 11 15,-2 17-26-15,2-4 7 0,-1 2-10 0,3 3 23 16,0 1-20-16,0 4-6 0,1 0 13 0,1 0-6 16,0 1 4-16,1-1-15 0,2 0-20 0,-2 0 18 15,2-1 6-15,0-1-17 0,0-2 7 0,0 0-10 16,-2-5-8-16,-1 1 14 0,0-2-13 0,0-2 1 15,-1-1 11-15,-3-10-22 0,7 14 0 0,-7-14 0 16,4 10 0-16,-4-10 0 0,0 0 0 0,0 0 0 16,0 0 0-16,0 0 0 0,0 0 0 0,-9-17 0 15,3 7 0-15,-1-5 0 0,-3-1 0 0,-1-4 0 16,1-2 0-16,-1-3 0 0,-1-2 0 0,3-1 0 16,-1 2 0-16,1-4 0 0,2 4 0 0,2 1 0 0,2 1 0 15,1 3 0-15,1 1-20 0,1 3-68 0,1 1 11 16,3 2-28-16,1 2 36 0,1 0-16 15,4 6 39-15,-1 1-16 0,2 0 37 0,2 2-22 0,1 3 38 16,4 3-33-16,-1 0 41 0,2 2-26 0,2 1 31 16,-1 2-32-16,-1 0 38 0,-1 2-34 15,0 0 31-15,-2 1-34 0,-1-1 41 0,-4 0-40 0,0-1 44 16,-2 1-36-16,-3-1 39 0,-2 0-33 0,-4-9 37 16,5 18-27-16,-5-18 33 0,-8 16-34 0,2-7 31 0,-5 1-32 15,-2-3 27-15,-4 4-46 0,-2-3 44 16,-2 2-25-16,1-2 18 0,-1 0-24 0,1 1 15 0,3-1-132 15,1-1-56-15,2-2-174 0,3 1-52 0,1 1-104 16,10-7-107-16,-12 9-78 0,12-9-140 16,0 0-353-16,3 12-800 0</inkml:trace>
  <inkml:trace contextRef="#ctx0" brushRef="#br0" timeOffset="180068.4877">31442 2110 705 0,'0'0'869'15,"-4"9"-219"-15,4-9 11 0,0 0-110 16,0 0 37-16,0 0-104 0,0 0-9 0,0 0-87 16,0 0-21-16,0 0-98 0,0 0-21 0,0 0-87 0,0 0-1 15,0 0-67-15,0 0 17 0,0 0-57 0,0 0 19 16,0 0-48-16,0 0 2 0,14 1-85 0,-14-1 20 16,16-1-60-16,-16 1 48 0,18-5-58 0,-18 5 32 15,19-5-26-15,-19 5 68 0,18-7-48 0,-18 7 63 16,13-10-43-16,-13 10 51 0,12-10-52 0,-12 10 64 15,11-13-41-15,-11 13 55 0,3-14-53 0,-3 14 62 16,1-14-46-16,-1 14 67 0,-4-13-53 0,4 13 73 16,-6-11-48-16,6 11 56 0,-12-10-60 0,12 10 52 0,-11-5-44 15,11 5 51-15,-16-1-27 0,16 1 68 16,-16 6-24-16,7 0 37 0,1 0-19 0,1 2 32 0,0 3-21 16,1 0 14-16,0 1 19 0,2 1 25 0,2 1-19 15,1-1-2-15,2 2-35 0,3 1-7 0,0-2-76 16,5 4-36-16,3 0 0 0,3-2 0 0,2 2 0 15,4-2 0-15,3 0 0 0,-2-2 0 0,2-2-229 16,-2-1-93-16,-2-2-12 0,2-1-127 0,-2-2-10 16,-3 0-64-16,-1-1-37 0,-1-3 11 0,-2 1 28 15,-13-3 26-15,20 1 39 0,-20-1 53 0,16-5 65 16,-16 5 61-16,9-8 66 0,-9 8 83 0,5-14 96 0,-5 14 63 16,0-19 70-16,0 19 77 0,-2-21 51 15,0 9 46-15,0 0 45 0,0 1 77 0,-1-1 68 0,2 0-83 16,-1 1 79-16,0 0-54 0,2 11 42 0,-4-18-23 15,4 18 33-15,-3-15-11 0,3 15-53 16,-1-13-59-16,1 13-61 0,-1-11-40 0,1 11-57 0,0 0-38 16,0 0-25-16,0-13-87 0,0 13-16 0,0 0 0 15,12 5 0-15,-12-5 0 0,16 9 0 0,-8-3 0 16,2 0 0-16,1 3 0 0,2 0 0 0,-1 1 0 16,3 0 0-16,-3 1 0 0,1-1 0 0,-1 0 0 0,0 1 0 15,-2-3 0-15,-1 2 0 0,-1-3 0 16,-1 0 0-16,1 0 0 0,-8-7 0 0,9 11 0 15,-9-11 0-15,5 8 0 0,-5-8 0 0,0 0 0 0,-9 8 0 16,9-8 0-16,-16 3 0 0,16-3 0 0,-18-1 0 16,18 1 0-16,-21-4 0 0,21 4-51 0,-16-6-64 15,16 6-28-15,-12-10 12 0,12 10-58 0,-4-15 38 16,4 15-40-16,6-19 51 0,1 6-52 0,4 1 52 16,2-6-29-16,4-2 61 0,0-2 18 0,2-1 14 15,-1-1 14-15,1-2 12 0,-2 1 15 0,-2 0 15 16,0 0 36-16,-3 0 22 0,-1 0 66 0,-1 2 36 0,-3 1 57 15,-2 0-15-15,-1 2 29 0,-2 2 36 0,0 2-61 16,-2-2 42-16,0 4-56 0,-2 0 10 0,1 3-80 16,-3 0-54-16,2 1-48 0,2 10 0 0,-9-14 0 15,9 14 0-15,-13-5 0 0,13 5 0 0,-15 7 0 16,6 1 0-16,0 3 0 0,0 6 0 0,2 2 0 16,1 3 0-16,0 4 0 0,3 5 0 0,1 2 0 15,2 2 0-15,2 3 0 0,4 5 0 0,1 1 0 0,1 2 0 16,2 0 0-16,1 0 0 0,0 0 0 15,0-2 0-15,2-1 0 0,-2 0 0 0,1 0 0 16,-1-3 0-16,0-2 0 0,-1-1 0 0,-3-6 0 0,0-3 0 16,-2-5 0-16,-1-1 0 0,-1-4 0 0,1 1 0 15,-2-4 0-15,-1 1 0 0,0-4 0 0,-1-12 0 16,-2 22 0-16,2-22 0 0,-7 13 0 0,7-13 0 16,-11 8 0-16,11-8-175 0,-12 0-472 0,12 0-55 15,-15-8-71-15,9 2-45 0,-1-2-97 0,2-2-404 16,2-1-922-16</inkml:trace>
  <inkml:trace contextRef="#ctx0" brushRef="#br0" timeOffset="180635.0652">32117 2367 692 0,'-1'-15'820'0,"1"2"-82"16,-1 1-86-16,1 12 57 0,0-22-90 0,0 22-14 16,-1-22-40-16,1 22-25 0,-1-17-37 0,1 17-62 15,1-17-71-15,-1 17-73 0,4-17-54 0,-4 17-51 16,9-15-34-16,-2 10-111 0,4-2-47 0,1 3 0 15,2 1 0-15,2 0 0 0,0 2 0 0,0 1 0 16,3 1 0-16,-2 0 0 0,3 3 0 0,-2 0 0 16,0 1 0-16,0 2 0 0,-2-2 0 0,1 1 0 0,-1 2 0 15,-1-1 0-15,-1 2 0 0,-1-2 0 0,-1 0 0 16,-2 1 0-16,0-2 0 0,-2 0 0 0,-1 0 0 16,0-1 0-16,-7-5 0 0,10 12 0 0,-10-12 0 15,5 9 0-15,-5-9 0 0,0 0 0 0,-2 10 0 16,2-10 0-16,0 0 0 0,-13 5 0 0,13-5 0 15,0 0 0-15,-18-3 0 0,18 3 0 0,-14-5 0 16,14 5 0-16,-11-10 0 0,11 10 0 0,-10-15 0 0,6 7 0 16,2-4 0-16,-1 2 0 0,2-3 0 15,2-1 0-15,2-2 0 0,-1 1 0 0,2 0 0 16,0 0 0-16,1 1 0 0,0 0 0 0,1 3 0 0,-1 1 0 16,0 1 0-16,0 0 0 0,1 2 0 0,-6 7 0 15,11-8 0-15,-11 8 0 0,16-3 0 0,-16 3 0 16,16 6 0-16,-7-1 0 0,0 1 0 0,1 2 0 15,1 1 0-15,-2 1 0 0,-1 0 0 0,2 1 0 16,-1-1 0-16,-2 3 0 0,1-2 0 0,0 0 0 16,-3-2 0-16,1-1 0 0,-2 1 0 0,-4-9 0 15,8 13 0-15,-8-13 0 0,7 12 0 0,-7-12 0 0,5 8 0 16,-5-8 0-16,0 0 0 0,0 0 0 16,0 0 0-16,0 0 0 0,0 0 0 0,0 0 0 15,0 0 0-15,0 0 0 0,-7-11 0 0,7 11 0 0,-5-16 0 16,5 16 0-16,-2-19 0 0,1 7 0 0,2 0 0 15,0-1 0-15,0 2 0 0,1 0 0 0,2-1 0 16,-1 2 0-16,0-1 0 0,2 3 0 0,0-1 0 16,1 1 0-16,2 1-567 0,0 2-150 0,0 1-99 15,-8 4-66-15,15-4-766 0,-15 4-1312 0</inkml:trace>
  <inkml:trace contextRef="#ctx0" brushRef="#br0" timeOffset="181610.5715">32790 2141 706 0,'0'0'820'15,"0"0"-81"-15,0 0 95 0,0 0-46 0,0 0-64 16,0 0-1-16,1-14-49 0,-1 14-139 16,0 0 5-16,0 0-51 0,0-13-55 0,0 13-249 0,0 0-185 15,0 0 0-15,0 0 0 0,0-13 0 0,0 13 0 16,0 0 0-16,0 0 0 0,0 0 0 0,0 0 0 0,0 0 0 16,0 0 0-16,6 7 0 0,-6-7 0 15,4 12 0-15,-4-12 0 0,6 13 0 0,-6-13 0 16,7 17 0-16,-7-17 0 0,7 16 0 0,-4-6 0 0,-3-10 0 15,7 16 0-15,-7-16 0 0,4 16 0 0,-4-16 0 16,5 13 0-16,-5-13 0 0,4 11 0 0,-4-11 0 16,5 8 0-16,-5-8 0 0,0 0 0 0,5 11 0 15,-5-11 0-15,0 0 0 0,0 0 0 0,0 0 0 16,0 0 0-16,13-5 0 0,-13 5 0 0,5-8 0 16,-5 8 0-16,9-15 0 0,-5 7 0 0,-4 8 0 15,8-16 0-15,-8 16 0 0,8-16 0 0,-8 16 0 0,8-14 0 16,-8 14 0-16,5-12 0 0,-5 12 0 15,5-9 0-15,-5 9 0 0,0 0 0 0,6-10 0 16,-6 10 0-16,0 0 0 0,0 0 0 0,0 0 0 0,10-5 0 16,-10 5 0-16,0 0 0 0,10 9 0 15,-10-9 0-15,7 9 0 0,-7-9 0 0,6 12 0 0,-6-12 0 16,6 12 0-16,-6-12 0 0,9 13 0 0,-9-13 0 16,9 14 0-16,-9-14 0 0,6 11 0 0,-6-11 0 15,7 10 0-15,-7-10 0 0,7 10 0 0,-7-10 0 16,6 7 0-16,-6-7 0 0,6 6 0 0,-6-6 0 15,0 0 0-15,14 3 0 0,-14-3 0 0,12-3 0 16,-12 3 0-16,11-2 0 0,-11 2 0 0,15-11 0 16,-8 5 0-16,-1 0 0 0,1 0 0 0,0-1 0 0,-1 0 0 15,0 1 0-15,-6 6 0 0,10-13 0 0,-10 13 0 16,10-12 0-16,-10 12 0 0,7-9 0 0,-7 9 0 16,6-9 0-16,-6 9 0 0,0 0 0 0,7-8 0 15,-7 8 0-15,0 0 0 0,0 0 0 0,6-8 0 16,-6 8 0-16,0 0 0 0,0 0 0 0,0 0 0 0,0 0 0 15,0 0 0-15,8 8 0 0,-8-8 0 16,0 0 0-16,5 8 0 0,-5-8 0 0,0 0 0 16,8 12 0-16,-8-12 0 0,8 7 0 0,-8-7 0 0,10 7 0 15,-10-7 0-15,10 6 0 0,-10-6 0 16,11 5 0-16,-11-5 0 0,11 5 0 0,-11-5 0 0,13 1 0 16,-13-1 0-16,14 0 0 0,-14 0 0 0,13-1 0 15,-13 1 0-15,13-6 0 0,-13 6 0 0,13-6 0 16,-13 6 0-16,13-8 0 0,-13 8 0 0,11-10 0 15,-11 10 0-15,9-11 0 0,-9 11 0 0,8-8 0 16,-8 8 0-16,5-7 0 0,-5 7 0 0,7-6 0 16,-7 6 0-16,0 0 0 0,7-8 0 0,-7 8 0 15,0 0 0-15,0 0 0 0,6-7 0 0,-6 7 0 0,0 0 0 16,0 0 0-16,0 0 0 0,0 0 0 0,11 4 0 16,-11-4 0-16,0 0 0 0,8 7 0 0,-8-7 0 15,7 6 0-15,-7-6 0 0,8 7 0 0,-8-7 0 16,8 5 0-16,-8-5 0 0,10 6 0 0,-10-6 0 15,9 6 0-15,-9-6 0 0,9 4 0 0,-9-4 0 16,12 3 0-16,-12-3 0 0,12 2 0 0,-12-2 0 16,15 2 0-16,-15-2 0 0,15 0 0 0,-15 0 0 15,17-2 0-15,-17 2 0 0,16-3 0 0,-16 3 0 16,17-1 0-16,-17 1 0 0,17-5 0 0,-17 5 0 16,19-5 0-16,-19 5 0 0,18-5 0 0,-18 5 0 0,21-4 0 15,-11 1 0-15,2 1 0 0,0 1 0 0,-1-3 0 16,-11 4 0-16,22-3 0 0,-9 1 0 0,-1 0-197 15,3 0-138-15,1-2-75 0,1 2-164 0,-1 0-112 16,0-1-107-16,0 0-851 0,0-1-1307 0</inkml:trace>
  <inkml:trace contextRef="#ctx0" brushRef="#br0" timeOffset="183978.2979">28100 3677 165 0,'-17'-6'653'0,"17"6"-55"0,-14-4-51 0,14 4-40 15,-11-4-42-15,11 4-24 0,-11-4-57 16,11 4-30-16,-8-5-74 0,8 5-16 0,0 0-66 0,-11-5 20 16,11 5-56-16,0 0 30 0,0 0-18 0,0 0 60 15,0 0-22-15,0 0 22 0,0 0 24 0,0 0 37 16,7 6 6-16,9-4-5 0,9 1-80 0,11-2 19 16,19-1-39-16,21-2-84 0,11-2-112 15,11-3 0-15,31-1 0 0,10 0 0 0,11-3 0 0,6 0 0 16,1 2 0-16,3-3-97 0,-1-1-406 0,-4 0-253 15,-7-2-169-15,-9-2-939 0,-12-2-1581 0</inkml:trace>
  <inkml:trace contextRef="#ctx0" brushRef="#br0" timeOffset="247585.262">31390 2020 5 0,'0'0'537'0,"0"0"-135"16,10 4-56-16,-10-4-39 0,0 0 3 16,0 0 5-16,8 3-10 0,-8-3 5 0,0 0-1 0,0 0-17 15,0 0-24-15,0 0-34 0,0 0-44 16,0 0-37-16,0 0-31 0,0 0-21 0,0 0-13 15,0 0 1-15,-6 11 0 0,6-11-2 0,-10 4-10 16,10-4-57-16,-11 4 66 0,11-4-74 0,-10 4 71 16,10-4-86-16,-10 4 65 0,10-4-77 0,0 0 74 15,-13 5-76-15,13-5 63 0,0 0-72 0,-11 7 72 16,11-7-72-16,0 0 77 0,-10 4-76 0,10-4 78 16,0 0-55-16,-9 6 50 0,9-6-83 0,0 0 72 15,-9 6-70-15,9-6 73 0,0 0-73 0,0 0 71 0,-10 6-72 16,10-6 76-16,0 0-77 0,0 0 86 0,-7 6-82 15,7-6 92-15,0 0-73 0,0 0 87 16,0 0-14-16,0 0 119 0,11 12-48 0,5-8 36 16,7-3-35-16,14-1 30 0,17 0-39 0,22-1 49 15,12 1-53-15,11 0 10 0,10 1-55 0,25 1 25 0,8-1-51 16,2 5 21-16,2-2-48 0,0 2 27 0,-3-1-39 16,-1 2 33-16,-4 0-40 0,-9 1 31 15,-25-2-39-15,-3 1 27 0,-2 0-39 0,-8 0 36 16,-7 1-36-16,-2-2 37 0,-9 0-38 0,-3 1 36 15,-18-3-33-15</inkml:trace>
  <inkml:trace contextRef="#ctx0" brushRef="#br0" timeOffset="248060.9668">31556 2245 480 0,'-24'1'425'0,"5"-1"-89"0,1 0-67 0,2 0-24 16,2 0-23-16,0 0 61 0,14 0-1 15,-24 0 13-15,24 0 4 0,-17-1-67 0,17 1 34 16,-16 0-98-16,16 0 27 0,0 0-86 0,-14 1 47 16,14-1-56-16,0 0 91 0,0 0-46 0,14 5 51 0,4-4-53 15,9-1 53-15,11 2-66 0,15 1 47 0,11-1-54 16,19 2 56-16,8 0-68 0,9 0 25 15,7 0-54-15,27 0 23 0,1 1-60 0,3 3 31 0,-2-4-18 16,-1 4-17-16,-1-2-22 0,-7 0 22 0,-22-2-5 16,-5 0-9-16,-7 0-13 0,-3 1 10 0,-7-1-6 15,-5 1-13-15,-17-2 5 0,-6 0-1 0,-3-2-16 16,-12 1 14-16,-2-1 3 0,-8 0-12 0,-4 0 9 16,-4 0 2-16,-1 0-8 0,-4 0 3 0,-2-1-18 15,-2-1-66-15,-13 1-55 0</inkml:trace>
  <inkml:trace contextRef="#ctx0" brushRef="#br0" timeOffset="248134.6243">33864 2342 4362 0,'-13'-4'-652'0,"-5"0"-513"15,-10-1-779-15</inkml:trace>
  <inkml:trace contextRef="#ctx0" brushRef="#br0" timeOffset="248470.524">31541 2375 132 0,'-28'-1'565'15,"6"1"-161"-15,1-1-64 0,0 1 2 0,4-2-3 0,2 2 14 16,1-1 3-16,14 1 10 0,-23-1-15 0,23 1-92 16,-19-3 18-16,19 3-112 0,-13-3 31 0,13 3-102 15,0 0 52-15,0 0-65 0,9-8 82 16,7 4-56-16,7-1 63 0,12 0-69 0,13-2 49 15,11 0-59-15,17 0 51 0,6-2-65 0,9 2 35 16,7 1-65-16,5 2 43 0,4-1-67 0,23 1 40 0,-19 1-6 16,20 0-18-16,-20 1 5 0,-4 2-17 0,1-1 1 15,-3 1-8-15,-3 0-9 0,-7 1-2 0,-5-1-1 16,-9 0 0-16,-17 0-29 0,-5 0 29 0,-5 0 5 16,-13 0-17-16,-4 0-20 0,-7 0-18 0,-6 0-48 15,-3-1-58-15,-4-1-76 0,-4-1-42 0,-13 3-81 16,11-4-40-16,-11 4-79 0,-9-7-49 0,-7 4-36 15,-9-2-475-15,-19-3-636 0</inkml:trace>
  <inkml:trace contextRef="#ctx0" brushRef="#br0" timeOffset="249069.191">31309 2114 43 0,'0'0'476'0,"-16"-3"-122"15,16 3-50-15,-12-2-42 0,12 2-10 16,0 0-3-16,-16-2 5 0,16 2-31 0,0 0-22 0,0 0-13 16,0 0 6-16,0 0-22 0,0 0-22 0,8-8-1 15,5 5-5-15,3 2 14 0,5 0-11 0,7-2 2 16,9 0-9-16,11-1 6 0,4 1-24 15,8-1-7-15,13 1-17 0,4 0-15 0,3 2-11 0,0-2-13 16,1 2-12-16,1 2-6 0,-1-1-5 0,-1 2-1 16,-1 0-14-16,-4-2-1 0,-11 3 8 0,-2 0-12 15,-4 0 3-15,-1-2-20 0,-3 1 17 0,-3 1-19 16,-8-1 7-16,-4 1-39 0,-3-2-5 0,-6 1-49 16,-2 0-10-16,-7-2-49 0,-1 0 16 0,-3 4-19 15,-4-3 17-15,-13-1-75 0,17 0-3 0,-17 0-29 0,0 0 28 16,0 0-20-16,-16-5 8 0,-1 3 1 0,-8-1 19 15,-9 0 14-15,-11-3 11 0,-4 1 31 0,-5-1 18 16,-5 1 18-16,-10-3 26 0,-5 2 20 0,1 0 13 16,-2-1 14-16,-1 0 7 0,0 2 7 0,0-2 6 15,2 2 15-15,0 0 11 0,3 0 13 0,13 0 39 0,1 1 0 16,4-1 17-16,0 2 5 0,4-3 28 16,9 4-16-16,2-1 24 0,3-1-22 0,6 2 38 15,4 0-8-15,4 0 11 0,3-1 25 0,3 3 17 0,2-1-38 16,13 1 1-16,-20-3-34 0,20 3 21 0,0 0-10 15,0 0 57-15,14-7-34 0,4 6-4 16,12-1 8-16,12 0-3 0,16 0 6 0,9 2-20 0,19 0 12 16,7 5-9-16,7-1-13 0,5 2-20 0,26 3-13 15,2 2-3-15,0 0-23 0,-1 3-20 0,-1-1-5 16,0 0 2-16,-4 1 3 0,-5 0-15 0,-22-3-8 16,-4 1-10-16,-3 0-3 0,-4 0-2 0,-4 0 2 15,-7-1-7-15,-4-1 8 0,-5-1-13 0,-13-1-19 0,-4-1-5 16</inkml:trace>
  <inkml:trace contextRef="#ctx0" brushRef="#br0" timeOffset="249514.5231">33841 2148 3099 0,'-80'-13'-126'0,"-8"-1"1"0,-8 0 51 16,-23-2-3-16,-2-1 32 0,-2 0-6 0,-1 4 25 16,0-3-6-16,2 2 24 0,3 1-14 0,16 4 17 15,3-1-14-15,2 2 23 0,3 1-22 0,4 1 34 16,5 1-28-16,3 1 28 0,8 1-22 0,14-1 34 15,4 3-20-15,5-1 34 0,11 2-32 0,3-1 25 0,7 1-27 16,3 0 16-16,5 0-8 0,2 1 8 16,4 1-7-16,2-1 28 0,4 2 16 0,11-3 23 0,-12 6 2 15,12-6 1-15,8 7 22 0,7-2-19 0,10 2 13 16,20 1-30-16,9 2 15 0,20 1-35 0,8-1 18 16,9 1-22-16,8 1 0 0,19 3-27 0,3 0 14 15,0 0-32-15,-2 0 22 0,-21-3-30 0,0 1 31 16,-4-1-34-16,-2 0 27 0,-2 0-30 0,-8-1 34 15,-6 0-39-15,-6-1 30 0,-15 0-27 0,-4-2 26 16,-5 0-29-16,-10-2 26 0,-4-1-36 0,-6-1 20 16,-4 0-26-16,-5 1 30 0,-3-4-26 0,-14-1 30 15,10 5-32-15,-10-5 22 0,-16 2-29 0,-5-2 3 16,-16 0-53-16,-18-1 32 0,-22-3-13 0,-11 0 42 16,-11-2-23-16,-8 2 15 0,-29-4 10 0,-5-3 4 0,-6 2 11 15,-2 0 0-15,-2 1 8 0,4 1-3 0,6-1 7 16,4 4-1-16,29 0-5 0,5 2 4 0,7-2-1 15,12 3 6-15,21 0-4 0,6-2 4 0,15 3-6 16,10-2-1-16,12 2 1 0,20 0 2 0,-17 0 1 16,17 0-4-16,19 0 0 0,9 0-23 0,14-1-28 15,20 1-57-15,22-1-62 0,9 1-69 0,7 0-124 16,8 1-399-16,1 0-275 0</inkml:trace>
  <inkml:trace contextRef="#ctx0" brushRef="#br0" timeOffset="252914.6893">25024 4636 723 0,'2'-13'751'0,"-2"13"-156"16,0-12-81-16,0 12-50 0,0 0-40 0,-2-15-47 15,2 15-48-15,0 0-61 0,-3-12-49 0,3 12-51 16,0 0-26-16,0 0-37 0,0 0-12 0,0 0 19 15,0 0-22-15,0 0 13 0,-11 8-10 0,11-8 20 16,-4 19 26-16,3-6-32 0,0 1-13 0,1 3-20 16,1 1-14-16,0 1-10 0,1 3-5 0,2 0-9 15,-1 2-2-15,3-2-13 0,-1 2 4 16,0-1-10-16,1 1 15 0,0-2-23 0,1 0-1 0,-1-1 0 16,0 0-3-16,0 0 1 0,1-3-32 0,-3-1 37 15,2-1-36-15,0-1 42 0,-3-2-34 0,1 0 36 16,0-2-38-16,-2-2 38 0,-2-9-31 0,6 17 43 15,-6-17-35-15,3 12 48 0,-3-12-50 16,0 0 39-16,0 0-42 0,0 0 37 0,0 0-5 0,0 0-2 16,-5-10-4-16,2 0 1 0,-2-4-3 0,0-2-4 15,-1-5-1-15,-4-2 1 0,1-5-6 0,1 0 0 16,-6-7-3-16,1 0 3 0,2-1-4 0,-3 0-4 16,3 0 4-16,-2-1-15 0,4 6 24 15,-1 0-46-15,3 1 51 0,1 1-11 0,0 3 2 0,3 1-11 16,1 2 0-16,1 2 1 0,2 2-4 0,1 0-1 15,3-2-1-15,1 2 0 0,2 2 6 0,3 1-8 16,0 1 2-16,4 3 24 0,0 0-36 0,4 3-9 16,-3 4 3-16,2 1 2 0,2 2-1 0,-1 2 7 15,2 3 1-15,2 1 4 0,-1 3 11 0,0 2 9 16,-1 2-18-16,-3 0-23 0,0 3 36 0,-3 1-27 16,1 1 38-16,-5-2-31 0,-4 1 35 0,0 0-34 15,-3-1 43-15,-3 1 8 0,-2 0 5 0,-1 1 0 16,-4-1 7-16,-4 3-1 0,1-2-7 15,-4 1-4-15,-3-1-3 0,-5 0-2 0,2 2-7 16,-3-2-2-16,0-2-4 0,3-1 2 0,0-2-8 0,1 1 0 16,1-2-5-16,2-1 21 0,1-1-28 0,2-2-10 15,3-1-77-15,0 0-75 0,9-5-91 0,-13 9-80 16,13-9-106-16,-10 4-41 0,10-4-85 0,0 0-121 16,0 0-409-16,0 0-717 0</inkml:trace>
  <inkml:trace contextRef="#ctx0" brushRef="#br0" timeOffset="253347.1697">25356 4922 263 0,'0'0'747'0,"4"9"-146"0,-4-9-36 0,0 0-57 16,3 8-48-16,-3-8-50 0,0 0-62 0,0 0-59 15,0 0-45-15,4 12-53 0,-4-12-38 0,0 0-34 16,0 0-21-16,0 0-22 0,5 8-12 0,-5-8-18 15,0 0-7-15,13 0-11 0,-13 0-6 0,0 0-4 16,18 0-26-16,-18 0-13 0,15-3-5 0,-15 3 1 16,16-3 5-16,-16 3 4 0,16-6 1 0,-16 6 1 15,14-8 2-15,-14 8 2 0,11-9 4 0,-11 9 2 16,8-16-1-16,-4 6 2 0,-2 1 1 0,-2 9 3 16,0-22 12-16,-3 9-1 0,-1 1 19 0,1 0-7 15,-4 0 2-15,1-1 3 0,-2 3-4 0,0 0-3 16,-3 1-2-16,1 3-4 0,-1 2-4 0,0-1-2 15,1 4-3-15,10 1 0 0,-25 1-2 0,9 4 2 16,2 2 6-16,1 2 2 0,0 4-1 0,1 0 4 16,1 2 7-16,0 3-2 0,4-4 9 0,0 3 8 15,3 0-2-15,2-1 25 0,1 1-20 0,2 0-18 16,2-1 28-16,5 1-17 0,1 0 23 0,2-1-37 16,3-1 25-16,3-1-36 0,1-2 24 0,4-3-36 15,1 0-48-15,7-1-62 0,1-2-70 0,4-2-2 16,3-2-39-16,3-1-63 0,2-1-80 0,6-1-79 15,-1-3-101-15,-1 0-581 0,-9 0-742 0</inkml:trace>
  <inkml:trace contextRef="#ctx0" brushRef="#br0" timeOffset="254915.104">26036 4931 372 0,'-6'-11'740'0,"6"11"-113"0,-7-9-19 0,7 9-34 16,-8-10-50-16,8 10-36 0,-5-9-44 0,5 9-44 15,-8-8-44-15,8 8-50 0,-6-8-55 0,6 8-54 16,0 0-39-16,-4-9-35 0,4 9-22 0,0 0-24 16,0 0-17-16,0 0-9 0,18 0-8 0,-18 0-9 15,17 9-2-15,-6-3-7 0,1 1-6 0,-1 1-1 16,3-1-1-16,-1 3-7 0,1-1-3 0,-3 0-1 0,0 1-1 16,1 0-2-16,-3-2 2 0,1 2-1 0,-2-2-1 15,-2-1 4-15,1-1-3 0,-7-6 5 16,11 12-1-16,-11-12 10 0,4 10 5 0,-4-10 5 15,0 0 5-15,0 0 4 0,-2 13 6 0,2-13 7 16,0 0-6-16,-15 2 3 0,15-2 9 0,-17-3-2 16,17 3-1-16,-17-9-4 0,7 3-7 0,0-1-7 0,3-4-8 15,-2-2-5-15,2 0-6 0,2-3-9 16,1-2-2-16,2-3-10 0,2 1-18 0,4-5-21 16,3-2-15-16,3-2-19 0,5-2-7 0,3-1-38 15,2 0 35-15,0 1-39 0,3 1 51 0,0-1-34 16,1 2 49-16,-2 1 12 0,1 0 13 0,-3 0 5 0,-4 4 6 15,2 1 4-15,-5 0 2 0,-2-1 10 16,1 4 6-16,-5 0 30 0,-1 1 48 0,-1 0-34 16,-1 2 29-16,-4 0-29 0,0-1 52 0,0 3-42 15,-3 0-2-15,1 0 21 0,-4 2-17 0,1 0-9 16,-1 1-5-16,-2 3-2 0,2 1 1 0,-1 2-22 0,7 6-5 16,-13-7 26-16,13 7-32 0,-20 5 6 0,11 3 23 15,-1 4 11-15,0 5-3 0,1 3 29 16,2 6 22-16,2 5-66 0,1 0 50 0,1 7-56 15,4 0 56-15,3 10-45 0,0 2 61 0,4 1-81 16,0 10 61-16,5 2-67 0,2-1 71 0,0 1-79 0,3-1 71 16,1-2-88-16,0-1 9 0,0 2 7 15,0-3-1-15,1-2 69 0,-3-3-76 0,-4-7 82 16,-2-2-91-16,3-1 70 0,-4-3-78 0,-3-2 80 16,-1-7-87-16,-2-4 80 0,-2-2-74 0,-2-2 76 15,0-3-72-15,-2-2 82 0,-2 0-86 0,-2-3 58 0,-1-2-33 16,-1-3 8-16,-3 1-4 0,-3-5 0 0,1-4 0 15,-1 0-12-15,-1-4 24 0,-2-3-22 16,-2-5 20-16,0-4-91 0,1-5 28 0,1-3-102 16,0-3 36-16,4-1-52 0,2-3 22 0,4 2-19 15,1-4 31-15,6 4-33 0,0-2 44 0,2-3-37 0,4-1 19 16,4 3-23-16,3-6 7 0,5 1-1 0,0 2 2 16,5 2 11-16,1 0-6 0,3 4-2 15,3-1 2-15,-1 2 11 0,2 2 5 0,-2 0 27 16,0 1 12-16,2 2 28 0,-3 0 5 0,-4 2 24 15,-1 3 11-15,-2-1 31 0,-6 4 22 0,1-3 19 16,-1 3 47-16,-4 0 9 0,-1 1 7 0,-1 0-8 0,-3 2-3 16,0 0-4-16,-2 1-5 0,-4 9 1 0,2-16-12 15,-2 16 5-15,0-13-15 0,0 13-17 16,-8-11 16-16,8 11-32 0,-10-3-4 0,10 3-1 16,-17 3 14-16,9 3-2 0,-1-1 3 0,0 3 4 15,-3 3-6-15,4-1-4 0,-1 1-9 0,1 2-1 0,2-1-5 16,-1 2 2-16,3-1-4 0,0 1-4 15,4-1 3-15,-2-1-1 0,2 1-1 0,2-1 5 16,0-1-17-16,2 0 2 0,1-1 3 0,1 2-1 16,-1-4-5-16,4 1 6 0,-2-1-3 0,1-2 3 15,2 1-3-15,-3-2 7 0,-7-5-7 0,15 7-2 0,-15-7 2 16,14 1 2-16,-14-1-8 0,13-3 6 0,-13 3 0 16,12-9 1-16,-6 2-3 0,-1-1 1 15,-3-2-4-15,2-1-1 0,-2 0-3 0,0 0 4 16,-2-1 3-16,2-1-2 0,-2 2 3 0,0-1 2 15,0 12 12-15,0-19 4 0,0 19-2 0,-2-14-7 16,2 14-5-16,0-13-8 0,0 13 1 0,0 0-2 0,0 0 0 16,0 0 0-16,0 0 6 0,0 0 0 0,0 0-1 15,0 0 7-15,5 8-10 0,-5-8 10 16,9 15-3-16,-6-7-2 0,3 1 2 0,1 0 2 16,-1 1-1-16,4 0 1 0,-1 0-3 0,-1-1 2 15,4 1-3-15,-1-1-1 0,2-2-1 0,1 0-2 0,1-1-26 16,-1 1-25-16,1-2-24 0,0 0-32 0,0-3-7 15,1 2-5-15,-3-2 13 0,1-2 5 16,-3 2 13-16,-11-2 13 0,23-1 7 0,-23 1 3 16,21-3 7-16,-11-1 9 0,-1 2-2 0,-9 2 6 15,20-9 10-15,-20 9 7 0,14-10 3 0,-14 10 6 16,13-12 5-16,-13 12-1 0,11-13 0 0,-11 13 5 0,9-14 4 16,-9 14-3-16,10-15 5 0,-10 15 0 15,6-16-1-15,-6 16 0 0,7-16 2 0,-7 16 0 16,2-16 0-16,-2 16 0 0,4-15-1 0,-4 15 1 15,0-16 3-15,0 16 1 0,-2-19 14 0,2 19 7 0,-4-16 7 16,4 16 17-16,-7-16 27 0,7 16 32 16,-6-14-6-16,6 14 48 0,-6-12 13 0,6 12 12 15,-6-11 15-15,6 11 0 0,-5-9-16 0,5 9-13 16,-4-7-28-16,4 7-25 0,0 0-13 0,-6-10-35 0,6 10-9 16,0 0-6-16,0 0 7 0,0 0 22 0,0 0 26 15,2 13 0-15,-2-13-13 0,6 17 7 0,-1-6-53 16,1 2 58-16,2 0-80 0,2 0 74 0,-1 4-91 15,1-1 69-15,1 1-81 0,-1-1 65 0,2 1-74 16,-1 0 72-16,-2-2-77 0,3 1 78 0,-3 0-79 16,1-2 66-16,-3-1-72 0,1-1 71 0,0 0-72 15,-1-2 77-15,-3 0-76 0,2-3 89 0,-6-7-85 16,8 15 97-16,-8-15-48 0,6 11-5 0,-6-11-15 16,0 0 0-16,0 0 0 0,0 0 0 0,0 0 0 15,0 0 0-15,0 0 0 0,-12-10 0 0,6 2 0 16,2-3 0-16,0-3 0 0,2-1 0 0,-1-3 0 15,3 1 0-15,0-3 0 0,0 1 0 0,3 0 0 16,-1 2 0-16,2-1 0 0,0 2 0 0,0 0 0 16,0 1 0-16,0 2 0 0,2 1 0 0,-3 0 0 15,1 4 0-15,1-2 0 0,-5 10 0 0,11-10 0 16,-11 10-251-16,9-4-220 0,-9 4-63 0,0 0-80 16,11 7-80-16,-11-7-149 0,2 14-674 0,-2-14-1149 15</inkml:trace>
  <inkml:trace contextRef="#ctx0" brushRef="#br0" timeOffset="255546.679">26699 4876 256 0,'-4'-9'664'0,"4"9"-88"0,0 0-33 15,-4-13-47-15,4 13-66 0,-1-12-11 0,1 12-41 16,1-13-42-16,-1 13-27 0,4-16-44 0,-4 16-17 16,6-16-15-16,-3 5-36 0,1 3-27 0,2-1-23 15,2 0-14-15,-2 1-21 0,3-2-12 0,-2 3-17 16,2 0-15-16,0 0-10 0,-2 1-15 0,4 1-13 16,-2 2-6-16,-9 3-7 0,18-2 1 0,-18 2-4 15,24 4 2-15,-12 1-3 0,1 3-6 0,-2 1 1 16,1 2 0-16,-1 2 14 0,1 2-21 0,-1 1 2 15,-1 1 0-15,-3 0 10 0,1 1-8 0,-2-2 2 16,0 1-4-16,-3-2-4 0,1 2 5 0,-2-3 0 16,-2 1 3-16,0-1 0 0,0-1 7 0,-2-2 17 15,-2 1 21-15,0 1 15 0,-1-2 15 0,-2-1 9 16,-2 0-6-16,0-2 8 0,0-1 2 0,-2-1 8 16,0-1 7-16,0-2-49 0,-1 1 43 0,-1-3-63 15,-1-1 48-15,1 0-58 0,0-3 50 0,-1 0-72 16,1-3 58-16,-1-1-11 0,3-2-11 0,-3 0-5 15,5-3-7-15,0 0-12 0,1-1-4 0,0-1-11 16,2-1 2-16,1 0-8 0,-1 2-9 0,4 1-24 16,2-1-22-16,-2 2-37 0,2 11-34 0,4-20-38 15,0 10-54-15,1 1-67 0,1 1-37 0,2 0-59 16,2 2-55-16,-1 1-42 0,3 1-63 0,-1 1-38 16,2 1-177-16,1 1-356 0,1 1-729 0</inkml:trace>
  <inkml:trace contextRef="#ctx0" brushRef="#br0" timeOffset="256914.5308">27600 4764 748 0,'0'0'624'0,"-4"-10"-28"0,4 10-15 0,-5-10-36 16,5 10-2-16,-4-10 0 0,4 10-59 0,-1-11-39 16,1 11-41-16,0 0-63 0,-4-13-63 0,4 13-57 15,0 0-45-15,0 0-24 0,0 0-18 0,0 0 23 16,0 0 3-16,0 0-21 0,7 5 21 0,-7-5-9 16,9 19 7-16,-5-10-22 0,2 4-23 0,0-1-20 15,0 4-88-15,0-2 72 0,-1-1-88 0,2 3 49 16,0-2-38-16,-1 1 0 0,-1 0 0 0,3-1 0 15,-3-1 0-15,3 0 0 0,-4 2 0 0,3-3 0 16,-3-2 0-16,0-2 0 0,0 1 0 0,-4-9 0 0,6 13 0 16,-6-13 0-16,7 11 0 0,-7-11 0 0,0 0 0 15,6 7 0-15,-6-7 0 0,0 0 0 16,0 0 0-16,8-11 0 0,-8 11 0 0,3-15 0 0,2 5 0 16,-3-2 0-16,1-2 0 0,1-1 0 0,0 0 0 15,-1 0 0-15,1 1 0 0,-2 0 0 0,2 1 0 16,1 3 0-16,-2 0 0 0,-1 0 0 0,-2 10 0 15,4-15 0-15,-4 15 0 0,7-11 0 0,-7 11 0 16,9-4 0-16,-9 4 0 0,12 1 0 0,-12-1 0 16,14 7 0-16,-7-2 0 0,2 1 0 0,0 1 0 15,0 2 0-15,1-1 0 0,-1 2 0 0,-1 0 0 16,2-1 0-16,-1 1 0 0,-1 0 0 0,-1 0 0 16,2-2 0-16,-2 0 0 0,-1-1 0 0,-1 0 0 15,-5-7 0-15,9 14 0 0,-9-14 0 16,9 8 0-16,-9-8 0 0,7 9 0 0,-7-9 0 0,0 0 0 15,7 6 0-15,-7-6 0 0,0 0 0 0,0 0 0 16,9-8 0-16,-9 8 0 0,6-14 0 0,-2 4 0 16,-1-1 0-16,1-2 0 0,0-2 0 0,-1 2 0 15,4 0 0-15,-3 0-46 0,-1 1 62 0,1 1-68 16,0 2 70-16,-1 0-67 0,-3 9 70 0,6-17-75 16,-6 17 77-16,4-10-13 0,-4 10-66 0,8-6 67 15,-8 6 6-15,0 0-4 0,11 1-1 0,-11-1-9 0,9 10 6 16,-9-10-4-16,13 12 3 0,-8-5-5 0,3 1 12 15,1 2-6-15,1-1-4 0,1 2 8 16,5 1-2-16,0-4-11 0,1 4 3 0,3-3 1 16,1 0 9-16,3-1-15 0,0-1-18 0,-1 0-31 0,2-2-14 15,-1 0-14-15,-2 0 8 0,0-3 13 0,-1-1 10 16,0-1 8-16,-2-1 8 0,0 0 9 0,-2-2 6 16,1-1 6-16,-1-1 3 0,-3-2 3 0,0-2-3 15,-1-3 6-15,0 0 0 0,-1-2 4 0,-2 0 2 16,-2 1 4-16,0-1 11 0,-3-1 5 0,-1 0 22 15,-2 4 3-15,0-1 3 0,-2 12-14 0,1-21-5 16,-1 21-10-16,-3-17-7 0,3 17 2 0,-10-10-7 16,10 10-4-16,-17-5 1 0,17 5-2 0,-24 3-2 15,13 1 2-15,0 2 3 0,-3 0 1 0,4 2-8 16,-1 2 2-16,0 0 0 0,3 0 10 0,0 1-10 16,0 0 1-16,3 1-2 0,1-2 9 0,2 1 9 15,-1 0-21-15,3-11 0 0,0 21 9 0,2-11-4 16,-2-10-5-16,5 18 9 0,-1-9-11 0,-4-9-3 15,10 14-1-15,-10-14-20 0,9 12-2 0,-9-12 7 16,12 11 8-16,-12-11 7 0,11 5-7 0,-11-5 4 16,0 0 0-16,14 0 0 0,-14 0 8 0,8-5-4 15,-8 5 6-15,9-14-8 0,-9 14 6 0,5-18-5 16,-3 7 4-16,-1-1-4 0,0 0 4 0,0 1 7 0,-1 11-3 16,1-21 5-16,-1 21 7 0,0-18 3 15,0 18-2-15,0-14-5 0,0 14-13 0,-1-12 7 16,1 12-2-16,0 0-4 0,0 0-2 0,0 0 3 15,0 0 6-15,0 0-6 0,0 0 15 0,0 0-13 0,10 11 2 16,-10-11 2-16,8 12-1 0,-3-4-3 0,2-1 8 16,2 2-5-16,4 0-67 0,0-1-77 15,2 0-103-15,-2 0-124 0,4-2-69 0,-2-1-90 16,1 1-80-16,-2-1-53 0,1 0-81 0,-2-2-617 0,0-1-959 16</inkml:trace>
  <inkml:trace contextRef="#ctx0" brushRef="#br0" timeOffset="257315.1452">28849 4698 792 0,'0'-14'794'16,"0"2"-83"-16,0 12-39 0,2-21 2 0,-2 21 38 15,0-16-118-15,0 16-17 0,1-14-139 0,-1 14-35 16,0 0-136-16,0-14 1 0,0 14-62 0,0 0 97 16,0 0-100-16,0 0 38 0,10 7-96 0,-10-7 38 15,8 15-175-15,-4-5-8 0,2 2 0 0,0 0 0 16,-1 1 0-16,1 1 0 0,-1 0 0 15,2 1 0-15,-2 0 0 0,1 0 0 0,-1 0 0 0,0 0 0 16,1-2 0-16,-1 1 0 0,-1-2 0 0,-1-1 0 16,0-1 0-16,0-1 0 0,-3-9 0 0,5 16 0 15,-5-16 0-15,5 13 0 0,-5-13 0 0,5 8 0 16,-5-8 0-16,0 0 0 0,0 0 0 0,0 0 0 16,0 0 0-16,11-9 0 0,-11 9 0 0,6-20 0 15,-3 7 0-15,2 1 0 0,0-2 0 0,0 1 0 16,-1 0 0-16,0 3 0 0,-1-1 0 0,1 2 0 15,-4 9 0-15,6-16 0 0,-6 16 0 0,7-13 0 16,-7 13 0-16,4-9 0 0,-4 9 0 0,0 0 0 16,11-3 0-16,-11 3 0 0,8 5 0 0,-8-5 0 0,14 9 0 15,-6-2 0-15,-1-1 0 0,4 2 0 0,-1 1 0 16,2 0 0-16,2 0-41 0,0 0-219 16,3 1-76-16,2-1-110 0,-1-1-68 0,1 1-56 0,0-1-25 15,-2-2-54-15,-1-2-135 0,2 0-478 0,-1 0-871 16</inkml:trace>
  <inkml:trace contextRef="#ctx0" brushRef="#br0" timeOffset="257814.4962">29671 4628 709 0,'9'-18'700'16,"-2"4"-72"-16,-1 0-63 0,0 1-47 0,-3 3-31 16,1-2-25-16,-4 12-51 0,3-19-72 0,-3 19-46 15,-1-15-53-15,1 15-39 0,-8-7-15 0,8 7 20 16,-15 0 9-16,5 3-32 0,-3 3-23 0,1 2-16 15,-2 1-12-15,0 3-12 0,-1 3 3 0,2-1-17 16,-1 3-10-16,3 2-9 0,0-2 4 0,1 1-34 16,3 1-9-16,2 0-3 0,0-2 0 0,3 1-9 15,2-1 7-15,1 0-7 0,1-1-5 0,3-1 3 16,2 0-2-16,2-2-1 0,-1 0 5 0,4 0-7 16,3-1-3-16,0-1 2 0,0-3-11 0,4 1-2 15,0-3 0-15,0-2 0 0,-1 1 1 0,1-4 1 16,0-1-4-16,1-1-8 0,0-2 7 0,1-3-4 15,0-2 7-15,0-2-14 0,1-3 2 0,-1-3 4 16,0-3-3-16,-1-3-4 0,-1 0-6 0,-2-2-4 16,-2-1 11-16,-1-1-1 0,-3-1-53 0,-2 0 75 0,-3 5 1 15,0-1 11-15,-2 5 24 0,-2 1-58 16,-1 1 0-16,0 1 0 0,-2 3 0 0,-2 2 0 16,-2 1 0-16,-4 4 0 0,0 1 0 0,9 4 0 15,-24 0 0-15,10 5 0 0,-1 2 0 0,0 3 0 0,0 3 0 16,2 2 0-16,-1 2 0 0,3-1 0 0,2 1 0 15,-1 2 0-15,4 0 0 0,2-2 0 16,2 0 0-16,1 0 0 0,2 0 0 0,2-1 0 16,1 0 0-16,4 0 0 0,2-1 0 0,3 1 0 0,2-4 0 15,2 1 0-15,1-4 0 0,3 1 0 0,-1-3 0 16,3-1 0-16,1-2 0 0,1-1 0 0,1-3 0 16,2-2 0-16,-2-1 0 0,-1 1 0 0,-1-6-466 15,-4-1-536-15,0-2-1115 0,-5-3-1888 0</inkml:trace>
  <inkml:trace contextRef="#ctx0" brushRef="#br0" timeOffset="259398.6749">30815 4105 442 0,'-7'-27'720'0,"-1"1"-84"16,1 2-7-16,-1 2-27 0,-1 0-39 0,1 2 2 0,0 2-72 15,1 3-25-15,1 1-101 0,1 3-49 0,0 0-97 16,2 3-14-16,3 8-82 0,-7-8 7 0,7 8-4 15,0 0 40-15,-11 13-35 0,8 2 22 0,1 3-11 16,0 5 45-16,1 5-62 0,0 6 11 0,1 2-11 16,1 4-7-16,0 5 6 0,2 0-92 0,0 2 62 15,1 0-78-15,2-1-18 0,-2-1 0 0,1 1 0 16,2-1 0-16,0-3 0 0,3 0 0 0,-1-2 0 16,1-3 0-16,0-7 0 0,-1 0 0 0,0-2 0 15,0-3 0-15,-2-4 0 0,0-3 0 0,-2-2 0 16,0-3 0-16,-1 0 0 0,1-3 0 0,-2 0 0 15,1-1 0-15,-4-9 0 0,4 12 0 0,-4-12 0 16,0 0 0-16,0 0 0 0,0 0 0 0,0 0 0 16,0 0 0-16,-4-20 0 0,-2 8 0 0,-2-3 0 15,-1-1 0-15,0-2 0 0,-3 1 0 0,2 1 0 16,-1-1 0-16,-2 1 0 0,1 0 0 0,-2 2 0 16,0 0 0-16,-1 2 0 0,-2 1 0 0,-1 3 0 15,1 2 0-15,-1 1 0 0,0 1 0 0,-1 4 0 16,-1 0 0-16,1 2 0 0,1 2 0 0,1 1 0 15,0 1 0-15,3 1 0 0,0 1 0 0,3 2 0 16,0 0 0-16,3 0 0 0,4 1 0 0,1-1 0 16,3-10 0-16,2 21 0 0,3-10 0 0,5-1 0 15,2 0 0-15,5-2 0 0,4 1 0 0,4-2 0 16,6-2 0-16,3 0 0 0,3-1 0 0,1-3 0 16,-1 0 0-16,0-2 0 0,0 0 0 0,-1-1 0 15,-3-2 0-15,-4 0 0 0,1-3 0 0,-2 0 0 0,-3-2 0 16,-4-1 0-16,2-3 0 0,-3-4 0 0,-1 1 0 15,-5 0 0-15,0 0 0 0,-4 0 0 16,-3 1 0-16,0-1 0 0,-1 3 0 0,-2-2 0 16,-2 3 0-16,-1-1 0 0,0 3 0 0,-1 10 0 0,-3-21 0 15,3 21 0-15,-9-13 0 0,9 13 0 0,-13-8 0 16,13 8 0-16,-20 0 0 0,10 5 0 0,0 0 0 16,-1 2 0-16,1 1 0 0,1 3 0 0,0 1 0 15,2 2 0-15,2-1 0 0,1 1 0 0,2 0 0 16,1 0 0-16,3 0 0 0,1 1 0 0,3-1 0 15,4 1 0-15,3 0 0 0,2-2 0 0,5-1 0 16,5 0 0-16,1-2 0 0,2 1 0 0,-4-4-147 16,1-1-276-16,1 0-97 0,0-2-82 15,-2-1-96-15,-3-2 2 0,-1 1-102 0,0-4-570 0,-3 1-970 16</inkml:trace>
  <inkml:trace contextRef="#ctx0" brushRef="#br0" timeOffset="259634.0097">31582 4581 607 0,'0'0'749'0,"3"-20"-60"0,-3 20-11 0,-1-17-36 16,1 17-56-16,-4-16 16 0,4 16-72 0,-5-17-5 0,5 17-68 15,-6-12-52-15,6 12-118 0,-5-11-22 0,5 11-93 16,-6-6-6-16,6 6-52 0,0 0 20 0,-15 4 12 16,15-4 15-16,-13 15-92 0,6-7 58 0,1 3-47 15,0 1-80-15,1 3 0 0,1-1 0 0,2 2 0 16,0-1 0-16,1-1 0 0,2 2 0 0,1 0 0 15,2 0 0-15,1 0 0 0,1-2 0 0,5 2 0 16,-1-1 0-16,3-2 0 0,3 0 0 0,1-2 0 16,2-2 0-16,1 0-210 0,1-4-350 0,2 1-68 15,2-3-145-15,-5-1-57 0,1-2-813 0,0 0-1303 16</inkml:trace>
  <inkml:trace contextRef="#ctx0" brushRef="#br0" timeOffset="261669.0131">32010 4610 91 0,'1'-18'954'0,"-1"18"-239"0,-2-19-35 16,2 19 7-16,-5-20-7 0,2 10-53 0,0 1-59 16,-1-1-37-16,0 2-6 0,0-1-70 0,4 9-56 15,-7-13-93-15,7 13-41 0,-6-10-66 0,6 10-33 16,-4-11-49-16,4 11-10 0,0 0-37 0,0 0-21 16,0 0-49-16,0 0 0 0,9 5 0 0,-1 1 0 15,2 2 0-15,1 3 0 0,4-1 0 0,0 3 0 16,0 0 0-16,0-1 0 0,2 1 0 0,-2 1 0 0,0-1 0 15,-2-1 0-15,0-1 0 0,-3-1 0 0,0 1 0 16,-1-2 0-16,-2 0 0 0,-1-1 0 0,-2 0 0 16,-4-8 0-16,5 15 0 0,-5-15 0 0,-2 11 0 15,2-11 0-15,-9 8 0 0,9-8 0 0,-11 4 0 16,11-4 0-16,-15 2 0 0,15-2 0 0,-15-2 0 16,15 2 0-16,-16-9 0 0,9 4 0 0,0-2 0 15,7 7-4-15,-11-13-38 0,8 3 19 0,3 10-35 0,-3-21 29 16,3 21-47-16,3-20 28 0,1 9-33 15,-1 1 33-15,5-2-33 0,0 1 26 0,2-1 11 16,2 2 1-16,2-3 11 0,-1 4-3 0,2-3 10 0,-2 3-1 16,4-1 2-16,-4 0 8 0,1 2 2 0,0 1 0 15,-1-3-2-15,-1 3 13 0,-1 0 10 0,0 1-5 16,-1-1 5-16,-2 0 3 0,1 0 10 0,-2 0 10 16,0 0-5-16,-7 7 26 0,10-14 17 0,-10 14 0 15,9-13-2-15,-9 13-13 0,6-10-1 0,-6 10 0 16,3-10-8-16,-3 10-11 0,0 0 6 0,2-14-18 15,-2 14-9-15,0 0 4 0,0 0-13 0,0 0 4 0,-10-4-1 16,10 4 5-16,-10 9 10 0,10-9-11 0,-10 16 24 16,3-5-21-16,3-1 41 0,1 2-52 0,-1 0-2 15,1 4 0-15,1-3 0 0,2 1 0 0,1 1 0 16,3 1 0-16,0 1 0 0,3 0 0 0,2-1 0 16,4 2 0-16,0-2 0 0,4-2 0 0,2 2 0 15,0-4 0-15,-1 1 0 0,3-3 0 0,1-2 0 16,-1 0 0-16,2-2 0 0,-2 0 0 0,-1-2 0 15,-2 1 0-15,0-5 0 0,-2 0 0 0,2 0 0 0,-3-4 0 16,1 0 0-16,-2 0 0 0,1-3 0 16,-2-1 0-16,-1-2 0 0,-1 0 0 0,-1-2 0 0,-1 2 0 15,-2-3 0-15,-1 1 0 0,-1 1 0 0,-1-1 0 16,-1 4 0-16,-3 8 0 0,5-17 0 0,-5 17 0 16,1-13 0-16,-1 13 0 0,-5-12 0 0,5 12 0 15,-10-5 0-15,10 5 0 0,-14-2 0 0,14 2 0 16,-18 5 0-16,9-3 0 0,-2 4 0 0,3 0 0 15,-1 2 0-15,2-1 0 0,-3 2 0 0,4 0 0 16,1-1 0-16,-1 1 0 0,2 0 0 0,0 0 0 0,1 1 0 16,3-10 0-16,-2 16 0 0,2-16 0 0,1 15 0 15,-1-15 0-15,4 10-12 0,-4-10-61 16,8 12 19-16,-8-12-2 0,9 7 7 0,-9-7 13 0,11 6 6 16,-11-6 2-16,0 0 6 0,20-2 6 0,-20 2-1 15,15-8 1-15,-15 8 5 0,14-13 1 0,-6 4 1 16,-1-2 6-16,1 0-1 0,-1 1-1 0,-1-2 5 15,0-1 0-15,-3 2 1 0,3 1 1 0,-2 1 20 0,-1 0-12 16,-3 9 3-16,6-16-4 0,-6 16-10 16,4-12 1-16,-4 12-10 0,0 0 4 0,5-11-2 15,-5 11-1-15,0 0 12 0,0 0-7 0,0 0 0 16,0 0 9-16,9 9-1 0,-9-9 2 0,5 8-1 0,-5-8 3 16,7 11-2-16,-7-11 4 0,8 11 1 15,-8-11-1-15,13 9-5 0,-13-9 5 0,13 11 10 0,-13-11 1 16,14 5-10-16,-14-5-4 0,11 6 1 0,-11-6 0 15,13 3 3-15,-13-3-7 0,15 1 3 0,-15-1 4 16,14-1-8-16,-14 1 16 0,15-7-10 0,-15 7 11 16,14-9-12-16,-9 2 4 0,2-1-3 0,-2-2 5 15,-1 2-14-15,-1-2-3 0,0 0 8 0,-1-2 10 16,0 2-13-16,-2 10-3 0,1-21-1 0,-1 21 10 16,0-16 1-16,0 16-10 0,0-14-5 0,0 14-6 0,0-13-2 15,0 13-1-15,0 0-2 0,0 0 0 0,0 0 15 16,4-8-18-16,-4 8 5 0,8 7 3 0,-8-7 2 15,10 15 5-15,-3-5 0 0,2 0 1 0,-2 1-1 16,2-1 13-16,1 3-11 0,0 1 3 0,1 1 3 16,-1-1 0-16,1 1 1 0,-2-2-3 0,0 1 4 15,-1-3 0-15,-1 2-5 0,0-1-7 0,-3-2 7 16,0 1-2-16,-1-3-1 0,-3-8 2 0,4 17-2 16,-4-17 1-16,-4 14 2 0,4-14-1 0,-7 11 1 15,7-11 0-15,-10 8 14 0,10-8-12 0,-14 6-11 16,14-6 10-16,-13 3-4 0,13-3-3 0,0 0-14 0,-17-3-9 15,17 3-17-15,-8-7 14 0,8 7-42 16,-3-11 19-16,3 11-30 0,2-15 36 0,1 6-34 0,2-1 42 16,1 1-37-16,1-2 28 0,2 0-12 0,0-2 27 15,2 1 28-15,-1 0-32 0,1-3 42 0,1 0-36 16,0 1 45-16,0-3-37 0,-2 2 36 0,1-3-31 16,0 1 38-16,-2-1-35 0,1 0 31 0,0-1-33 15,-2-1 42-15,0 2-30 0,-1 0 47 0,-1 2-40 0,-2-1 39 16,0 3-33-16,-1 1 35 0,0 1-35 15,-2 0 24-15,-1 12-35 0,1-20 28 0,-1 20-30 16,-2-16 20-16,2 16-30 0,-7-11 22 0,7 11-19 0,-9-6 32 16,9 6-29-16,0 0 26 0,-17 1-34 0,17-1 34 15,-11 6-35-15,11-6 36 0,-14 10-33 0,8-4 32 16,6-6-38-16,-10 14 39 0,10-14-35 0,-8 15 37 16,8-15-37-16,-6 16 34 0,6-16-32 0,-3 15 34 0,3-15-35 15,0 13 31-15,0-13-29 0,0 11 34 16,0-11-28-16,2 10 36 0,-2-10-38 0,0 0 24 15,7 11-23-15,-7-11 37 0,0 0-37 0,10 7 36 0,-10-7-37 16,0 0 35-16,12 3-38 0,-12-3 39 16,0 0-36-16,13-3 35 0,-13 3-36 0,0 0 38 0,12-6-36 15,-12 6 30-15,0 0-37 0,12-6 40 0,-12 6-32 16,0 0 28-16,10-8-30 0,-10 8 35 0,0 0-34 16,8-7 34-16,-8 7-28 0,0 0 25 0,0 0-27 15,6-5 22-15,-6 5-27 0,0 0 24 0,0 0-33 16,0 0 33-16,0 0-30 0,7-6 30 0,-7 6-30 0,0 0 27 15,0 0-32-15,0 0 32 0,10 7-28 16,-10-7 33-16,8 11-22 0,-2-4 50 0,0 0-37 16,2 4 38-16,1-1-20 0,0 0 11 0,0 3-8 0,3 2-86 15,1-1 123-15,1 1-11 0,-1 0-4 0,0 0 7 16,1 1-18-16,-1 0-2 0,1 1 1 0,-3-3 7 16,3 3 21-16,-3 0-18 0,0 0 13 0,0 0-26 15,-2-1 16-15,-2-2-31 0,-1-1 25 0,1 1-27 16,-3-2 11-16,-1 0-27 0,-2 0 0 0,-1-12 0 15,-1 21 0-15,-2-12 0 0,-2 1 0 0,-3 0 0 16,-2-2 0-16,-1 1 0 0,-2-1 0 0,-1-2 0 0,-1-1 0 16,-1 1 0-16,-1-2 0 0,0 0 0 0,-1-2 0 15,2 2 0-15,-1-2 0 0,3 1 0 16,1-1 0-16,1-1 0 0,12-1 0 0,-21 2 0 0,21-2-43 16,-15 1-119-16,15-1 47 0,-14-1-34 0,14 1 40 15,0 0-31-15,-12-3 58 0,12 3-20 0,0 0 53 16,0 0-25-16,-4-11 51 0,4 11-28 0,0 0 42 15,7-12-31-15,-7 12 42 0,9-8-34 0,-9 8 42 0,13-12-24 16,-7 6 26-16,1 0-41 0,0-1 37 16,1 0-31-16,1 1 42 0,1-3-40 0,0 0 40 15,1-1-39-15,0 1 38 0,0-1-35 0,2 0 37 0,-1-1-33 16,0 2 37-16,-1-2-37 0,0 0 40 0,1 2-42 16,-1-1 47-16,-1 1-25 0,1 0 51 15,-2 1-26-15,-1 2 31 0,0-2-40 0,-2 3 21 0,1-1-34 16,-7 6 26-16,11-12-33 0,-11 12 29 0,10-9-29 15,-10 9 25-15,7-7-31 0,-7 7 23 0,6-7-52 16,-6 7 50-16,0 0-32 0,8-7 27 0,-8 7-37 16,0 0 7-16,0 0-76 0,8-7 9 0,-8 7-88 0,0 0 16 15,0 0-111-15,0 0 28 0,7-6-130 16,-7 6 18-16,0 0-44 0,0 0-39 0,0 0-4 16,0 0-40-16,0 0-12 0,0 0-39 0,0 0-364 15,-5-12-455-15</inkml:trace>
  <inkml:trace contextRef="#ctx0" brushRef="#br0" timeOffset="262599.4804">33195 4441 185 0,'-10'-3'734'16,"10"3"-150"-16,-17-2-65 0,17 2-41 0,-13-1-39 0,13 1-20 15,-12-3-87-15,12 3 58 0,0 0-113 0,0 0 34 16,-14-2-81-16,14 2 45 0,0 0-70 16,0 0 50-16,0 0-55 0,0 0 18 0,0 0-69 0,9 4 12 15,-9-4-64-15,12 1 19 0,-12-1-50 16,16 1 23-16,-16-1-53 0,19 0 27 0,-19 0-44 0,21 0 29 16,-21 0-46-16,22-1 34 0,-22 1-39 0,23-3 36 15,-23 3-38-15,20-4 35 0,-9 1-36 0,-2-1 35 16,0-1-37-16,0 0 35 0,-1-2-41 0,-1-1 36 15,-1 0-36-15,0-3 44 0,1-2-48 0,-4 0 40 16,1-2-39-16,-1 0 36 0,-2 0-34 0,0 0 33 0,0 1-36 16,-2 0 42-16,1 2-29 0,-1-1 36 15,0 2-39-15,-1 0 34 0,-1 1-38 0,3 10 32 16,-5-18-40-16,5 18 35 0,-8-12-34 0,8 12 38 0,-9-5-34 16,9 5 33-16,-13 2-33 0,4 3 32 0,1 2-29 15,-2 3 44-15,1 2-11 0,-3 4 54 0,2 3 23 16,3 0 10-16,-3 2-24 0,2 0 7 0,-2 5 3 15,2-3-10-15,1 0 4 0,2 0-30 0,0 0-7 0,1 0-8 16,1-1-8-16,1-2 1 0,1-2-8 16,1 1-7-16,2-1-3 0,-1 0-8 0,2-4-3 15,0 1-7-15,2 0 0 0,1-2 0 0,0-1 0 0,1-2 0 16,0-1 0-16,2-2 0 0,1-2 0 0,1-1 0 16,-1 0 0-16,3-2 0 0,-13-2 0 0,23-1 0 15,-11 0 0-15,0-3 0 0,2-2 0 0,-1-1 0 16,0-2 0-16,2-3 0 0,-3-3 0 0,2-1 0 15,-2-2 0-15,3-3 0 0,-4-3 0 0,1-1 0 16,-1 0 0-16,-2-1 0 0,0-1 0 0,-3 4 0 16,1 0 0-16,-2 0 0 0,-1 1 0 0,-1 0 0 0,0 4 0 15,-1-1 0-15,0 3 0 0,-1-1 0 16,0 4 0-16,-1 0 0 0,-1 1 0 0,1 12 0 16,-1-20 0-16,1 20 0 0,0-16 0 0,0 16 0 15,-2-12 0-15,2 12 0 0,0 0 0 0,-5-8 0 0,5 8 0 16,0 0 0-16,0 0 0 0,-2 12 0 0,2-12 0 15,1 17 0-15,2-7 0 0,2 3 0 0,-1 1 0 16,3 3 0-16,0 2 0 0,2 0 0 0,2 1 0 16,1 4 0-16,0-1 0 0,3 1 0 0,-2 1 0 15,2-1 0-15,-1 1 0 0,2 0 0 0,-2 0 0 16,2 0 0-16,-2-1 0 0,2 0 0 0,-2 1 0 16,1-3 0-16,-5-2 0 0,0-1 0 0,-3-1 0 15,1 0 0-15,-3-1 0 0,-2-2 0 0,-2 1 0 0,-2-3 0 16,-2 1 0-16,-3-2 0 0,-4 1 0 0,-5 2 0 15,-5-5 0-15,-7 4 0 0,-6-5-525 0,-10 2-299 16,-5-4-384-16,-1-2-571 0,-3-3-1475 0</inkml:trace>
  <inkml:trace contextRef="#ctx0" brushRef="#br0" timeOffset="267684.4926">25291 5997 583 0,'-7'-18'511'0,"-2"0"-60"0,5 2 24 0,-3-1-67 0,3 0-2 16,3-1-44-16,-1 1-31 0,0 0-13 0,2 4-15 15,2-2-39-15,-2 2-36 0,2 1-25 0,1 1-25 16,-1 0-23-16,-2 11-21 0,4-18-25 0,-4 18-20 16,5-13-21-16,-5 13-6 0,0 0 11 0,6-8 28 15,-6 8-2-15,0 0 21 0,7 14 5 0,-7-14 10 16,4 19-25-16,-1-5-18 0,-1 4-46 0,0 1 35 15,0 4-49-15,2 0-1 0,0 4-1 0,-2-1 29 16,2 5-47-16,1-2 44 0,1 3-54 0,0-3 33 16,2 1-39-16,-1 0 36 0,1-1-41 0,2-1 40 15,-3-2-44-15,0-4 40 0,1 0-6 0,0-1-2 16,-2-2-8-16,0-3-36 0,-1-1 42 0,0-1-41 16,-2-3 42-16,0-1-38 0,2 1 43 0,-5-11-38 15,5 16 43-15,-5-16-40 0,4 12 41 0,-4-12-40 16,0 0 38-16,0 0-40 0,0 0 37 0,0 0-3 15,0 0-8-15,0 0 4 0,-7-6-10 0,0-2-36 16,0-2 49-16,-2 0-50 0,-2-3 38 0,-4-2-35 16,0 2 40-16,-4-1-37 0,-4 1 38 0,-2 1-37 15,-1-1 43-15,-6 4-46 0,-2 2 45 0,-1 1-40 16,-2 3 35-16,0 2-38 0,-1 3 37 0,1 2-37 16,1 1 41-16,1 2-39 0,3 3 37 0,2 1-38 15,4 3 42-15,4 2-44 0,1 1 38 0,6-1-35 16,5 1 36-16,2 0-35 0,5 0 39 0,3 0-36 15,3-1 39-15,3-1-42 0,5 3 44 0,3-4-42 16,3 1 36-16,6 1-33 0,0-2 35 0,2-1-39 16,2-3 37-16,-1 0-51 0,2-2 24 15,-1-2-40-15,0-3 19 0,3 0-43 0,0-2 49 0,-1-1-34 16,1-1 31-16,5-3-34 0,-3-1 47 0,1-2-37 16,-3-2 49-16,1-2-29 0,-4-2 37 0,2-3-4 15,-2-5 0-15,-1 1-22 0,-5-2-8 0,-2 0 45 16,1-2-18-16,-5 0 44 0,-1 2-31 0,-3-1 67 15,-2 3-50-15,-2 2 60 0,0 1-37 0,-1 1 18 16,-3 2-44-16,1 2 28 0,-2 2-38 0,0-1 44 16,-2 11-57-16,4-16 25 0,-4 16-36 0,0 0 35 15,2-10-39-15,-2 10 35 0,0 0-38 0,0 0 37 16,-2 12-36-16,2-12 38 0,0 14-40 0,0-14 38 16,1 19-38-16,0-8 41 0,3 2-5 0,-2-1-5 15,2 1 1-15,-1 0-5 0,3 0-1 0,-2 0 1 16,3 0-4-16,1 0-2 0,0-2 0 0,1 1 5 15,-2-2-14-15,4-1-9 0,0 0-30 0,-2 0-10 16,0-3-7-16,0 0-4 0,0 0 7 0,-9-6 7 16,16 7 10-16,-16-7 8 0,15 1 6 0,-15-1 3 15,14-1 6-15,-14 1 1 0,13-9-32 0,-8 0 46 16,2 2 2-16,-3-6-3 0,1 0 1 0,-1-1 1 16,-2-1-36-16,3 0 47 0,-3 0-30 0,0 0 40 15,0 2-13-15,1 2 43 0,-1-2-26 0,-2 13 45 16,3-19-50-16,-3 19 28 0,2-14-48 0,-2 14 34 15,0-12-43-15,0 12 33 0,0 0-34 0,0 0 32 16,0 0-36-16,0 0 40 0,0 0-42 0,0 0 38 16,6 14-2-16,-6-14 1 0,3 17-5 0,1-8-4 15,-2 2 0-15,2-1-2 0,2 1-1 0,0 0 2 16,1 1-3-16,0-1 3 0,2-1-2 0,0 1-1 16,2-3-2-16,0 2 1 0,1-3-2 0,0 1 1 15,3-2-1-15,0-2-1 0,3 1 3 0,-3-3-4 16,4 1 0-16,-4-3 3 0,1 0 0 0,1-1-6 15,0-3 3-15,1-1 0 0,-3-1-2 0,0-1 3 16,2-3 2-16,-1-3-36 0,-3-1 40 0,1-1-37 16,-1-2 40-16,-4-1-36 0,0 0 38 0,-2-1-30 15,0 0 33-15,-3 2-34 0,0 0 10 0,-2 1 3 16,-1 0 36-16,-1 3-36 0,0 1 51 0,0 0-48 16,0 12 37-16,-1-17-43 0,1 17 33 0,-4-15-39 15,4 15 37-15,-11-6-37 0,11 6 7 0,-14 3 32 16,14-3-36-16,-15 12 38 0,6-4-43 0,-2 3 39 15,2 2-39-15,0 0 36 0,1 2-1 0,2 0 0 16,0 1-5-16,3 0-3 0,-1 2-4 0,2-2 3 16,4-2-1-16,0 1 2 0,2 0-4 0,3 0-2 15,3-1 1-15,3 0 1 0,3-1-2 0,1-3-6 16,4-1-72-16,1 0-3 0,3-2-45 0,6-1-61 16,0-1-77-16,3 0-81 0,3-2-54 0,-4-1-68 15,-3 1-82-15,-1-3-110 0,0-2-644 0,-3 0-900 16</inkml:trace>
  <inkml:trace contextRef="#ctx0" brushRef="#br0" timeOffset="267970.2121">26886 5907 802 0,'-11'-15'765'16,"1"4"-67"-16,1 0-50 0,1 0-51 0,1 3-73 15,0-1-83-15,2 3-108 0,5 6-62 0,-11-8-24 0,11 8 67 16,0 0 26-16,-14 6-67 0,8 1-2 16,4 3-73-16,0 5 51 0,-1 1-85 0,1 3-26 15,2 2-22-15,2 2-21 0,1 3 50 0,1 3-83 16,2 0 41-16,0 2-80 0,2 0 63 0,1 0-79 16,0 0 62-16,3-2-67 0,-1 0 56 0,3-1-101 15,-2 0-26-15,0-3-94 0,2 0-85 0,-2-2-77 0,-2-4-51 16,1-3-61-16,-2 1-51 0,-3-3-45 15,2-3 8-15,-2 1-18 0,-1-3-1 0,-5-9-43 16,6 14-400-16,-6-14-583 0</inkml:trace>
  <inkml:trace contextRef="#ctx0" brushRef="#br0" timeOffset="268319.5445">26933 6404 526 0,'-9'-12'501'0,"4"2"-42"0,-1-2 3 0,3-1-15 16,-1 0-22-16,0-1-59 0,1 1 16 0,3 0 7 15,0-2-27-15,3 1-19 0,3-1-81 16,-3 1 40-16,5-1-52 0,-1 1 31 0,5 0-72 15,1 0 17-15,3 2-72 0,-1 1-23 0,5 1-17 16,-2 1-18-16,5 3-19 0,0 1-11 0,-1 3 23 0,0 2-51 16,3 1 28-16,2 2-48 0,0 1 34 0,2 5-45 15,1 0 33-15,-3 2-35 0,-1 2 31 16,1-1-10-16,-2 2-8 0,-7-1-4 0,0-1-4 16,0 1-1-16,-3 0-1 0,-1 0-4 0,-3-1 0 15,1 1-1-15,-6-2 4 0,1 1 14 0,-3-2-16 0,-1-1-2 16,-3-9 3-16,-1 18-1 0,1-18 0 0,-8 14 4 15,8-14-3-15,-11 12-2 0,1-6 3 16,1-3 6-16,-1 1-6 0,-3-3-2 0,1 0-3 16,12-1 8-16,-25-1-42 0,12-1 42 0,-2-2 1 15,2 0-41-15,-1-1 40 0,2-2-36 0,0-1 40 0,3-1-39 16,0 0 28-16,3 0-64 0,4-1-7 0,2 10-83 16,-1-21-28-16,4 10-75 0,1 0-50 15,3 0-65-15,1 0-70 0,0 3-63 0,2-1-81 16,-3 1-822-16,-1 2-1006 0</inkml:trace>
  <inkml:trace contextRef="#ctx0" brushRef="#br0" timeOffset="270953.2875">28330 5959 300 0,'-3'-15'703'16,"-1"3"-109"-16,0 1-62 0,-2-1-27 0,0-1-40 15,1 1-22-15,-2-1-55 0,1 1-8 0,-1 2-76 16,1 1-31-16,2 1-51 0,4 8-49 0,-9-12-36 15,9 12-30-15,-4-7-20 0,4 7-2 0,0 0 5 16,0 0 7-16,-8 13 25 0,8-13-14 0,2 21 9 16,3-7 18-16,-2 3-65 0,1 3 29 0,3 3-54 15,-1-1 29-15,4 5-74 0,-1 1 76 0,-1 0-33 0,1 1-7 16,2 0-8-16,-2 0-1 0,0-1-8 16,1 2-6-16,-1-2-2 0,-1 1-35 0,0-1-68 15,1-2-97-15,-3-2-66 0,0-2-70 0,0-1-63 16,0 1-79-16,-2-4-2 0,-1-1-75 0,-1-1-82 15,0-3-478-15,0-1-720 0</inkml:trace>
  <inkml:trace contextRef="#ctx0" brushRef="#br0" timeOffset="272153.2808">28161 6366 733 0,'-8'-9'721'0,"1"0"-106"0,1 3-49 16,-2-1-34-16,8 7-52 0,-9-13-66 0,9 13-35 15,-9-9-88-15,9 9-19 0,-7-8-84 0,7 8-15 16,-7-7-63-16,7 7 4 0,0 0-57 0,-6-8 19 16,6 8-40-16,0 0 18 0,13-4-33 0,-13 4 22 15,20-1-14-15,-7 0-3 0,3 1-8 0,3 0-26 16,2-2-40-16,0 1-19 0,0 1-16 0,3-2-17 16,-2 1-11-16,4-1-8 0,-1-2 3 0,1 1 6 15,-1 0 11-15,-3-2 24 0,2-2 10 0,-2 0 13 16,-2 0 13-16,-2-2 7 0,0-1 7 0,-3-2 7 15,-1 0 7-15,-1-3-2 0,-2 0 11 0,0 1 13 16,-4-3 32-16,0 3 2 0,-1 1 5 0,1 1 10 16,-2-1 16-16,-1 2 10 0,-1 1 3 0,-1 0 6 15,-2 10-7-15,6-17-27 0,-6 17 10 0,6-12-41 16,-6 12 10-16,2-8-22 0,-2 8 7 0,0 0-12 16,0 0 14-16,0 0-7 0,13 1 27 0,-13-1-21 15,9 11 25-15,-4-3-27 0,2 2 40 0,-3 1-40 16,4 2 28-16,-3-1-39 0,4 3 24 0,-4-1-4 15,3 2-5-15,-1-1-6 0,1 2-5 0,1-1-4 16,-1 2-3-16,-1-2 0 0,0-3-6 0,1 1 4 16,-1 0-2-16,0-1 0 0,1-1-2 0,-2-1 1 15,2 1-5-15,-3-3 4 0,1 1 9 0,1-2-15 16,-1-1 2-16,-1 1 2 0,-5-8-7 0,9 13 6 16,-9-13 1-16,7 8 3 0,-7-8-3 0,8 10-6 15,-8-10 6-15,6 7 0 0,-6-7-1 0,0 0 6 16,7 10-1-16,-7-10 1 0,0 0-1 0,0 0 5 15,6 7-5-15,-6-7 0 0,0 0-6 0,0 0 4 16,0 0 0-16,6 7-3 0,-6-7 4 0,0 0 4 16,0 0-3-16,0 0 4 0,0 0 12 0,0 0-9 15,0 0 6-15,0 0-1 0,0 0 1 0,0 0-1 0,0 0-4 16,0 0 0-16,0 0-7 0,0 0-1 0,12-3 5 16,-12 3-6-16,0 0 1 0,0 0-5 0,0 0 0 15,0 0 0-15,0 0-1 0,0 0-2 16,0 0 3-16,0 0-3 0,0 0 4 0,0 0-3 0,0 0 0 15,0 0-3-15,0 0 1 0,0 0 4 0,0 0 11 16,0 0-11-16,0 0-4 0,0 0 4 16,0 0-1-16,0 0 1 0,0 0 3 0,0 0-1 15,0 0-3-15,0 0 3 0,0 0-5 0,0 0 1 0,0 0 1 16,0 0 4-16,0 0-5 0,0 0 4 0,0 0-3 16,1-11 2-16,-1 11-2 0,0 0 0 0,0 0-1 15,0 0 9-15,-4-11-9 0,4 11 5 0,0 0-8 16,-5-11 7-16,5 11-6 0,-3-10 7 0,3 10-4 15,-2-12-4-15,2 12 1 0,-1-14 0 0,1 14-8 16,2-17 0-16,-2 17 1 0,4-21-48 0,-1 10 14 16,-1-2-22-16,3-1 25 0,0 1-18 0,0-1 34 15,1 0-20-15,2 2 35 0,-2-1-30 0,2 1 31 16,-1 2-17-16,0 1 26 0,-1 0-31 0,-1 2 26 16,-5 7-22-16,10-12 23 0,-10 12-17 0,11-6 26 15,-11 6-22-15,0 0 23 0,16 2-18 0,-16-2 33 16,13 9-32-16,-6-2 32 0,-1 0-1 0,0 2-1 15,2 1 21-15,0 1-1 0,0-1-2 0,-1 1 5 16,1 1-9-16,2-1-2 0,-1 1-7 0,0-1-2 16,2-1 4-16,0 1-4 0,0-2-5 0,2 0 0 15,0-1-2-15,2 0-1 0,-1 1-1 0,1-3-5 16,2 0-1-16,0 0-1 0,0-1 2 0,2-1-4 16,4 1-3-16,-3-2 0 0,1 0-1 15,0-2-1-15,-3 2 6 0,3-2-4 0,-2-1-2 0,-1-1 7 16,0-2-7-16,-1 0-2 0,-1-1-2 0,-1-2 6 15,1-1-6-15,-3-3 2 0,2-1-1 16,-3 0 4-16,2-4-4 0,-5 0 3 0,0-2-6 0,-2 3-30 16,0-2 44-16,-2 1-36 0,-1 0 38 0,-2 1-34 15,0 0 39-15,-1 3-31 0,0 0 33 0,-1 11-33 16,0-20 39-16,0 20-44 0,-3-15 38 0,3 15-41 16,-7-10 42-16,7 10-35 0,-12-2 43 0,12 2-41 15,-16 5 39-15,7 1-6 0,-3 1-3 0,3 2-4 16,0 2 0-16,0 0 2 0,2 2 1 0,1 1 10 15,1 2 3-15,3-3 6 0,0 3 14 0,3-2 12 16,1 1 4-16,3-1-5 0,1 0-1 0,4 0-10 16,3-1-2-16,3 0-12 0,2-3-7 0,2 0-11 15,2 0-28-15,6-2-60 0,1 0-100 0,2-3-109 16,1 1-117-16,-4-1-165 0,0-2-59 0,-5-3-908 16,-1 2-1166-16</inkml:trace>
  <inkml:trace contextRef="#ctx0" brushRef="#br0" timeOffset="272620.1954">30439 6117 723 0,'0'0'843'0,"-8"-17"-105"16,8 17-27-16,-7-15-41 0,7 15 18 0,-5-10-103 15,5 10-74-15,-6-10-78 0,6 10-115 0,-5-8-28 16,5 8-103-16,0 0 4 0,-6-7-34 0,6 7 55 16,0 0-64-16,0 0 71 0,0 0-114 0,-1 15 55 15,1-15-96-15,4 14 59 0,0-5-89 0,1 0 47 16,1 3-81-16,0 0 0 0,1 1 0 0,0-1 0 15,2 1 0-15,-1 0 0 0,0-1-2 0,0 0-187 16,0 1-143-16,0-1-114 0,-1-1-117 0,-1 1-155 16,-1-2-40-16,-5-10-882 0,6 17-1302 0</inkml:trace>
  <inkml:trace contextRef="#ctx0" brushRef="#br0" timeOffset="272840.543">30286 5978 1340 0,'-4'-18'903'0,"0"3"-95"0,1 1 30 0,-1-1-119 15,1 0-65-15,0 0-134 0,1 3-71 0,0-1-75 16,1 3-60-16,-2 0-55 0,3 10-78 0,-3-18-44 16,3 18-28-16,0-12-54 0,0 12-51 0,0 0-39 15,9-6-51-15,-9 6-80 0,10 6-67 0,-3-1-90 16,0 2-57-16,2 4-60 0,0 0-39 0,0 0-64 15,0 3-17-15,1 2-124 0,0 0-490 0,2-2-786 16</inkml:trace>
  <inkml:trace contextRef="#ctx0" brushRef="#br0" timeOffset="273270.3048">30615 6102 808 0,'16'-2'917'0,"-16"2"-98"0,0 0-39 0,7-7 10 16,-7 7-119-16,0 0-17 0,0 0-144 0,7-7-18 15,-7 7-171-15,0 0-6 0,0 0-133 0,0 0 46 16,0 0-126-16,0 0 49 0,10 5-94 0,-10-5 59 16,6 9-93-16,-6-9 77 0,6 16-98 0,-2-7 72 15,1 1-79-15,0 2 59 0,1 0-24 16,1-1-30-16,-1 3 0 0,-1-1 0 0,1 0 0 0,-1 0 0 16,0-1 0-16,0 0 0 0,-1 0 0 0,-1-4 0 15,0 3 0-15,-3-11-4 0,7 14-70 0,-7-14 11 16,4 14 5-16,-4-14 15 0,6 10 19 0,-6-10 4 15,0 0-9-15,5 6-15 0,-5-6 7 0,0 0-3 16,0 0-2-16,8-11 0 0,-8 11-16 0,5-17 10 16,-1 7 6-16,-1 0 7 0,2-4 7 0,-1 1 5 15,-1 0 4-15,0 1 4 0,0 0 1 0,-1 0 2 16,1 3 3-16,0-1 5 0,-3 10 0 16,4-16-1-16,-4 16-2 0,4-13-1 0,-4 13-8 0,0 0 5 15,7-10 5-15,-7 10 0 0,0 0 3 0,0 0 2 16,15 2 0-16,-15-2 1 0,11 9 2 0,-4-3 3 15,1 1-2-15,1 1 26 0,1 0-31 0,1 1 24 16,0 0-42-16,2 2-53 0,0-3-125 0,4 3-55 16,0-4-97-16,1 2-79 0,1 0-70 0,-2-2-44 15,0 0-33-15,-2-2-115 0,1 0-479 0,-1-1-782 16</inkml:trace>
  <inkml:trace contextRef="#ctx0" brushRef="#br0" timeOffset="273520.1525">31245 6094 264 0,'-2'-12'737'0,"2"12"-101"0,-2-18-2 16,2 18-34-16,-2-15-75 0,2 15-21 0,-4-11-110 15,4 11-93-15,-3-10-63 0,3 10-38 0,0 0 27 16,-12-4 10-16,12 4-22 0,-13 6-31 0,5 0-31 16,-1 0-17-16,-1 4 13 0,1-1-11 0,1 3 3 15,0 1-20-15,0 0 2 0,2 1-42 0,1 1 15 16,1-1-40-16,2 1 10 0,0 0-31 0,2-1 18 15,2 1-37-15,1 0 31 0,3-1-41 0,2 1 29 0,3 0-31 16,2-3-24-16,4 1-102 0,-1-1-47 16,3-2-105-16,0 0-61 0,2-2-59 0,0 1-71 0,-1-3-72 15,-3-2 22-15,0-1-104 0,-2 0-612 16,-2-1-839-16</inkml:trace>
  <inkml:trace contextRef="#ctx0" brushRef="#br0" timeOffset="274946.3354">31462 6209 272 0,'-4'-12'776'0,"2"3"-79"16,0-1-25-16,2 10-60 0,-3-18 0 0,3 18-11 16,-4-16-46-16,4 16-48 0,-2-14-52 0,2 14-65 15,-2-13-74-15,2 13-65 0,0 0-52 0,-1-14-42 16,1 14-27-16,0 0-1 0,0 0-14 0,14-2-14 16,-14 2-12-16,16 8-7 0,-7-3-2 0,5 3-1 15,-2 2-22-15,4 0-7 0,0 4-8 0,2-2 20 0,-2 2-32 16,0-2 9-16,0 3-33 0,0-2 22 0,-1-1-28 15,0 1 0-15,-5-1 0 0,1-4 0 16,-1 3 0-16,0-3 0 0,-3 2 0 0,-2-3 0 0,2 0-43 16,-7-7 37-16,9 11-38 0,-9-11 32 0,4 10-33 15,-4-10 36-15,0 0-49 0,0 0 40 0,-6 11-25 16,6-11 30-16,0 0-42 0,-14-1-33 0,14 1-23 16,-10-6 53-16,10 6-21 0,-11-10 42 0,11 10-43 15,-11-14 11-15,6 5-34 0,1-1 45 0,1 0-20 16,0-1 46-16,2 0-28 0,-1 0 45 0,2 11-36 15,2-21 43-15,-1 9-28 0,2 1 31 0,1 0-26 0,2-1 31 16,2 1-31-16,1 0 38 0,1 0-32 16,2 1 39-16,2-1-41 0,-1 0 36 0,4 3-27 15,1-3 23-15,-2 3-27 0,3-1 33 0,-1 1-33 0,1 0 37 16,-4 2-34-16,2 0 37 0,-2 0-7 16,0 0 0-16,-2 0 3 0,1 0-5 0,-3 2 5 0,0-1-3 15,-2 1 4-15,-1-2 5 0,0 1-2 0,-8 5 17 16,14-9 8-16,-14 9-2 0,8-8 1 0,-8 8-2 15,6-9 0-15,-6 9-7 0,0 0-12 0,0-12 2 0,0 12-8 16,0 0-2-16,-9-7-6 0,9 7 1 16,0 0-30-16,-17 1 18 0,17-1-4 0,-12 8 40 0,12-8-30 15,-14 13 41-15,6-3-18 0,2 1 25 16,-1 1-33-16,1 1 25 0,1 0-31 0,0 1 28 0,2 0-29 16,0 1 24-16,2 1-30 0,1-2 30 0,2 2-33 15,1 1 26-15,3-3-24 0,2 4 31 0,2-1-36 16,3-2 34-16,0 1-38 0,2-2 28 0,2-2-35 15,1 0 29-15,0-1-28 0,2-1 26 0,2-2-18 16,-1-1-10-16,0-2-7 0,0-1-1 0,-3-3 6 0,2 2 5 16,-1-3 3-16,0-1 3 0,1-2-2 15,-3-2 2-15,4-1 2 0,-1-1-1 0,-3-1 1 0,2-2-1 16,-4-1 4-16,1 0-1 0,-2-2 1 0,-1 1-8 16,-2 0-15-16,-2 1 49 0,-1 0-14 0,-1 0 29 15,-1 1-34-15,-2-1 35 0,-1 3-40 0,-3 8 30 16,2-15-39-16,-2 15 33 0,-3-12-40 0,3 12 36 15,-9-9-37-15,9 9 41 0,-15-4-39 0,15 4 35 16,-18-2-31-16,18 2 32 0,-21 6-37 0,11-3 37 16,0 2-36-16,1 1 45 0,0 1-30 0,1 0 11 15,0 1-25-15,2-1 32 0,0 1-31 0,1 2 29 0,0-2-34 16,2 1 39-16,3-9-33 0,-4 19 33 0,4-19-29 16,0 16 21-16,0-16-31 0,4 15 31 15,-4-15-49-15,8 14-9 0,-8-14-23 0,12 11-10 0,-12-11 7 16,12 8-2-16,-12-8 11 0,12 4 3 0,-12-4 8 15,14 2 9-15,-14-2 8 0,14-5 8 0,-14 5 1 16,15-11 4-16,-6 4 4 0,-1-2 1 0,0-2 8 16,0-1-1-16,0 0-2 0,-1-1 7 0,-1 1 6 15,0 1 9-15,-2 1-9 0,2 0 38 0,-3 2-14 16,-3 8 27-16,6-15-36 0,-6 15 19 0,5-10-41 16,-5 10 23-16,0 0-27 0,6-11 31 0,-6 11-34 0,0 0 31 15,0 0-27-15,0 0 29 0,4 7-3 0,-4-7 1 16,4 10 5-16,-4-10 1 0,4 12 9 0,-4-12-2 15,6 13-7-15,-1-5 2 0,1-1-6 0,0 1 3 16,4-2-4-16,-1 0-8 0,1 1 0 0,1-3-1 16,-1 0 2-16,0 0-3 0,2-1-1 0,-1-2-4 15,2 2 1-15,-1-1 4 0,-12-2-4 0,23 0 0 16,-23 0 21-16,20-5-10 0,-20 5 5 0,19-6-12 0,-19 6 5 16,14-9-10-16,-14 9-4 0,12-14 7 15,-8 5-43-15,-1 0 37 0,-3 9-33 0,1-22 36 16,-1 22-27-16,-2-21 31 0,0 10-36 0,-1-1 40 0,0 1-28 15,3 11 27-15,-4-18-1 0,4 18-5 0,-4-15-8 16,4 15-7-16,-3-12 3 0,3 12-6 0,0 0 3 16,0 0 1-16,5-12 0 0,-5 12-31 0,9 4 33 15,-9-4-23-15,14 8 34 0,-6-1 2 0,1 1 5 16,1 1-9-16,0 3-3 0,1-2 5 0,-1 2-6 16,2 0-2-16,-2 4 8 0,2-3 4 0,-2-1-11 15,-2 1 6-15,0 1-10 0,0-3 4 0,0 1-13 0,-3-2-6 16,-1 0-7-16,-1 0-2 0,-3-10-2 0,1 18-1 15,-1-18-24-15,-4 15 30 0,4-15-33 16,-7 14 36-16,7-14-36 0,-12 12 32 0,12-12-41 0,-9 8 36 16,9-8-33-16,-8 5 30 0,8-5-47 0,0 0 36 15,0 0-43-15,0 0 32 0,-12-2-56 0,12 2 53 16,0 0-56-16,8-12 38 0,-2 4-42 0,0 0 62 16,3-3-43-16,1 0 3 0,-1-1 17 0,2-3 20 15,0 0 8-15,0 1 10 0,-1 2 11 0,2-3 9 16,-4 3 37-16,0 0 16 0,2 0 44 0,-4 3 29 15,-1 0 21-15,0 2-9 0,1 1-18 0,-6 6-23 0,7-12-19 16,-7 12-12-16,8-8-9 0,-8 8 0 16,0 0-3-16,0 0 5 0,0 0 11 0,11 2 7 0,-11-2-3 15,0 0-16-15,6 12-4 0,-6-12-9 0,4 13-1 16,-4-13 8-16,8 18-19 0,-4-10 2 0,1 2 25 16,0-1-65-16,0 2-41 0,-1-2-119 0,2 1-11 15,-2-2-162-15,0 2-39 0,0-2-97 0,-4-8-104 16,3 15-91-16,-3-15-622 0,1 13-916 15</inkml:trace>
  <inkml:trace contextRef="#ctx0" brushRef="#br0" timeOffset="275140.2568">32897 6006 494 0,'-3'-20'872'0,"1"2"-65"0,0 0-100 15,0 2 51-15,0-2-86 0,2 2-49 0,-2 0-72 16,1 2-21-16,1 1-49 0,-1 2-92 0,1 11-110 15,-2-21-37-15,2 21-47 0,-1-15-24 0,1 15-58 16,0 0-16-16,-2-12-33 0,2 12-17 0,0 0-95 0,0 0-97 16,0 0-61-16,0 18-156 0,0-18-70 0,-2 19-176 15,2-19-77-15,-1 25-45 0,4-12-145 0,-3 0-389 16,3 2-872-16</inkml:trace>
  <inkml:trace contextRef="#ctx0" brushRef="#br0" timeOffset="276054.7769">33066 6068 425 0,'0'0'922'16,"0"0"-205"-16,12-2-67 0,-12 2-25 0,0 0-52 15,11-3-37-15,-11 3-70 0,0 0-55 0,0 0-59 16,0 0-53-16,17 1-6 0,-17-1-37 0,0 0-25 0,11 9-44 16,-11-9-30-16,8 11-19 0,-8-11-18 15,8 13-33-15,-4-5-5 0,-4-8-8 0,7 17-16 0,-7-17-9 16,6 18-13-16,-1-8-2 0,-5-10-10 0,5 19 1 15,-5-19-11-15,6 17-3 0,-6-17-3 0,5 17-5 16,-5-17 6-16,5 13-1 0,-5-13 4 0,5 12-10 16,-5-12-10-16,6 8 6 0,-6-8 1 0,0 0-13 15,9 9 11-15,-9-9-12 0,0 0-16 0,13 0 0 16,-13 0 3-16,13-4 2 0,-6-2 5 0,0 1 5 16,0-2-2-16,5-3-2 0,-4 0 1 0,0 0 4 0,1-1 3 15,-2 0 2-15,-1 0 3 0,0 0-3 0,-1 1 9 16,0 2-5-16,0-1 3 0,-1 0 2 15,-4 9 3-15,7-15 6 0,-7 15 1 0,6-12-4 0,-6 12-1 16,5-8-5-16,-5 8-1 0,0 0-9 0,6-7 8 16,-6 7-2-16,0 0 11 0,0 0-5 0,0 0 8 15,8 9 4-15,-8-9 2 0,5 10-7 0,-5-10 6 16,5 12 1-16,-5-12 4 0,7 13-6 0,-7-13-3 16,10 13 1-16,-5-5 6 0,-5-8-6 0,11 13-1 0,-5-6 0 15,2-2 16-15,-8-5-17 0,15 11-4 16,-6-5 12-16,0-2-18 0,0 0 12 0,0-1-10 0,-9-3 0 15,21 4-3-15,-21-4 13 0,20 2-12 0,-20-2 11 16,21-1-13-16,-21 1 6 0,21-5-10 0,-12 2 1 16,1-3 0-16,-1 0 0 0,-1-1-1 0,0 0-5 15,-2 1 7-15,-1-1 8 0,-5 7-6 0,10-13 10 16,-10 13-12-16,6-13 4 0,-6 13-4 0,2-10-4 16,-2 10 1-16,0 0 3 0,0-12-2 0,0 12 7 15,0 0 11-15,0 0-15 0,-11-3 0 0,11 3 6 16,0 0-1-16,-14 4-2 0,14-4 1 0,-10 7 1 15,10-7-3-15,-9 8 3 0,9-8-1 0,-7 10-1 16,7-10-2-16,-7 10 0 0,7-10 15 0,-6 11-14 0,6-11 7 16,0 0-13-16,-4 11 14 0,4-11 1 0,0 0-13 15,0 12 16-15,0-12-13 0,0 0 6 0,9 9-7 16,-9-9 8-16,10 2-16 0,-10-2 24 0,0 0-11 16,20-1 12-16,-20 1-16 0,16-4 10 0,-16 4-7 15,19-5 14-15,-19 5 4 0,17-6 5 0,-17 6 6 16,14-5 3-16,-14 5-12 0,12-5-17 0,-12 5-7 15,11-2 5-15,-11 2-4 0,11 2 17 0,-11-2-9 16,8 10 13-16,-5-1-1 0,-2 4-9 0,-1 0-1 0,-2 7 5 16,-4 3-17-16,-2 7 15 0,-7 7 0 0,-1 1 2 15,-4 3-7-15,-8 5-5 0,-2-1-3 0,-3-1 6 16,-2-1-40-16,-2 0 45 0,-2-4-33 0,-2 1 32 16,1-3-32-16,-3-5 40 0,5-4-30 0,2-6 40 15,-3-1-10-15,-2-5 91 0,3 0-44 0,-1-5-62 16,5-3 0-16,1-3 0 0,3-3 0 0,1-2 0 15,0-4 0-15,2 0 0 0,1-5 0 0,3 1 0 16,5-1 0-16,1-4 0 0,7 2 0 0,4-2 0 16,4 1 0-16,5-3 0 0,5 0 0 0,6-1 0 0,7-2 0 15,9 1 0-15,4-1 0 0,1 0 0 0,3 4 0 16,-2-1 0-16,2 2 0 0,-6 3 0 0,-1-1 0 16,0 1-682-16,-7 3-190 0,-1 1-243 0,-5-2-630 15,-4 1-1431-15</inkml:trace>
  <inkml:trace contextRef="#ctx0" brushRef="#br0" timeOffset="277005.1383">26248 6970 498 0,'27'-14'627'0,"-3"0"-57"15,-1 0-46-15,-6 2-4 0,0-1-27 0,-4 0-61 16,-5 2-20-16,2-1-42 0,-6 4-1 15,-1-2-86-15,-3 10-32 0,2-17-78 0,-2 17-3 0,-9-10-71 16,-3 5-15-16,1 4-13 0,-9 4-16 0,-2 1-7 16,-7 5-6-16,-10 7 23 0,-1 2-42 0,0 2 37 15,-8 9-36-15,1 0 28 0,0 2-46 0,3 3 38 16,2-3-41-16,7-2 31 0,3 1-37 0,3-3 30 16,5 2-40-16,1 0 39 0,7-4-36 0,3-2 36 15,4-1-43-15,4 2 42 0,3-5-35 0,7 4 37 16,4 0-51-16,4 1 16 0,7 3 1 0,7-1 4 15,1 0 6-15,3-1-3 0,1-2 2 0,3 0-2 16,-1-1-1-16,-3-1 0 0,-1 0-1 0,-6-3 33 16,-2-4-38-16,-2 3 35 0,-3-4-30 0,-4-1 26 15,-2-1-33-15,-1-3 61 0,-2 2 3 0,-3-1 68 16,-5-9-22-16,4 14 39 0,-4-14-47 0,-7 15 25 16,1-7-59-16,-5 0 39 0,-5-1-64 0,-5 2 34 15,-1-2-55-15,-5 2 35 0,-4-1-49 16,-3-2 45-16,1 2-55 0,-6-1 35 0,-3 0-37 0,-1 0 46 15,6-2-53-15,-1 1 1 0,2-2-27 0,1 0-48 16,8-1-113-16,0-2-53 0,6 1-69 0,2-2-92 16,4-2-119-16,15 2-59 0,-15-4-123 0,15 4-653 15,1-11-974-15</inkml:trace>
  <inkml:trace contextRef="#ctx0" brushRef="#br0" timeOffset="279092.2623">26283 7479 582 0,'12'-11'776'0,"-5"2"-131"16,-3-1-78-16,-4 10-13 0,4-17-59 0,-4 17 15 16,2-15-110-16,-2 15-44 0,-2-12-74 0,2 12 1 15,-4-13-83-15,4 13-7 0,-2-9-71 0,2 9 4 16,0 0-57-16,0 0 18 0,0 0-49 0,0 0 26 16,0 0-46-16,-7 9 31 0,7-9-42 0,-2 15 4 15,2-15 0-15,2 22-7 0,0-10-2 0,1-1 1 16,-1 0 0-16,2 4 4 0,1-5-3 0,4 5-1 15,-2-5-2-15,3 2 3 0,0-2-3 0,1 0 0 16,2-1-3-16,-1-2 2 0,1-1-2 0,-1-1-1 16,1-1-7-16,0-2 0 0,1-1 5 0,-14-1 4 0,25 0 0 15,-12-1-4-15,-2-3 3 0,1 1 5 16,1-4-5-16,-1 0 1 0,-2-1 32 0,-1-3-39 16,-2 1 36-16,0-2-41 0,0 0 40 0,-3 0-41 15,0 1 41-15,-1-1-31 0,-1 0 39 0,-2 2-23 16,0 10 56-16,2-22-23 0,-2 22 56 0,0-19-33 15,0 19 56-15,-2-16-37 0,2 16 62 0,0-15-50 16,0 15 41-16,0-12-86 0,0 12 32 0,0 0-65 16,-2-14 40-16,2 14-56 0,0 0 47 0,0 0-54 15,0 0 57-15,0 0-45 0,7 12 87 0,-7-12-74 16,7 17 14-16,-1-4 10 0,1 2 27 0,1 3 13 16,2 2-42-16,1 5-45 0,3 3 0 0,1-3 0 15,-2 10 0-15,6 0 0 0,-1 3 0 0,1 1 0 16,0 0 0-16,2 0 0 0,-4 2 0 0,1-3 0 15,-1-1 0-15,-4 2 0 0,0-5 0 0,-5-1 0 16,-2-3 0-16,-2-4 0 0,-4 2 0 0,-2-1 0 16,-4-3 0-16,0 0 0 0,-5 1 0 0,-5-2 0 15,0-2 0-15,-4-1 0 0,-3-3 0 0,2-2 0 16,-4-4 0-16,0-2 0 0,2-4 0 0,-1-3 0 16,1-2 0-16,-2-2 0 0,3-4 0 0,0-3 0 15,2-1-64-15,1-4-77 0,4-4-14 0,1-2-4 16,7-1 38-16,1-2-33 0,6-4 50 0,4-2-34 15,3-3 49-15,7-5-30 0,5-3 51 0,4 3-25 16,8-7 44-16,3 2-23 0,0 1 13 0,5 1 14 16,-4 1 6-16,1 2 10 0,-7 6 39 0,0 1-35 0,-1-4 37 15,-1 4-34-15,-5 1 42 0,2 0-20 0,-7 7 46 16,-2-3-19-16,1 4 59 0,-7 2-42 16,2 1 33-16,-4 2-45 0,-1 2 32 0,-1 0-12 15,-3 4-8-15,-2 10-12 0,0-19-6 0,0 19-3 16,-4-13-6-16,4 13-3 0,-12-6-3 0,12 6-2 15,-15-1 1-15,15 1-6 0,-19 4-33 0,10-1 39 16,1 1-37-16,1 2 39 0,0 0-38 0,7-6 42 16,-7 15-38-16,7-15 37 0,0 21-32 0,5-8 38 15,4-1-40-15,2 4 4 0,5-1 4 0,4 2 8 16,3 0-2-16,2 0 2 0,6 3 0 0,0-2 0 0,3 1 5 16,0 0-7-16,-1-2 38 0,1 0-39 0,0 0 34 15,-7-2-42-15,-3-1 37 0,-4-4-43 16,-4 2 39-16,0-4-39 0,-4 1 41 0,-4 2-44 15,-2-4 39-15,-6-7-36 0,1 15 36 0,-1-15-36 16,-9 12 39-16,0-5-42 0,-5 0 38 0,1-2-41 0,-5 0 36 16,2-1-50-16,-4-2 36 0,3 2-63 0,-2-3 27 15,-1-1-30-15,6-1 35 0,-2 0-66 16,3-2-15-16,3-2-58 0,-2 0-1 0,5-3-6 16,1 1 1-16,6 7 14 0,-3-20-26 0,4 8 9 15,3-2-10-15,0-3 19 0,5-1 18 0,3-1 28 0,1-3 12 16,3-3 20-16,-3 1 12 0,5-1 28 15,-5-2 31-15,3 0 35 0,-3 0 43 0,-2-2 16 16,-1 0 32-16,-1-2 6 0,-2 1 41 0,-3-2-13 16,-2 1 62-16,0 3-20 0,-2 1 26 0,-2-1-10 15,-1 1 35-15,-1 0-41 0,0 2 42 0,-1 2-54 16,-1 3 91-16,2 2-74 0,0 2-17 0,0 4-28 0,0-1-45 16,2 2-23-16,2 11-17 0,-4-12-9 0,4 12-8 15,0 0 0-15,0 0 68 0,-5 9-47 16,5-9 87-16,2 24-93 0,1-7 63 0,1 5-95 15,0 3-28-15,3 5 0 0,2 1 0 0,2 5 0 16,0 2 0-16,3-2 0 0,-1 1 0 0,4-2 0 0,-2 0 0 16,1 0 0-16,4-2 0 0,-4-1 0 15,2-2-103-15,-3-3-56 0,-1-2-13 0,-1-2-93 0,-2-3-20 16,1-1-31-16,-3-2-12 0,-1-4 10 16,0 0-21-16,-1-1 35 0,-3-4 36 0,-4-8 13 15,6 14 18-15,-6-14 21 0,0 0 26 0,0 0 34 16,-4 6 24-16,4-6 33 0,-13-6 23 0,6 0 25 15,-2-1 37-15,-2-1 49 0,1-2 22 0,-3 0 41 16,2-5 13-16,-3 2 39 0,3 0-19 0,0 1 9 0,1 0 15 16,0 1 20-16,3-1 23 0,-2 2-38 15,2-1 23-15,3 2-57 0,1 2 10 0,3 7-48 0,-4-17 11 16,4 17-54-16,0-14 26 0,0 14-46 0,13-13 26 16,-2 6-40-16,3 2 28 0,2-1-46 0,6 0 38 15,1 1-35-15,4 2 29 0,0-1-39 0,2 1 36 16,0-1-60-16,0 1 41 0,0 0-39 15,-2 1 26-15,0-1-35 0,-2-1 57 0,-4 1-33 0,-4-1 44 16,1 0-43-16,-3-1 31 0,-2-2-26 0,-2 0 36 16,-5-1-29-16,0 0 41 0,-2-1 21 0,-4 9 13 15,0-19-14-15,-5 9 14 0,0 1 14 0,-1-2 8 16,-3 1 27-16,-1 1-12 0,-1 0 12 16,4 3-15-16,-3 1-12 0,0 0-22 0,10 5-13 15,-17-6-8-15,17 6-2 0,-16 4 20 0,7 1-44 0,4 1 55 16,-2 3-51-16,2 0 44 0,1 2-57 15,4 1 45-15,-2 4-53 0,4-1 46 0,0 0-55 16,2 2 3-16,2-2 2 0,2 4-1 0,1-2 1 16,0 0 1-16,5 1 6 0,-1-3-7 0,3 2 1 15,-1-3-2-15,2 0-21 0,1-3-28 0,1 1-16 0,0-2-19 16,0 2-19-16,0-5-10 0,-2-1-3 0,0-1 6 16,-1 0 10-16,1-3 20 0,-2 0 17 0,-1-2 10 15,-2-2 14-15,2 0 8 0,-3-1 7 16,3-2 7-16,-3-3 3 0,-1 0 33 0,2-3-35 15,-3 1 35-15,-1-2-31 0,0 1 38 0,-1-1-34 0,-1-1 53 16,-2 4-22-16,1-2 53 0,-1 3-27 0,-2-3 54 16,-2 11-41-16,9-14 31 0,-9 14-58 0,5-12 27 15,-5 12-52-15,6-9 37 0,-6 9-45 0,0 0 37 16,9-5-35-16,-9 5 54 0,0 0-25 16,13 5 40-16,-13-5-46 0,10 10 38 0,-10-10-49 0,12 14 47 15,-6-7-33-15,-1-1-19 0,4 6-4 16,-3-5 5-16,3 4-5 0,-1-2 4 0,-2 0-3 15,3 2-5-15,-2-3 3 0,1 0 1 0,-1 1-4 16,0-2 2-16,0 0-2 0,0 0-2 0,-7-7 2 16,10 11 1-16,-10-11 0 0,9 7-2 0,-9-7 4 0,8 7-2 15,-8-7-1-15,0 0-2 0,13 0-4 0,-13 0 3 16,9-7-1-16,-9 7 7 0,10-10-4 16,-4 2-5-16,-1 0 56 0,1-1-59 0,1-1 54 0,-2-1-64 15,1 2 46-15,-1-1-50 0,-1 3 54 16,0 0-54-16,1-2 48 0,-5 9-51 0,10-15 45 0,-10 15-50 15,6-8 52-15,-6 8-54 0,6-7 49 0,-6 7-46 16,0 0 59-16,14-1-55 0,-14 1 49 0,9 4-55 16,-9-4 57-16,11 7-48 0,-11-7 55 0,12 8-57 15,-12-8 48-15,12 11-48 0,-12-11 5 16,10 12 3-16,-10-12 7 0,12 11 0 0,-12-11 2 0,8 11 2 16,-8-11 5-16,10 8-2 0,-10-8-3 0,8 9 7 15,-8-9-2-15,6 6 4 0,-6-6 27 0,0 0-25 16,9 7-5-16,-9-7 3 0,0 0-1 0,10-5 7 15,-10 5-11-15,8-10 51 0,-8 10-61 0,9-13 55 16,-4 6-61-16,0 0 50 0,0-2-51 16,1 2 56-16,-1-1-50 0,1 2 79 0,-6 6-67 0,8-11 69 15,-8 11-83-15,10-8 64 0,-10 8-62 16,12-5 69-16,-12 5-70 0,15 0 67 0,-15 0-70 0,18 5 10 16,-7-3-2-16,1 2-1 0,-1 2 9 0,2-1-4 15,0 0-2-15,0 1-3 0,1 3 9 0,1-4-12 16,0 3-76-16,-2 0-76 0,1-1-111 0,2 0-93 15,-1-1-77-15,-2 0-123 0,0 1-135 0,-2-4-982 16,-2 0-1360-16</inkml:trace>
  <inkml:trace contextRef="#ctx0" brushRef="#br0" timeOffset="281677.2948">30065 7061 50 0,'-12'-8'869'0,"12"8"-243"0,-11-6-161 15,11 6-83-15,0 0-70 0,-13 2-15 0,13-2 3 16,-10 6-29-16,10-6-33 0,-8 11-23 0,8-11-24 16,-4 16-30-16,4-16 13 0,-2 17-28 15,2-17-5-15,3 20-39 0,2-9 26 0,1 1-27 16,2-2-11-16,1 1-6 0,4-2-8 0,1-1-12 0,3 0-8 15,3-1-14-15,5 0-9 0,-1-3-2 0,2-1-9 16,2-2 0-16,0 0-10 0,2-2-5 0,-1 0 4 16,-1-2-5-16,0-1-3 0,-3-1 5 15,0-1-2-15,-4-1-2 0,-3-5 1 0,-1 1 0 16,-4-3 0-16,-1-1-6 0,-6 0-2 0,-1 0 3 0,-3-3-2 16,-3 0 1-16,-2-1 4 0,-2-3 3 0,-5 0-20 15,-2-3 47-15,-2 2-25 0,-1 2-18 0,0 0 45 16,1 4 25-16,1 0-2 0,-1 4 9 0,4 0 7 15,0 2-11-15,1 3-14 0,1 1-13 0,8 7-11 16,-13-10-3-16,13 10-2 0,-12 3-1 0,6 4-11 16,2 1 54-16,-2 6 13 0,1 6 8 0,0 3 25 15,3 2 6-15,-1 8 12 0,2 3 21 0,2 3 3 16,1 6 4-16,1 3-26 0,5 1 2 0,0 2-64 16,3 9 76-16,4-2-76 0,1 1 80 0,2-1-99 15,3 0 68-15,0-1-99 0,3-1-16 0,1-3 0 16,1-4 0-16,-3-1 0 0,-2-9 0 0,-2-1 0 15,-1-4 0-15,-2 0 0 0,-5-3 0 0,-3-3 0 16,1-1 0-16,-5-4 0 0,-3-1 0 0,-2-3 0 16,-3 3 0-16,-4-2 0 0,-2-2 0 0,-5 2 0 0,-3-1 0 15,-3-4 0-15,0-1 0 0,-4-1 0 0,2-5-146 16,-1-1-74-16,0-2-92 0,0-2-43 16,2-3-59-16,-2-3-78 0,1-1-100 0,1-4-77 15,-2-6-164-15,2-2-485 0,4-4-921 0</inkml:trace>
  <inkml:trace contextRef="#ctx0" brushRef="#br0" timeOffset="282693.178">29933 7645 1118 0,'-8'-7'855'16,"-1"3"-195"-16,9 4-77 0,-11-8-58 0,11 8-87 15,-8-8-54-15,8 8-88 0,-7-5-17 0,7 5-66 16,0 0-5-16,0 0-64 0,0 0 18 0,0 0-64 15,13-2 12-15,0 4-58 0,5-2 27 0,4 3-52 16,5-1 26-16,4-2-64 0,5 2-16 0,4-2-77 16,0 0-7-16,3-1-35 0,-2 0-11 0,0-1-7 15,6-3 7-15,-8 2 16 0,-2-2 21 0,-2-1 32 16,-3-2 19-16,-4 0 13 0,-5-1 36 0,-2-2 24 16,-2 0 37-16,-4-1 31 0,-2-1 40 0,-2 1 38 15,-3-2 34-15,0 0 24 0,0 1 16 0,-4 0-14 16,-1 3 17-16,1-3 9 0,-2 4-9 0,1-1-14 15,-3 10-36-15,4-15-32 0,-4 15-31 0,3-12-36 16,-3 12-16-16,0 0-16 0,5-11-7 0,-5 11-5 16,0 0-10-16,0 0-4 0,9 12-3 0,-9-12 12 15,9 16-60-15,-5-6 48 0,2 2-52 0,0 1 59 16,1 1-54-16,0-1 53 0,1 3-42 0,2 0 49 16,0 0-55-16,0-1 63 0,2 2-9 0,0-2-14 15,0 0-6-15,1-1-5 0,0-1-22 0,0-3-32 16,0 0-20-16,1-2-16 0,-1 0 0 0,1-1-9 15,2-3 5-15,-4-1 5 0,1-2 1 0,-1-1 15 16,-12 0 12-16,23-3 5 0,-12-2 14 0,-1-1 3 16,0-3 8-16,-2-1 1 0,-1-3 11 0,0 1 1 15,-2-4 4-15,-1 2 3 0,-1-1 18 0,-1 3 35 16,-2-1-26-16,0 13 55 0,0-22-10 16,0 22-1-16,0-19-7 0,0 19-8 0,-1-13 16 0,1 13-48 15,0 0-7-15,-1-16-1 0,1 16-1 16,0 0 0-16,0 0-1 0,0 0 3 0,0 0 3 0,0 0-2 15,0 0 0-15,5 9 6 0,-5-9-3 0,6 10 4 16,-6-10-4-16,10 13 2 0,-4-7-9 0,1 1-2 16,0-1 3-16,2-1-1 0,-2 2-1 0,2-1-4 15,0 0-1-15,1-1 7 0,-1 1-8 0,0-1-4 16,0-1-15-16,0 1-17 0,-9-5-9 0,18 8-5 16,-18-8-9-16,16 4-1 0,-16-4 1 0,16 0-4 15,-16 0-1-15,15-4 0 0,-15 4 10 0,16-8 11 16,-9 3 5-16,0 0 11 0,1-2 4 0,-1-1 4 15,0 1 10-15,-1-1 16 0,0 2 55 0,0-3-4 16,-6 9 46-16,12-13-24 0,-12 13 15 0,10-13-3 16,-10 13-10-16,8-7-16 0,-8 7-16 0,8-8-7 15,-8 8-23-15,0 0 13 0,10-3 24 0,-10 3 34 16,0 0 11-16,14 6-12 0,-14-6-18 0,11 9-6 16,-11-9-80-16,11 11 84 0,-5-2-96 0,0 0 73 15,2 0-75-15,-1 2 74 0,0 0-67 0,-1-1 61 0,2 2-70 16,-1-2 75-16,-1 1-37 0,0-1-8 0,0-1 0 15,1 0 0-15,-2-2 0 0,1 2 0 0,-1-2 0 16,1-1 0-16,-6-6 0 0,10 12 0 0,-10-12 0 16,7 8-15-16,-7-8 2 0,0 0 3 0,13 2-22 15,-13-2 0-15,10-3-6 0,-10 3-7 16,9-11 9-16,-4 2 2 0,-1 1 8 0,2-5 2 0,0 1 7 16,-1-1 6-16,1 1 1 0,-2 2 0 0,1-2 6 15,-2 2 4-15,2 0 0 0,-1 1 3 0,0 1 15 16,-1-2 9-16,-3 10-2 0,5-10-8 0,-5 10-12 15,5-11-6-15,-5 11 15 0,6-5-16 0,-6 5 9 0,0 0-4 16,14-2 3-16,-14 2 1 0,11 6 1 0,-11-6 2 16,14 9-3-16,-6-3-4 0,0 0 6 15,1 1-4-15,1 2 6 0,-1 1-6 0,3 0 2 0,-1 0-8 16,0-2-38-16,3 1-68 0,-2 0-41 0,0 1-129 16,1-1-54-16,1-1-95 0,0 0-99 0,0-1-101 15,0 1-6-15,-2-5-105 0,-1 1-588 0,0-1-928 16</inkml:trace>
  <inkml:trace contextRef="#ctx0" brushRef="#br0" timeOffset="283111.7152">31774 7213 470 0,'-8'-22'852'0,"1"-2"-155"0,-1 3-62 0,1 0 49 0,-1 0-58 15,2 2-4-15,1 3-93 0,-1 1 2 0,1 1-95 16,1 2-96-16,1 1-80 0,3 11-60 0,-7-14-42 15,7 14-2-15,0 0-55 0,0 0 29 0,0 0-39 16,0 0 22-16,9 7-45 0,-4 0 25 0,1 4-48 16,1 1 14-16,1 2-27 0,3 1 13 0,-2 2-30 0,1 0 19 15,1 1-36-15,-1-1 29 0,0 1-22 16,0-2 27-16,-1 3-45 0,-1-4 33 0,0-2-37 0,-1 1 35 16,-1-1-34-16,1-2 23 0,-2-2-55 0,0 0 34 15,-5-9-31-15,8 15 39 0,-8-15-24 16,7 10 44-16,-7-10-79 0,0 0 32 0,0 0-25 0,0 0 0 15,12-5 13-15,-12 5 2 0,7-17 11 0,-4 5 5 16,1-3 5-16,0-3 4 0,1-2 3 0,0-1 2 16,1-1-24-16,-1 2 34 0,-1-1-24 0,1 5 33 15,-2 0-16-15,0 3 50 0,0 1-34 0,-1 0 20 16,-2 12-40-16,6-15 30 0,-6 15-29 0,0 0 33 0,8-7-14 16,-8 7 45-16,8 7-33 0,-8-7 31 15,13 12-22-15,-3-2 44 0,0 2-42 0,5 1 20 0,-1 4-36 16,6 0 25-16,1 1-40 0,3 1 31 0,5 2-47 15,3-1-57-15,1 1-149 0,2 0-134 0,3-4-195 16,-1 2-206-16,-1 2-238 0,-1-5-564 0,-8-3-1206 16</inkml:trace>
  <inkml:trace contextRef="#ctx0" brushRef="#br0" timeOffset="283950.5156">27468 8810 363 0,'-11'-13'753'0,"1"4"-139"0,1-3-51 0,2 2-80 16,-2 0-3-16,4 0-45 0,-1 2-46 16,6 8-56-16,-7-17-42 0,7 17-67 0,-2-14-13 15,2 14-51-15,5-11 36 0,3 6-55 0,1 1 32 16,3 0-56-16,5 2 45 0,2 1-24 0,3 2-11 0,5 3-20 15,1 1-16-15,3 4-12 0,1-1-10 16,-1 4-16-16,3 4-9 0,-1 0-6 0,-3 1-47 0,-5 1 38 16,-4-1-42-16,1 1 38 0,-6 1-39 15,-2-2 36-15,-3 2-36 0,-3 0 37 0,-4-1-39 16,-2-1 5-16,-4 0 4 0,-5 4 7 0,-2-2-1 0,-2 0-2 16,-6 1 38-16,-2-1-42 0,-1-2 39 0,-2-1-37 15,-2-2 39-15,2-3-37 0,-1-2 49 16,0-3-8-16,-1 0 11 0,4-5 26 0,-3-2-11 15,1-2-6-15,0-1-9 0,-1-3-3 0,0-3-5 16,-1-2-4-16,2-4-9 0,2-1 39 0,1 0-57 0,2-3 40 16,3-1-53-16,3 0 45 0,4 1-55 0,1-4 38 15,4 5-41-15,3 0 43 0,2-3-54 16,5 1 51-16,4 0-60 0,4 1 0 0,3 1-73 16,4 2-10-16,2 2-68 0,4 2-86 0,4 2-48 15,5 0-69-15,-4 5-74 0,5 1-58 0,-1 1-35 0,0 3-111 16,0 0-584-16,1 2-861 0</inkml:trace>
  <inkml:trace contextRef="#ctx0" brushRef="#br0" timeOffset="284591.3671">28121 8764 329 0,'2'-13'891'0,"-2"13"-185"0,-5-13-38 0,5 13 12 0,-8-16-24 15,5 7-64-15,-2 1-86 0,1 0-1 0,4 8-87 16,-7-14-8-16,7 14-139 0,-6-9-5 15,6 9-104-15,0 0 25 0,0 0-81 0,0 0 71 0,0 0-74 16,0 0 57-16,11 2-85 0,-1 4 69 16,0 5-95-16,2-1 67 0,3 3-102 0,1 2-14 15,3 1 0-15,0 2 0 0,1 1 0 0,0 0 0 16,0 2 0-16,-1-2 0 0,1 1 0 0,-2-1 0 16,1 0 0-16,-2 1 0 0,-3-4 0 0,-1 0 0 0,0-1 0 15,-2-1-33-15,-1 0-50 0,-1-3-5 0,-2 1-19 16,1-1-9-16,-3-3-1 0,2 0 46 0,-7-8-16 15,8 12 48-15,-8-12-30 0,5 8 3 16,-5-8-15-16,0 0 30 0,0 0-61 0,0 0 73 16,7-8-32-16,-7 8 46 0,-1-15-33 0,1 15 44 0,-1-22 3 15,1 10 4-15,1 0 1 0,0-1 1 0,-1 0 2 16,1 0 3-16,-1 1-1 0,1 0-2 0,0 2 6 16,-1 10 8-16,1-20-3 0,-1 20-6 15,5-14-3-15,-5 14 1 0,5-11 0 0,-5 11 1 16,11-7 3-16,-11 7-4 0,17-5 3 0,-17 5-1 0,21-4 0 15,-7 4 5-15,-1 0-7 0,3-1 2 0,1 2 1 16,4-1-3-16,0 0-2 0,-2 0 5 0,4 0-4 16,-3-1 3-16,1 1-2 0,1-2 3 0,-2 0-2 15,-2 1 2-15,-1-1 0 0,-1 0 4 16,-2-1-2-16,-2-1 1 0,0 1 0 0,-2-3 2 0,-1 0-3 16,-1-1-2-16,-2-1-1 0,-1-2-3 0,-3 0-1 15,-1 1 0-15,-1 9 0 0,-1-21 1 0,-1 11 1 16,-2 1-5-16,-2 1 2 0,-1 1-1 15,-1 0 3-15,-2 3-5 0,0 1 2 0,10 3 2 16,-21-1 0-16,8 4 0 0,-2 1 5 0,0 4-2 16,2-2 1-16,-4 6 0 0,4 1 6 0,2 0 4 0,1 1 12 15,3 0 9-15,3 1 4 0,1 0-32 0,4 0 39 16,2 0-39-16,3 1 34 0,4 0-39 0,5 0 32 16,4 1-41-16,0-2 29 0,5 0-30 15,0-2 30-15,3-1-74 0,1-2-33 0,-1 0-135 16,2-2-54-16,-2-2-69 0,0 0-88 0,-1-2-56 0,-1 0-18 15,-1-1-72-15,-5-2-111 0,1-1-397 0,-5-1-703 16</inkml:trace>
  <inkml:trace contextRef="#ctx0" brushRef="#br0" timeOffset="285952.7454">29226 8856 455 0,'0'-15'751'16,"-1"0"-119"-16,0 3 23 0,1-1-46 0,0 2 20 15,-1-1-8-15,1 12-81 0,-1-21-61 0,1 21-83 16,-1-16-76-16,1 16-71 0,1-12-56 0,-1 12-27 15,0 0 30-15,10-5-10 0,-10 5 3 16,19 4-22-16,-5 2-24 0,1 2-87 0,4 1 49 0,0 3-78 16,3 4 57-16,-1-1-84 0,1 3 49 0,-2-1-62 15,0 0 64-15,-1 1-68 0,-4-2 59 0,-2-1-71 16,0 0 67-16,-1 1-71 0,-3-4 70 0,-2 1-72 16,-1-1 64-16,-1-1-60 0,-2-1-1 0,-3-10 9 15,2 17 0-15,-2-17 9 0,-4 16 1 0,4-16-3 16,-8 9-14-16,8-9 43 0,-11 7-83 0,11-7 8 15,-13 2-60-15,13-2 8 0,-18-3-50 0,9-1 11 16,1 0-64-16,0-4 3 0,2-1-41 0,0-2-7 16,2-3-22-16,1-1 9 0,2-2-10 0,2-1 29 15,1-2-2-15,1-4 42 0,2-1 24 0,1-5 38 16,0-2 24-16,3 1 41 0,-2-2 36 0,0-1 42 16,-2-1 55-16,0 0 35 0,0-1 28 0,-2 2 47 15,-2-3 35-15,-1 3 43 0,-1-2 1 0,-1 2 41 16,-2 0-15-16,-1 3 45 0,1 0 8 0,-1 4-16 15,-1 2-14-15,1 4 26 0,0 0-28 0,1 5-106 16,1 1 31-16,0 4-113 0,1 2 43 0,2 9-98 16,0 0 64-16,0 0-66 0,0 0 62 0,0 0-97 15,9 16 0-15,-2-2 0 0,2 7 0 0,3 4 0 16,2 9 0-16,1 0 0 0,1 1 0 0,-1 4 0 16,2-1 0-16,0 1 0 0,0 1 0 0,-2-1 0 15,2-1 0-15,-1 0 0 0,0-1 0 0,-2-1 0 16,2-2 0-16,-2-1 0 0,-2-7 0 0,-1 2 0 15,-2-3 0-15,0-3 0 0,-1-3 0 0,-1 0 0 16,-1-4 0-16,0-2 0 0,-1-1 0 0,0-1 0 0,-1-3 0 16,-4-8 0-16,7 13 0 0,-7-13 0 15,9 5 0-15,-9-5 0 0,10-4 0 0,-10 4 0 16,12-12 0-16,-6 3 0 0,3-4 0 0,-2-1 0 16,0 0-19-16,0-4-9 0,2 0 8 0,-4 2 2 0,1 1 1 15,0 0 8-15,-1 2 7 0,1 0 0 0,-3 1 2 16,1 3 15-16,-1-1-7 0,-3 10-14 15,6-16-3-15,-6 16 4 0,7-10-2 0,-7 10 3 0,0 0 0 16,13-3 7-16,-13 3 6 0,11 4 4 0,-11-4 15 16,16 11 18-16,-8-5-78 0,2 1 73 0,2 2-73 15,0 0 80-15,0 0-74 0,5 2 55 0,1 1-37 16,0-2 16-16,1 0-8 0,0 1 0 0,2-2 0 16,1-1 0-16,-1 0 0 0,2-1 0 0,1 0 0 15,0-1 0-15,0-1-30 0,-1-1 8 0,1-1-53 16,-1-1 47-16,-1-2-54 0,-1 0 58 0,0-1-4 15,0-1 4-15,0-3-2 0,1-2 6 0,-3 0 14 16,0-4-11-16,-1 1 6 0,-2-2-1 0,-1-3 3 16,-1 1 4-16,-1-2 1 0,-3 0 5 0,0-1-2 0,-1 0-4 15,-4 1 2-15,-1 0-4 0,0 2 4 16,-3-1 1-16,0 4 7 0,-2-1-6 0,1 12 12 16,-3-21-13-16,-1 12 4 0,-1 2 2 0,-3 0-4 15,8 7 1-15,-16-6 5 0,16 6-6 0,-19-2 1 16,19 2 2-16,-19 4 4 0,8 0-2 0,3 3 7 0,-2 1 17 15,1 2-8-15,3 1 17 0,0 1 9 16,1 1 10-16,3 0-5 0,1 1-14 0,2-1-3 0,1 2-19 16,3 1-56-16,1-1 74 0,4 1-70 0,2-1 87 15,1 1-89-15,5-2 75 0,4 3-39 0,4-4 33 16,7 3-76-16,3-2 80 0,3-1-79 0,2-4 66 16,2 1-28-16,-1-3-20 0,-5-1-19 0,1-3-2 15,-1 0 3-15,-1-2 9 0,-5-1 11 0,-1-1 4 16,0-4-3-16,-2 1 4 0,3-2 5 0,-6-1 7 0,0-4-3 15,0 0 22-15,-5-1-15 0,-2-1 6 16,-1-2-5-16,-1 0 5 0,-2-3-4 0,-3 1 12 16,0-1-9-16,-2 0 12 0,-3 2-5 0,-1 1 1 15,0 0 0-15,-3 2-8 0,-1 2 3 0,-2 1-3 16,-3-1 1-16,0 3-2 0,4 8 1 0,-13-11 2 16,13 11-1-16,-19-3-6 0,19 3 3 0,-22 5 18 15,8-1-22-15,2 3 2 0,-2 1 6 0,3 2 1 16,0-1-5-16,1 2-6 0,1 0 8 0,2 1-8 15,1 0 8-15,-2 0-6 0,4 0 6 0,1-3-2 16,1 3-5-16,2-12-4 0,-1 18 6 0,1-18-12 16,1 16 1-16,-1-16-14 0,6 16-21 0,-6-16-25 15,11 13-5-15,-11-13-3 0,12 11-4 0,-12-11 9 16,14 4 12-16,-14-4 33 0,15 2-25 0,-15-2 43 16,15-3-27-16,-15 3 38 0,18-9-25 0,-10 2 32 15,-1 0-26-15,2-4 29 0,-1-1-26 0,-1 0 35 0,-1-2-7 16,1-1 26-16,-2 0-14 0,-1 1 55 15,0 0-8-15,-1 1 51 0,0 3-39 0,0-1 1 16,-3 11-18-16,3-17-8 0,-3 17-16 0,5-13-16 0,-5 13-4 16,0 0-11-16,3-11-1 0,-3 11-4 0,0 0 3 15,0 0 5-15,0 0-5 0,9 8 33 16,-9-8-38-16,7 10 1 0,-7-10 2 0,12 14-6 16,-5-7 2-16,1 3-21 0,1-1-68 0,3-1-31 15,-2 1-106-15,2-1-46 0,3-1-105 0,0 0-58 0,2 0-75 16,1-2-87-16,-1 1-46 0,1-2-130 15,-1-1-441-15,1 0-824 0</inkml:trace>
  <inkml:trace contextRef="#ctx0" brushRef="#br0" timeOffset="286427.9246">31776 8286 850 0,'-5'-26'840'0,"0"1"-59"0,1 1-32 16,1 3-30-16,-1 2-78 0,2 2-62 15,-1 2-102-15,1 2-66 0,0 3-109 0,2 10-44 0,-3-15-20 16,3 15 56-16,0 0-53 0,0 0-15 0,0 0-32 16,8 17-24-16,-4-4-2 0,1 3-115 0,1 5-53 15,1 4 0-15,2 4 0 0,0 6 0 0,4 2 0 16,-1 3 0-16,2 0 0 0,0 0 0 0,0 0 0 16,3-2 0-16,0-1 0 0,-1 0 0 0,2-3 0 15,-2-2 0-15,-1-6 0 0,-2-1 0 0,1-1 0 16,-4-5 0-16,0-1 0 0,-1-1 0 0,-1-2 0 0,-1-3 0 15,-1-1 0-15,-1-1 0 0,2-2 0 16,-7-8 0-16,7 12 0 0,-7-12 0 0,0 0 0 0,7 6 0 16,-7-6 0-16,0 0 0 0,0 0 0 0,-2-13 0 15,2 13 0-15,-7-16 0 0,0 4 0 0,0-1 0 16,-2 0 0-16,-2-1 0 0,-2-1 0 0,-1 1 0 16,-4 2 0-16,-1 0 0 0,-6 0 0 0,-2 2 0 15,-2 2 0-15,1 5 0 0,0-1 0 0,0 4 0 16,-1 2 0-16,1 1 0 0,1 4 0 0,0 0 0 15,4 3 0-15,2 0 0 0,3 2 0 0,3-1 0 16,4 2 0-16,2-1 0 0,5 1 0 0,3-1 0 0,3 0 0 16,6 0 0-16,1 1 0 0,7-1 0 0,4 0 0 15,6 0 0-15,0-2 0 0,4-1 0 16,1-2 0-16,0 0 0 0,1-2 0 0,-3-2 0 0,1 0 0 16,0-3 0-16,0 0-246 0,0-1-405 0,0-1-180 15,-3-2-122-15,2 0-788 0,2-3-1427 0</inkml:trace>
  <inkml:trace contextRef="#ctx0" brushRef="#br0" timeOffset="286626.1107">32552 8784 1915 0,'0'0'1394'0,"0"0"-231"0,0 0-179 16,0 0-24-16,0 0-80 0,0 0-94 0,3-9-677 15,-3 9-109-15,0 0 0 0,0 0 0 0,0 0 0 0,0 0 0 16,0 0 0-16,8 7 0 0,-8-7 0 0,0 0 0 15,9 11 0-15,-9-11 0 0,6 8 0 0,-6-8 0 16,5 9 0-16,-5-9 0 0,4 8 0 0,-4-8 0 16,-2 12 0-16,2-12-2585 0,-6 6-2420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7-25T10:18:32.1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12538 1680 174 0,'-7'-15'761'0,"1"2"-117"0,-2-1 48 16,0-1-193-16,1 0 54 0,1 2-130 0,1 0-44 15,-2 0-45-15,4 2-39 0,-1 2-60 0,4 9-44 16,-6-14-51-16,6 14-40 0,-4-9-5 0,4 9 56 16,0 0-13-16,0 0-11 0,0 0 7 0,6 14 64 15,-4-3-30-15,3 4 6 0,-1 7 35 0,3 3-14 16,-2 6-13-16,3 7-12 0,-1 4-26 0,2 4-13 15,0 4 50-15,-3 1-50 0,4 13-3 0,1 3-19 16,0 2-103-16,0 2-6 0,3 1 0 0,-1 3 0 16,1-1 0-16,1 1 0 0,3-2 0 0,2-2 0 0,5-1 0 15,4-1 0-15,3-2 0 0,2-3 0 0,6-3 0 16,3-5 0-16,4-4 0 0,0-3 0 16,3-6 0-16,-1-4 0 0,3-6 0 0,-3-5 0 15,-8-7 0-15,3-7 0 0,-1-5 0 0,-5-3 0 16,0-6 0-16,0-4 0 0,5-7 0 0,-3-3 0 0,-2-7 0 15,-3-3 0-15,-1-5 0 0,-1-11 0 16,-3-3 0-16,-3-7 0 0,-6-3 0 0,-4-2 0 0,-4-7 0 16,-5 0 0-16,-3-5 0 0,-6 9 0 0,-7-12 0 15,-3 2 0-15,-2-1 0 0,-5 2 0 0,-3 2 0 16,-1 3 0-16,0 0 0 0,-1 4 0 0,-2 4 0 16,3 4 0-16,4 10 0 0,-1 2 0 0,2 4 0 15,3 8 0-15,3 2 0 0,2 4 0 0,0 3 0 16,2 3 0-16,1 2 0 0,1 2 0 0,5 10 0 15,-6-14 0-15,6 14 0 0,0 0 0 0,0 0 0 16,0 0 0-16,11 12-113 0,-3 1-308 0,2 3-63 0,5 5-65 16,-1 5-27-16,4 6-68 0,0 4-50 0,0 3-133 15,2 0-398-15,-1 2-832 0</inkml:trace>
  <inkml:trace contextRef="#ctx0" brushRef="#br0" timeOffset="667.728">14050 2621 1106 0,'0'0'944'0,"-3"-19"-161"0,1 9-16 15,0 0 42-15,-2-1-75 0,1 1-26 0,-1 1-104 16,-1-1-82-16,2 1-51 0,3 9-68 0,-6-14-78 16,6 14-310-16,-4-12-15 0,4 12 0 0,0 0 0 15,0 0 0-15,0 0 0 0,0 0 0 0,2 14 0 0,4 0 0 16,-1 2 0-16,2 2 0 0,2 1 0 15,1 6 0-15,2 0 0 0,1 0 0 0,0 1 0 16,-1 0 0-16,1 0 0 0,1 0 0 0,-1-1 0 0,0 0 0 16,-1-2 0-16,-1-3 0 0,1-2 0 0,-3 0 0 15,0-2 0-15,0-3 0 0,-2-1 0 16,0-1 0-16,-1-3 0 0,1-1 0 0,-7-7 0 0,11 8 0 16,-11-8 0-16,11-1 0 0,-11 1 0 0,12-9 0 15,-4 0 0-15,-3-4 0 0,3-2-60 16,-2-4-64-16,1-3 53 0,1 2-16 0,-3-2 47 0,1 1-22 15,2 0 43-15,-6 3-27 0,4 0 40 0,-2 1-26 16,-1 3 55-16,1 1-19 0,0 1 39 0,-1 1-44 16,0 3 28-16,-3 8-38 0,6-15 18 0,-6 15-15 15,7-7 57-15,-7 7-20 0,0 0 52 0,19 5-34 16,-11 1 21-16,1 0-43 0,3 3 31 0,-1 1-31 16,4 2-8-16,1 1-8 0,4 1 1 0,2 1-5 15,1-1 2-15,4 0-5 0,0 0 2 0,2-1 13 0,-2-3-17 16,0 2 6-16,0-3-9 0,-4 0 0 15,-1-5 5-15,-2 3-1 0,-2-3 2 0,-2 0 2 16,-2-3-4-16,-1 1-1 0,-13-2 0 0,22-2 0 16,-12-2 0-16,-1 0 0 0,-3-5 0 0,-1-1 0 0,-1-5 0 15,-2-1 0-15,-2-2 0 0,-1 0 0 16,-1-2 0-16,0 2 0 0,-2 0 0 0,2 0 0 16,-1 3 0-16,0-2 0 0,1 4 0 0,-1 3 0 15,1 0 0-15,2 10 0 0,-4-18 0 0,4 18 0 16,0 0 0-16,0 0 0 0,0 0 0 0,0 0 0 0,0 0 0 15,6 19 0-15,-1-5 0 0,-1 3 0 0,4 3 0 16,-1 2 0-16,5 3 0 0,0 3 0 0,2-1 0 16,-2 0 0-16,4-2 0 0,-1 1 0 0,-1 0 0 15,1-2 0-15,-2-2 0 0,-1-4 0 0,-3-2 0 16,2 0 0-16,-1-4 0 0,-4-1 0 0,1-3 0 16,-1-1-228-16,-6-7-463 0,7 8-120 0,-7-8-5 15,0 0-178-15,0 0-482 0,-11-11-1098 0</inkml:trace>
  <inkml:trace contextRef="#ctx0" brushRef="#br0" timeOffset="852.3573">14749 2367 595 0,'-17'-46'1065'16,"2"3"-190"-16,-3 3-98 0,2 1 45 0,0 3-43 0,1 0-50 16,1 3-98-16,3 5-112 0,0 1-64 15,3 7-52-15,0-1-71 0,3 5-123 0,1 3-209 0,-1-1 0 16,3 3 0-16,2 11 0 0,-3-17 0 0,3 17 0 15,8-6 0-15,-8 6 0 0,18 3 0 16,-4 5-96-16,1 2-329 0,5 5-106 0,1 4-115 0,-1 1-86 16,2 8-60-16,3-1-782 0,-1-1-1220 0</inkml:trace>
  <inkml:trace contextRef="#ctx0" brushRef="#br0" timeOffset="1191.7628">15349 1698 1844 0,'-9'-10'935'0,"2"4"-118"0,1-1-93 0,6 7 87 15,-11-8-79-15,11 8-99 0,0 0-94 0,-6-6-110 16,6 6-77-16,0 0-80 0,0 0-169 0,-7 16-103 16,5-4 0-16,1 6 0 0,0 7 0 0,-1 3 0 15,2 8 0-15,1 10 0 0,0 3 0 0,3 4 0 16,1 11 0-16,1 5 0 0,1-1 0 0,2 4 0 0,1-1 0 15,1-2 0-15,3-1 0 0,0-2 0 16,0-4 0-16,1-2 0 0,1-3 0 0,-4-10 0 16,2-3 0-16,-2-3 0 0,0-2 0 0,-1-3 0 0,-1-8 0 15,0-1 0-15,-2-7 0 0,0-1 0 0,-3-2 0 16,1-4 0-16,1-1 0 0,-2-4 0 16,2-2 0-16,-7-6 0 0,10 6 0 0,-10-6 0 0,11-3-589 15,-11 3-92-15,7-11-79 0,-4 0 43 0,-3 11-57 16,-1-23-66-16,-1 8-367 0,-3-1-815 0</inkml:trace>
  <inkml:trace contextRef="#ctx0" brushRef="#br0" timeOffset="1325.1857">15448 2803 423 0,'-12'-8'538'0,"3"0"-25"0,2 1 18 0,-1 1 61 15,1-1 26-15,7 7 19 0,-10-12 65 0,10 12-39 16,-8-14-10-16,8 14-67 0,-1-14-72 0,1 14-51 16,7-16-52-16,2 6-64 0,7-2-347 0,1 0 0 15,6 1 0-15,6-1 0 0,3 2 0 0,6-5 0 16,3 3 0-16,5-1 0 0,0 0 0 0,3 1-186 15,2 2-526-15,2-2-185 0,-1 0-1116 0,2 3-1769 0</inkml:trace>
  <inkml:trace contextRef="#ctx0" brushRef="#br0" timeOffset="2037.4316">17141 1921 472 0,'-14'-23'888'0,"1"-4"-218"16,-2 2-14-16,3-1-60 0,-1 0 17 15,1-1-62-15,2 0-69 0,-2 0-30 0,2 2-23 0,1-3-3 16,-1 1-84-16,5 7 48 0,1-2-86 15,3 2-48-15,2 1-59 0,3 2-28 0,6-2-38 0,6-1-18 16,6 3-59-16,9 1-54 0,6 1 0 0,5 3 0 16,4 3 0-16,4 3 0 0,4 4 0 0,2 3 0 15,3 4 0-15,8 4 0 0,0 6 0 0,-2 5 0 16,-2 1 0-16,-4 3 0 0,-5 6 0 0,-7 0 0 16,-7 3 0-16,-11-2 0 0,-6 1 0 0,-8 3 0 15,-4 2 0-15,-8-2 0 0,-8 7 0 0,-6 1 0 16,-8 0 0-16,-8 9 0 0,-7-1 0 0,-5 0 0 15,-4 0 0-15,-5 0 0 0,0-1 0 0,-2-2 0 16,0 0 0-16,4-4 0 0,3-1 0 0,3-3 0 16,6-1 0-16,8-8 0 0,5 0 0 0,5-6 0 15,5 1 0-15,5-5 0 0,4-2 0 0,9-3 0 16,4 0 0-16,11 0 0 0,8-3 0 0,13-2 0 16,8-5 0-16,7-2 0 0,17-3 0 0,5-2 0 15,4-2 0-15,5-1 0 0,1-3 0 0,1 1 0 16,-1-3 0-16,-1 1 0 0,-1 0 0 0,-3-3 0 15,-4 3 0-15,-3-2 0 0,-5 1 0 0,-5-1 0 0,-12 2 0 16,-4 1 0-16,-4-1 0 0,-4 2 0 0,-9-1 0 16,-7 4 0-16,-2-2 0 0,-6 1 0 0,-1 1 0 15,-3 1 0-15,-2 0 0 0,-2-1 0 0,-12 3 0 16,17-2 0-16,-17 2 0 0,0 0 0 0,0 0 0 16,-12 2 0-16,-5-1-480 0,-9 3-441 0,-8 1 2 15,-10 1-160-15,-6-1-441 0,-3 2-1151 0</inkml:trace>
  <inkml:trace contextRef="#ctx0" brushRef="#br0" timeOffset="2694.7955">12236 3678 498 0,'-33'4'370'0,"-3"-2"-53"0,2 2-101 16,-1 0 15-16,1-1-23 0,3 0 42 0,2 0-29 15,1-2-23-15,1 1 10 0,1 0 23 0,5-1-1 16,2 1 20-16,2-1 5 0,1-1-4 0,2 2-25 16,1-1-24-16,3 0-20 0,10-1 6 0,-21 2-3 15,21-2-4-15,-16 1-13 0,16-1-16 0,-13 1-12 16,13-1-8-16,0 0 12 0,-16 3-8 0,16-3 32 15,0 0 23-15,-6 10 3 0,6-10 11 0,9 7 13 16,0-3-62-16,8 0 85 0,8 0-76 0,15-2 83 16,16-2-68-16,28-1 40 0,12-4-185 0,35-3-35 0,19-3 0 15,17-1 0-15,13-1 0 0,19 0 0 0,59-2 0 16,7 0 0-16,7 2 0 0,5 2 0 16,5-1 0-16,2 2 0 0,4-1 0 0,-1 1 0 0,0 2 0 15,-3-5 0-15,-1 4 0 0,-4-2 0 0,-4 2 0 16,-8-1 0-16,-4 3 0 0,-50-1 0 0,47 4 0 15,-51-2 0-15,0 1 0 0,2 1 0 16,-5 2 0-16,-4-1 0 0,-8 0 0 0,-7 1 0 0,-9-1 0 16,-11 2 0-16,-11-1 0 0,-13-1 0 0,-12 0 0 15,-32 0 0-15,-10 0 0 0,-9-1 0 0,-20 1 0 16,-7 0 0-16,-12 2 0 0,-4-2 0 0,-7 1 0 16,-4 0 0-16,-4 1 0 0,-4-1 0 0,0 1 0 15,-6-1 0-15,-12 2 0 0,21-2 0 0,-21 2 0 16,0 0 0-16,13-1 0 0,-13 1 0 0,0 0-591 15,0 0-383-15,-9 5-1112 0,9-5-1853 0</inkml:trace>
  <inkml:trace contextRef="#ctx0" brushRef="#br0" timeOffset="4360.803">5476 5501 80 0,'-2'-13'737'0,"-1"0"-201"0,1 2-17 0,-1 0-23 15,0 0-33-15,1 0-45 0,-1 1-28 16,0 0-26-16,3 10-53 0,-4-15-66 0,4 15-48 0,-3-12-50 16,3 12-23-16,0 0 21 0,0 0 64 0,6 9-31 15,-2 4 64-15,2 6-36 0,2 9-39 0,0 3-21 16,2 10 34-16,3 2-8 0,-1 5-31 16,5 8-24-16,-2 1-55 0,3 0 28 0,0 3-48 0,1-3 25 15,-1 1-45-15,3-2 35 0,-1-1-10 0,-1-4-8 16,-2-7-48-16,1-1 37 0,-2-1-2 0,1-3-44 15,-2-1 44-15,1-3-45 0,-4-7 39 0,-1-3-38 16,1 0 40-16,-5-6-38 0,0-2 42 0,-1-3-33 16,-1-2 149-16,0 0-25 0,-5-12-5 0,5 12-14 15,-5-12-34-15,0 0 62 0,0 0-102 0,-11-4 67 16,2-4-91-16,-1-9 0 0,-5-3 0 0,-3-9 0 16,-2-5 0-16,-1-4 0 0,-4-11 0 0,-2-2 0 15,0-4 0-15,0-3 0 0,1-3 0 0,1-2 0 0,1-3 0 16,0 0 0-16,1-4-37 0,0-1-7 15,3 3 8-15,0-1-51 0,3 1 73 0,1 2 1 16,4 3-6-16,2-1 3 0,7 11-2 0,2 5 0 16,3 1 40-16,4 1-54 0,4 4 26 0,2 1-44 0,5 4 25 15,0 4-36-15,6 2 44 0,3 3-34 0,4 3 36 16,2 6-27-16,2 2 37 0,3 5-37 0,-2 5 15 16,6 4 34-16,0 4-37 0,8 5 36 0,1 4-31 15,9 6 29-15,-1 5-28 0,-2 5 9 0,-2 3 2 16,-5 3-2-16,-3 2 3 0,-4 3 2 0,-5 4-28 15,-6 1 44-15,-7-5 1 0,-4 3-1 0,-4-1 4 16,-4 3-4-16,-4-3-2 0,-5-3 1 0,-3 0 1 16,-3-1-1-16,-5 4-1 0,-4-2 5 0,-4-2-5 15,-4 0-2-15,-4-2 1 0,-3-3 1 0,-3 1-1 16,-3 0 3-16,-2-3-39 0,-2-3 41 0,-2 1-35 16,-1-4 41-16,1-2-37 0,0-2 36 0,1-3-37 15,1-3 41-15,7-1-41 0,6-4 13 0,1-1-80 16,4-1-20-16,3-1-113 0,3-1-56 0,2-1-37 0,11-2-32 15,-10 5 5-15,10-5 4 0,0 0-8 16,12 8-17-16,0-3-29 0,4 3-104 0,5 1-110 16,4 4-363-16,9 3-561 0</inkml:trace>
  <inkml:trace contextRef="#ctx0" brushRef="#br0" timeOffset="4859.2094">6616 6189 697 0,'-5'-10'736'0,"1"1"-84"0,-3-1-22 0,2-2-66 16,0-1-21-16,-1 0 2 0,0 0-103 0,-1 0 40 15,1-1-63-15,1-1 26 0,0 2-112 0,1 0 60 0,1 1-145 16,0 2 31-16,1 0-127 0,2 10 44 16,2-19-115-16,-2 19 69 0,9-15-99 0,-1 9 71 15,2 2-91-15,6 0-31 0,0 3 0 0,4 2 0 16,4 2 0-16,2 2 0 0,5 4 0 0,1-1 0 0,5 6 0 16,0 2 0-16,-1 2 0 0,1 1 0 15,-2 1 0-15,-1 1 0 0,-2 2 0 0,-2-1 0 16,-1 0 0-16,-4 1 0 0,-4-3 0 0,-2-1 0 0,-4 0 0 15,-1-1 0-15,-3-2 0 0,-4-3 0 0,1 1 0 16,-3-1 0-16,-1-4 0 0,-4-9 0 0,2 18 0 16,-2-18 0-16,-3 13 0 0,3-13 0 0,-9 5 0 15,9-5 0-15,-14-2 0 0,7-3 0 0,-4-4 0 16,0-2 0-16,-1-6 0 0,0-1 0 0,0-4 0 16,1-2 0-16,0-3 0 0,3-1 0 0,2 5 0 15,2-2 0-15,2-1 0 0,2 2 0 0,1-1 0 16,3 3 0-16,2-2 0 0,3 2 0 0,5 0 0 15,3 1 0-15,3 3 0 0,3 0-232 0,2 4-93 16,2 3-89-16,1 0-59 0,3 4-67 0,-4 3-65 16,1 2-30-16,-1 3-110 0,1 3-595 0,-1 1-941 15</inkml:trace>
  <inkml:trace contextRef="#ctx0" brushRef="#br0" timeOffset="5259.2352">7678 6073 63 0,'0'0'888'15,"0"0"-212"-15,0 0-69 0,-6-13-51 0,6 13-30 0,-6-13 8 16,2 2-16-16,2 2-109 0,-1-2 19 0,0-2-71 16,1 1 30-16,1-1-86 0,2 1 2 15,1-1-77-15,2-2 22 0,2 3-93 0,0-1 30 0,2 3-99 16,3-1 41-16,1 4-80 0,3 0 54 0,0 4-70 16,3 1 66-16,1 2-86 0,1 4 59 0,4 3-76 15,-2 1 67-15,4 4-78 0,-1 2 72 0,4 7-80 16,-3 1 11-16,-1 2 3 0,-2 5 4 0,-2-1 71 15,-2 2-75-15,-3 0 75 0,-2-3-86 0,-3 1 67 16,-2 0-76-16,0-2 73 0,-4-2-75 0,-1 0 85 16,-4-4-84-16,-1 0 76 0,-2-1-78 0,0-1 77 15,-5 0-76-15,1-3 93 0,-3 0-95 0,-5-2 70 16,3-3-66-16,-3-3 62 0,-2-2-53 0,-2-1 44 16,-1-4-37-16,-2-1 30 0,-2-4-23 0,-2-2 16 15,-2-6-15-15,2 0 14 0,-4-8-14 0,1-1 14 16,2-2-7-16,3-1-32 0,1 0-3 0,5 1 10 15,2 1 1-15,4-1 3 0,3 2-1 0,2 1 1 0,3 0-1 16,4 3-19-16,3 0 31 0,3-2-91 0,4 3-24 16,1-1-102-16,4 2-29 0,1 1-91 15,2 2-70-15,2 1-75 0,1 4-66 0,1-1-70 0,1 4-194 16,1 1-430-16,1-2-860 0</inkml:trace>
  <inkml:trace contextRef="#ctx0" brushRef="#br0" timeOffset="6502.4718">8819 5811 396 0,'3'-12'879'0,"0"-1"-218"0,-3 13-81 0,-1-22-6 16,-1 11-11-16,-1 0-42 0,-1-2-78 0,-2 3-38 15,-2 0-46-15,-2 0-60 0,-1 2-43 0,-1 1-32 16,-2 3-29-16,0 2-32 0,-1 1-19 0,-1 2-18 15,-3 2-3-15,-1 4 0 0,-2 4-3 0,-1 4-42 16,0 2 50-16,-1 6-40 0,1 2 64 0,1 3-86 0,5 1 18 16,2-1-8-16,2 5-7 0,4-2 73 0,2 0-32 15,4-1-66-15,2-1-44 0,4 4 0 0,3-2 0 16,4 0 0-16,5 3 0 0,5-3 0 16,2-2 0-16,5-2 0 0,3-2 0 0,3-3 0 0,1-2 0 15,3-3 0-15,0-1 0 0,1-5 0 0,-4-2 0 16,0-2 0-16,2-2 0 0,1-2 0 0,0-3 0 15,0-2 0-15,1-2 0 0,7 0 0 0,-4-5 0 16,0 0 0-16,-2-3 0 0,-2-1 0 0,-4-3 0 16,-1-2 0-16,-2-3 0 0,-2 0 0 15,-3-3 0-15,-3-1 0 0,-1-3 0 0,-5 1 0 0,-3 1 0 16,-2-2 0-16,-2 0 0 0,-3-1 0 0,-3 4 0 16,-1-2 0-16,-2 2 0 0,-2 1 0 0,-1 1 0 15,-1 0 0-15,-1 2 0 0,-2 3 0 0,1 2 0 16,0 3 0-16,-3 1 0 0,0 3 0 0,0 2 0 15,-1 3 0-15,10 4 0 0,-23 0 0 0,12 4 0 16,-3 3 0-16,3 1 0 0,-1 4 0 0,1 2 0 0,2 2 0 16,1 2 0-16,0 3 0 0,3 1 0 15,0 1 0-15,3 2 0 0,0 0 0 0,2 2 0 16,2 0 0-16,1-1 0 0,1 3 0 0,3 0 0 16,2-2 0-16,1-1 0 0,1-1 0 0,2-1 0 0,1-3 0 15,2-1 0-15,-2-5 0 0,4 0 0 0,1-2 0 16,2-4 0-16,3-2 0 0,1-2 0 0,3-1 0 15,0-4 0-15,2 0 0 0,5-5 0 0,-2-1 0 16,-1-2 0-16,-2-3 0 0,0-2 0 0,-2-1 0 16,2-6 0-16,-4-2 0 0,-1-2 0 0,-3-2 0 15,-2-2 0-15,-7 0 0 0,-1 1 0 0,-2-4 0 16,-4 0 0-16,-1-2 0 0,-3-1 0 0,-3 5 0 16,-1-3 0-16,-2 1 0 0,-1 1 0 0,-3 2 0 15,2 3 0-15,-2 4 0 0,1-2 0 0,-1 6 0 0,-1 2 0 16,2 2 0-16,1 0 0 0,0 3 0 15,6 10 0-15,-11-9 0 0,11 9 0 0,0 0 0 16,-11 2 0-16,11-2 0 0,0 13 0 0,3-4 0 16,4 2 0-16,3 3 0 0,2 1 0 0,4 4 0 0,3 0 0 15,2 3 0-15,-1-1 0 0,5 3 0 0,2 1 0 16,2 1 0-16,4-1 0 0,3 1 0 16,9 7 0-16,-1-2 0 0,3 1 0 0,-5-3 0 0,-6-2 0 15,-3-1 0-15,-1 0 0 0,-3 1 0 0,-3-2 0 16,-2-1 0-16,-7-2 0 0,-2-1 0 15,-4-3 0-15,-2-3 0 0,-5 0 0 0,0 0 0 0,-6-3 0 16,-1-3 0-16,-4 2 0 0,-3-4 0 0,-1 1 0 16,-4-3 0-16,1-1 0 0,-2-3 0 0,2-2 0 15,-2 0 0-15,2-4 0 0,0-3 0 0,4-2 0 16,2-2 0-16,3-2 0 0,3-3 0 0,3-2 0 16,3-2 0-16,5-5 0 0,3-2 0 0,4-1-53 15,4-2-49-15,-2 2 68 0,3-1-46 0,0 0 68 0,-1 2-52 16,0-2 59-16,0 1-44 0,-4 5 60 15,1-1-53-15,-2-1 55 0,-1 2 11 0,-1-2-20 16,-2 4 3-16,-1-1-2 0,-3 3 0 0,0 0 18 16,-2 0-19-16,-2 3 10 0,-1 2-49 0,-1 1 61 15,-3 1-61-15,0 2 54 0,-1 0 1 0,-3 2-55 0,-1 1 55 16,-2 3-2-16,-1-1-9 0,0 4 5 16,10 2-12-16,-21-1 1 0,21 1 4 0,-20 4-1 0,11 1-7 15,1 0 1-15,3 2-1 0,1 0 14 0,4-7-59 16,-1 21 72-16,4-10-57 0,4 1 79 0,5 3-69 15,3 1 83-15,6 1-72 0,1 1 87 0,7 2-79 16,2-1 18-16,1 0 2 0,3-1 11 0,2 1-7 16,0-1 28-16,4-1-11 0,3 0-35 0,0 1-4 15,4-1 0-15,-2 1 0 0,1-3 0 0,-2 3 0 16,-2-1 0-16,-1 0 0 0,-2-1 0 0,-2 1 0 16,-3-2 0-16,-3 2 0 0,-5-4 0 0,-4 1 0 15,-3-1 0-15,-3-1 0 0,-3 0 0 0,-1 1 0 16,-4-1 0-16,-2 1 0 0,-3-2 0 0,-3 1 0 15,-2-2 0-15,-3 0 0 0,-5 3 0 0,-2 1 0 16,-7-1 0-16,0-1 0 0,-9-1 0 0,-2 0 0 16,-3-3 0-16,-2 1 0 0,-1-2-375 0,-1-3-441 0,-2-1-155 15,6-3-929-15,-3-2-1628 0</inkml:trace>
  <inkml:trace contextRef="#ctx0" brushRef="#br0" timeOffset="7922.6337">14499 5266 249 0,'-12'-35'670'16,"-1"2"-139"-16,2 3-87 0,0 4 21 15,2 1-14-15,0 4-46 0,2 1-67 0,0 3-30 0,2 0-30 16,-1 4-58-16,2 2-56 0,4 11-30 0,-3-12 7 15,3 12-19-15,0 0 65 0,0 0 8 0,11 16 19 16,-2 3-18-16,5 7-61 0,5 10 41 0,6 12-56 16,1 4 15-16,1 5-26 0,0 0-21 0,0 6-14 15,0-1-11-15,-3 0-10 0,2 0-9 0,-3-3-45 16,-2-2 28-16,-1-1-31 0,-2-3 8 0,-5-10-5 16,1-3 35-16,-3-1-40 0,-2-7 37 0,0-4-38 15,-4-3 41-15,-1-2-47 0,0-5 76 0,-1-2 0 16,-1-4 59-16,0-1-53 0,-2-11 30 0,0 13-61 15,0-13 39-15,0 0-57 0,-8-5-5 0,3-3 0 16,0-6-6-16,-4-7 40 0,2-6-53 0,-2-11 44 0,-1-5-57 16,0-4 40-16,2-5-9 0,-2-11-4 0,-1-1-44 15,0-3 37-15,0 1-31 0,2-1 39 16,0 0-51-16,0 1 40 0,2 1-1 0,2 10-1 16,0 1 5-16,3 2-11 0,1 4 4 0,2 2 3 0,0 10-2 15,1 2 3-15,2 2-7 0,1 8 2 0,2 3-5 16,0 1-1-16,1 4 0 0,1 4 5 15,5 6 2-15,-3 4-2 0,5 2 7 0,1 6-1 0,4 3-2 16,4 7 2-16,2 6 5 0,0 6 0 0,2 1 0 16,-4 3 3-16,1 3-40 0,-1 2 41 0,2 7-31 15,-4-4 40-15,-2 0-38 0,1 0 39 0,-2 0-36 16,0-1 37-16,0-1-38 0,-1 0 39 0,-1-2-41 16,0-2 39-16,-2-4-49 0,-3-5-33 0,-1-1-19 15,-2-6 1-15,-2-4 8 0,0-2 12 0,0-2 15 16,-1-4 5-16,-7-6 3 0,15 1 4 0,-6-6 3 15,2-7 6-15,-1-4-3 0,3-8-30 0,3-9 42 16,-2-4-21-16,1-4 33 0,1-5-35 0,4-7 47 16,0-2-13-16,-1 3 1 0,0 8 12 0,-3 2-15 0,3 6 3 15,-4 2-1-15,-2 9 6 0,-3 4-4 16,-2 4-3-16,3 3 1 0,-2 4 5 0,0 5 8 16,-9 5 24-16,22 1 15 0,-7 8 9 0,-1 2 6 0,5 8 30 15,1 9-3-15,1 3-43 0,0 6 36 0,3 12-11 16,-2 3 54-16,2 4-69 0,-1 4 34 15,0 1-59-15,-1 3 34 0,0 0-53 0,0 2 41 16,-2-1-54-16,0 2 0 0,-2-2 15 0,2-1-13 0,0 0 2 16,-3-4 0-16,2 1 42 0,-3-5-53 0,3-4 44 15,-4-6-90-15,-1-5-21 0,0-1-55 0,0-4-27 16,-2-1-67-16,0-9-60 0,0-2-25 0,-2-5-57 16,2-2-30-16,0-2-73 0,3-3-20 0,-2-5-127 15,4-1-675-15,1-2-895 0</inkml:trace>
  <inkml:trace contextRef="#ctx0" brushRef="#br0" timeOffset="10688.1777">17081 5878 927 0,'6'-33'859'0,"-4"-1"-192"15,-2 1-116-15,-4 0 29 0,-1 3 7 0,-4 1-18 0,-1 2-113 16,-3 2-10-16,-3 2-93 0,0 2 29 0,-5 4-125 15,0 3 17-15,-2 5-109 0,0 4 20 0,-4 2-83 16,-1 6 64-16,-4 3-85 0,-1 4 55 16,-2 7-94-16,1 2 70 0,3 5-86 0,3 3 69 0,3 1-91 15,3 2 75-15,5 2-88 0,2 2 3 0,7-6 2 16,3 3 1-16,4-3-1 0,3-1 8 0,4 4 7 16,7 5-4-16,3-5 9 0,3 0-6 0,6-4-5 15,1-1 0-15,4-2-6 0,0-5 0 0,1 0 4 16,-1-7 23-16,0 0-29 0,1-5 2 0,0 1-29 15,-5-4-8-15,2-2-10 0,-6-1 7 0,2-2-2 16,-2-1 6-16,0-2 4 0,-3-4 1 0,-1 0-2 16,-3-5 6-16,-1-2 18 0,-4-3-4 0,-2-4 2 15,-1-2 0-15,-4-1 58 0,-2-4-65 0,-2-5 55 0,0 0-45 16,-3 1 43-16,-2-1-51 0,0 3 62 16,1 1-39-16,-3 3 74 0,2 3-47 0,0 3 93 15,1 4-61-15,0 2-44 0,1 0-21 0,0 5 0 16,1 0 0-16,3 10 0 0,-7-12 0 0,7 12 0 0,0 0 0 15,0 0 0-15,-6 7 0 0,6-7 0 16,4 18 0-16,2-5 0 0,0 2 0 0,4 2 0 16,2 1 0-16,5 4 0 0,3-1 0 0,3 3 0 0,5-1 0 15,1 0 0-15,3-2 0 0,1 0 0 0,3-4 0 16,-1-2-18-16,-4-3-146 0,0 0-17 0,-1-4 7 16,-1 0 18-16,-5-2 28 0,-1-2 26 0,-4-3 16 15,-4 1 25-15,0-4 14 0,0 0 14 0,-1-4 7 16,-4-2 2-16,-2-3 43 0,-3-3-30 0,0-3 42 15,-3-2-35-15,-3-5 40 0,-2-4 14 0,-3-3 11 16,0-2-22-16,0 1 63 0,-1 2-9 0,0 2 89 16,2 4-55-16,0 1 64 0,0 3-93 0,1 5-19 15,1 0-7-15,1 3-37 0,2 12-35 0,-4-16 0 16,4 16 0-16,0 0 0 0,0 0 0 0,0 0 0 16,8 13 0-16,-2-1 0 0,1 2 0 0,3 5 0 15,2 5 0-15,0 1 0 0,2 1 0 0,0 1 0 16,3 3 0-16,-1 1 0 0,2 0 0 0,-1-1 0 15,2 0 0-15,-1 0 0 0,-4-5 0 0,3 0 0 16,-2-2 0-16,0 0 0 0,-1-3 0 0,-3-2 0 16,1-1 0-16,-2-3 0 0,-2-1 0 0,1-1 0 15,-3-3 0-15,1 0 0 0,-2-2 0 0,-5-7 0 0,11 7 0 16,-11-7 0-16,0 0 0 0,15-7 0 0,-10-1 0 16,1-5 0-16,-1-4 0 0,1-4 0 15,-1-2 0-15,0-8 0 0,1-2 0 0,1 1 0 0,-2-1 0 16,1 1-84-16,0 0 69 0,0 1-52 0,3 2 69 15,-4 5-56-15,-1 2 64 0,1 2-57 0,-1 2 68 16,-1 2-56-16,-1 2 64 0,2 2-66 0,-4 12 48 16,5-18-45-16,-5 18 79 0,8-8-27 0,-8 8 94 15,0 0-75-15,19 5 51 0,-11 2-88 0,2 2 0 16,1 1 0-16,2 3 0 0,-1 4 0 0,2-1 0 16,3 4 0-16,0 0 0 0,1 1 0 0,1 2 0 15,0-3 0-15,0 1 0 0,2 1 0 0,4 1 0 16,2-1 0-16,2 1 0 0,1-2 0 0,2-1 0 15,3-2 0-15,1-1 0 0,2-2 0 0,3-2 0 16,1 0 0-16,1-3 0 0,1 1 0 0,1-4 0 16,1-1 0-16,-2-1 0 0,-4-3 0 0,0-2 0 15,-1-1-1-15,-2-1-56 0,0-2 9 0,-1-3 3 0,-3-4 8 16,-3-1 5-16,-2-2 9 0,1-4 4 0,-4 0 13 16,-4-1-4-16,-2-3 3 0,-4-1 72 0,-3 0-77 15,-2 2 62-15,-4-2-61 0,-2 0 106 16,-2 4-83-16,-2-2 74 0,-3 2-86 0,-1 0 0 0,-3 0 0 15,-3 1 0-15,-1 4 0 0,-3 0 0 0,-3 4 0 16,-3 3 0-16,2 1 0 0,-3 4 0 0,0 2 0 16,-1 3 0-16,-2 4 0 0,1 1 0 0,0 5 0 15,1 2 0-15,2 3 0 0,2-1 0 0,3 4 0 16,4-3 0-16,1 2 0 0,3-1 0 0,3 1 0 16,3-2 0-16,1 2 0 0,2-1 0 0,4 1 0 15,2 0 0-15,2-1 0 0,3 0 0 0,1-2 0 16,5 1 0-16,2-2 0 0,1-3 0 0,-2-1 0 15,2-1 0-15,0-3 0 0,-1 0 0 0,0-3 0 16,-1 0 0-16,-2-2 0 0,1 0 0 0,-5-3 0 16,2-1 0-16,0-2 0 0,-1-2 0 0,-2-2 0 15,1-2 0-15,-3-2 0 0,1-3 0 0,-3-4 0 16,-1-2 0-16,-1-3 0 0,-2-2 0 0,2-2 0 0,-4-4 0 16,0 5 0-16,-2-1 0 0,0 1 0 15,-1 1 0-15,0 4 0 0,-1 2 0 0,1 1 0 16,-2 1 0-16,2 4 0 0,-1 0 0 0,0 1 0 0,1 12 0 15,-2-14 0-15,2 14 0 0,0 0 0 16,0 0 0-16,0 0 0 0,0 0 0 0,-4 12 0 0,5-1 0 16,2 3 0-16,2 0 0 0,1 2 0 0,2 4 0 15,3-2 0-15,1 1 0 0,5 2 0 0,2 0 0 16,6 1 0-16,5 0 0 0,2-1 0 0,4-2 0 16,5-1 0-16,2-2 0 0,2-1 0 0,3-2 0 15,1-2 0-15,-2-2 0 0,0-2 0 0,-2-1 0 16,-6-1 0-16,0-5 0 0,-6 0 0 0,-2 0 0 15,-1-4 0-15,2-1 0 0,-2-3 0 0,-2-2 0 16,-4-4 0-16,0-2 0 0,-4-2 0 0,-2-4 0 16,-5-1 0-16,0-2 0 0,-2-2 0 0,-5 5 0 15,-1-3 0-15,-3 1 0 0,-2 4 0 0,-2-4 0 16,-3 3 0-16,-1 2 0 0,-5 2 0 0,-1 2 0 0,-3 4 0 16,-2 1 0-16,-1 4 0 0,-1 5 0 15,-2 2 0-15,-4 4 0 0,1 2 0 0,-3 5 0 16,2 2 0-16,1 2 0 0,2 3 0 0,4 0 0 0,1 1 0 15,5-2 0-15,1 1 0 0,4 0 0 0,3-2 0 16,3-2 0-16,2 2 0 0,2 0 0 0,1-2 0 16,3 0 0-16,5 0 0 0,-1-2 0 0,3-1 0 15,-1-3 0-15,1-1 0 0,2-1 0 0,-2-3 0 16,3 1 0-16,0-3 0 0,-3-2 0 0,0-1 0 16,2-1 0-16,-2-3 0 0,2-1 0 0,-3-2 0 15,3-4 0-15,-2-4 0 0,-1 1 0 0,-1-4 0 16,-2 0 0-16,3-6 0 0,-3 1 0 0,2-1 0 15,-5 5 0-15,1-1 0 0,-1 2 0 0,-2 3 0 0,2 3 0 16,-3-1 0-16,0 3 0 0,-1 0 0 16,-3 11 0-16,7-13 0 0,-7 13 0 0,0 0 0 15,13 1 0-15,-7 5 0 0,3 7 0 0,2 4 0 16,3 5 0-16,5 8 0 0,-1 3 0 0,4 2 0 0,1 5 0 16,4 9 0-16,-1 4 0 0,2-1 0 15,0 4 0-15,-1 4 0 0,1-1 0 0,-2 1 0 0,0-2 0 16,-2 1 0-16,-1-3 0 0,-2-3 0 0,-7-7 0 15,0-1 0-15,-5-4 0 0,-1-2 0 0,-2-7 0 16,-4-4 0-16,-2-3 0 0,-3-3 0 0,-3-1 0 16,-2-4 0-16,-4-1 0 0,-3-3 0 0,-4-5 0 15,-4-2 0-15,-4-3 0 0,-3-5 0 0,-6-6 0 16,-9-3 0-16,0-4 0 0,0-2 0 0,3-4 0 16,3-3 0-16,4-1 0 0,4-4 0 0,5-1 0 15,6-5 0-15,6 2 0 0,5-7 0 0,8 6 0 16,4-2 0-16,8-7 0 0,5 0 0 0,10-9 0 15,7 4 0-15,4-2 0 0,7 1-106 0,2 0 43 16,5 0-56-16,2 0 41 0,1 4-27 0,-1 0 60 16,0 0 5-16,-2 4 8 0,-3-1-31 0,-2 3 47 15,-6 1 11-15,-3 1-38 0,-8 7 48 0,-3 1-30 16,-3 1 68-16,-6 5-40 0,-2 0 61 0,-2-1-46 0,-6 3 57 16,0 2-59-16,-4 1 73 0,-3 1-75 15,-2 0-1-15,-4 4-3 0,-1-1-3 0,-3 1 0 0,-2 3 58 16,-2 2-71-16,0 1 68 0,-3 3-58 0,3 3 101 15,-2 1-89-15,0 4 111 0,-3 4-124 0,1 3-3 16,3 3 0-16,-1 1 0 0,2 7 0 0,3 1 0 16,3-1 0-16,2 2 0 0,4 2 0 0,2 0 0 15,5 5 0-15,3 0 0 0,6 3 0 0,2 0 0 16,3-2 0-16,3-2 0 0,3-1 0 0,-1-4 0 16,3 0 0-16,1-3 0 0,1-2 0 0,-2-5 0 15,0-1 0-15,0-3 0 0,0-2 0 0,-5-1 0 16,1-4 0-16,-3-1 0 0,-1-3 0 0,-1-2 0 15,-1-2 0-15,0-3 0 0,0-4 0 0,-2-2 0 16,-2-3 0-16,1-6 0 0,-3-2 0 0,0-4 0 16,-6 1 0-16,1-4 0 0,-1 0 0 0,-2 3 0 15,-2 2 0-15,1 0 0 0,-1 7 0 0,-1 0 0 16,0 1 0-16,0 4 0 0,0 1 0 0,1 0 0 0,-1 13 0 16,0-19 0-16,0 19 0 0,0 0 0 15,0 0 0-15,0 0 0 0,0 0 0 0,0 0 0 16,6 18 0-16,-3-4 0 0,1 2 0 0,0 1 0 0,1 2 0 15,1 4 0-15,1-2 0 0,-1 2 0 0,2-1 0 16,-1 0 0-16,0-2 0 0,1 2 0 0,0-1 0 16,-2-3 0-16,0-2 0 0,1-1 0 0,-1-2 0 15,0-1 0-15,-2-1 0 0,0-3 0 0,-1 0 0 16,-3-8 0-16,9 11 0 0,-9-11 0 0,8 5 0 16,-8-5 0-16,10-5 0 0,-3-2 0 0,1-4 0 15,-1-2 0-15,3-5 0 0,-3-2 0 0,3-1 0 16,-1-5 0-16,0 0 0 0,0 3 0 0,-2 1 0 15,-1 1 0-15,1 2 0 0,-1 2 0 0,-1 2 0 16,-1 2 0-16,0 2 0 0,0 0 0 0,-1 3 0 16,-3 8 0-16,7-14 0 0,-7 14 0 0,10-6 0 15,-10 6 0-15,15 2 0 0,-5 1 0 0,1 3 0 16,0 3 0-16,1 0 0 0,1 4 0 0,2 1 0 0,-2 2 0 16,1-2 0-16,1 3 0 0,-2-2 0 15,3 2 0-15,-4-1 0 0,1 0 0 0,-1-1 0 16,-1 0 0-16,-1-3 0 0,-1 0 0 0,-1-1 0 0,1-1 0 15,-3-1 0-15,1 0 0 0,-2-2 0 0,-5-7 0 16,11 12 0-16,-11-12 0 0,8 10 0 0,-8-10 0 16,0 0 0-16,8 9 0 0,-8-9 0 0,0 0 0 15,8-6 0-15,-8 6 0 0,5-14 0 0,0 3 0 16,-2-3 0-16,2-3 0 0,0-3 0 0,1-1 0 16,0-1 0-16,2 2 0 0,0-2 0 0,-1 1 0 15,0 2 0-15,2 1 0 0,0 1 0 0,-2 3 0 16,0 1 0-16,0 1 0 0,0 2 0 0,-2 1 0 15,1 2 0-15,-6 7 0 0,13-10 0 0,-13 10 0 0,14-1 0 16,-14 1 0-16,17 5 0 0,-8 1 0 16,2 1 0-16,0 2 0 0,0 1 0 0,2 2 0 15,1 2 0-15,-1 0 0 0,0 1 0 0,1-1 0 16,0 0 0-16,1 2 0 0,0-3 0 0,0 3 0 0,1-2 0 16,0 0 0-16,1-1 0 0,0 1 0 15,1-3 0-15,-1 1 0 0,2-1 0 0,1 0 0 16,-2-3 0-16,0-2-738 0,0 1-114 0,0-1-111 0,-2-3-817 15,0 0-1477-15</inkml:trace>
  <inkml:trace contextRef="#ctx0" brushRef="#br0" timeOffset="11987.767">22914 5624 882 0,'0'0'958'0,"-3"-9"-206"0,3 9-115 16,0 0-54-16,-4-9 20 0,4 9-50 0,0 0-22 15,0 0-76-15,-3-10 23 0,3 10-135 0,0 0 46 16,0 0-119-16,0 0-14 0,9 3-39 0,-9-3-32 16,11 7-86-16,-11-7-99 0,17 7 0 0,-8-3 0 15,1 1 0-15,1-2 0 0,0 1 0 0,2-1 0 16,-1 1 0-16,0-1 0 0,2-1 0 0,-1-1 0 16,0 2 0-16,0-3 0 0,-13 0 0 0,24-3 0 0,-14 0 0 15,2-2 0-15,-3-1 0 0,0-2 0 0,0-3 0 16,-3-1 0-16,-1-1 0 0,-2-1 0 15,-3 0 0-15,-1 0 0 0,-2-1 0 0,-2-1 0 0,-3 2 0 16,-1 1 0-16,-1 1 0 0,-5 0 0 0,-1 2 0 16,0 2 0-16,-1 4 0 0,-3 1 0 15,0 2 0-15,0 2 0 0,-3 3 0 0,-1 4 0 0,-1 4 0 16,2 2 0-16,0 3 0 0,2 2 0 0,3 1 0 16,2 1 0-16,3 2 0 0,3-1 0 0,3-1 0 15,2 2 0-15,3-1 0 0,1-1 0 0,3 1 0 16,2 1 0-16,3-2 0 0,5 3 0 0,1-1 0 15,4-2 0-15,2-1 0 0,2-2 0 0,3 0 0 16,3-4 0-16,6 3 0 0,-3-6 0 0,2-1 0 16,0 0 0-16,0-5 0 0,-4-1 0 0,1-1 0 15,0-3 0-15,-1-1 0 0,-2-3 0 0,1-2 0 16,2-2 0-16,-2-5 0 0,-2 0 0 0,0-4 0 16,-4-3 0-16,2-4 0 0,-2-3 0 0,-3-4 0 0,-1-1 0 15,-4-1 0-15,-3 2 0 0,-2 1 0 0,-1 0 0 16,-2 0 0-16,-2 6 0 0,1 0 0 15,-3 5 0-15,1 1 0 0,0 2 0 0,-1 3 0 0,1 1 0 16,-2 12 0-16,1-18 0 0,-1 18 0 16,0 0 0-16,4-10 0 0,-4 10 0 0,0 0 0 15,5 15 0-15,-3-4 0 0,2 3 0 0,0 2 0 0,2 1 0 16,0 4 0-16,1 0 0 0,1 0 0 0,2 2 0 16,0 1 0-16,-1-2 0 0,1-2 0 0,-1 1 0 15,0-2 0-15,1-1 0 0,-1-1 0 0,-2-2 0 16,0-2 0-16,-1-1 0 0,1-2 0 0,-2 0 0 15,0-2 0-15,-5-8 0 0,10 12 0 0,-10-12 0 16,11 6 0-16,-11-6 0 0,0 0 0 0,17-6 0 16,-12 0 0-16,2-3 0 0,-1-3 0 0,0-4 0 15,1-4 0-15,-1-3 0 0,1-2 0 0,-1-2 0 16,0-3 0-16,-2 5 0 0,0 0 0 0,0 2 0 16,0 1 0-16,-1 3 0 0,-1 2 0 0,0 3 0 15,0 0 0-15,0 3 0 0,0 0 0 0,-2 11 0 0,1-14 0 16,-1 14 0-16,0 0 0 0,0 0 0 15,0 0 0-15,9 4 0 0,-5 5 0 0,1 3 0 0,1 2 0 16,2 2 0-16,1 4 0 0,3-1 0 0,1 4 0 16,5 0 0-16,3 5 0 0,4-2 0 0,2-1 0 15,0-2 0-15,2-1 0 0,1-1 0 0,-5-4 0 16,1 0 0-16,-1-3 0 0,0-2 0 0,-3-2 0 16,0-1 0-16,-2-1 0 0,0-3 0 0,-2 0 0 15,-1-1 0-15,-3-3 0 0,-1-2 0 0,-1-2 0 16,1-1 0-16,-4-4 0 0,0-2 0 0,-2-4 0 15,-2-3 0-15,-1-5 0 0,-2-5 0 0,-1-7 0 16,-2-4 0-16,-2-8 0 0,0-5 0 0,-2-3 0 16,-1 0 0-16,0-11 0 0,-2-1 0 0,0 1 0 15,-2-3 0-15,0 3 0 0,0 1 0 0,-1 5 0 16,1 9 0-16,1 5 0 0,-2 2 0 0,2 5 0 16,2 8 0-16,2 6 0 0,-2 3 0 0,3 3 0 15,0 4 0-15,1 2 0 0,3 12 0 16,-6-10 0-16,6 10 0 0,0 0 0 0,-1 14 0 0,3 1 0 15,3 9 0-15,4 5 0 0,3 9 0 0,3 6 0 16,5 9 0-16,4 5 0 0,1 3 0 0,1 3 0 16,4 2 0-16,1 0 0 0,0-1 0 0,2-1 0 15,-2 0 0-15,-1-6 0 0,-1-4 0 0,-5-5 0 16,-6-7 0-16,-3-6 0 0,-3-7 0 0,-4-1 0 16,-2-7 0-16,1-1 0 0,-5-3 0 0,-2-4 0 15,-2-2 0-15,-1-2 0 0,-2 0 0 0,5-9 0 16,-14 8 0-16,14-8 0 0,-16 1 0 0,16-1 0 0,-15-9 0 15,7 0 0-15,1-3 0 0,3-3 0 0,1-4 0 16,3-5 0-16,2-2 0 0,3-5 0 0,4 1 0 16,3-6 0-16,3 4 0 0,2 0 0 15,1 5 0-15,3-1 0 0,2 3 0 0,2 3 0 0,1-1 0 16,3 3 0-16,6 2 0 0,1 1 0 0,4 2 0 16,4 2 0-16,5 2 0 0,3 0 0 15,6 3 0-15,7-1 0 0,4 2 0 0,1 2 0 0,3 0 0 16,2 0 0-16,-1 1 0 0,3 0 0 15,-1-1 0-15,1 1 0 0,-2-1 0 0,-2-2 0 0,-12 3 0 16,-3-2 0-16,-3 0-451 0,-3-2-308 16,-4 1-61-16,-6-1-168 0,-8 1-649 0,-7 3-1298 15</inkml:trace>
  <inkml:trace contextRef="#ctx0" brushRef="#br0" timeOffset="12996.2174">5888 7957 330 0,'-37'0'391'0,"-2"0"-55"0,-1 0-48 15,1 0-6-15,-1-1-71 0,1 1 5 0,0-2-34 16,2 0-3-16,2 0-44 0,4 1 32 0,2-2 15 16,3 0 32-16,1 1 8 0,6-3 17 0,1 4-40 15,3-3-33-15,4 1-14 0,11 3 3 16,-10-6 22-16,10 6-20 0,12-9 7 0,6 5-4 0,9-2 1 16,18-2 12-16,9-1-10 0,20 0 39 0,13-2 18 15,14 1-14-15,33-3-2 0,10-2-3 0,12 1-13 16,12-1-9-16,12-2-24 0,10 3-30 0,8-1 47 15,51-2-64-15,-1-1 64 0,1 3-89 0,2-2-6 16,-42 5-5-16,48 1 11 0,-45 1 5 0,46-1 28 16,-48 1-55-16,-1 3 17 0,-2 0-78 0,-5 0 0 15,-5 2 0-15,-11 0 0 0,-13 1 0 0,-9 1 0 0,-15 2 0 16,-11 0 0-16,-31 1 0 0,-8 0 0 0,-9-1 0 16,-12 1 0-16,-17 0 0 0,-7 0 0 0,-12-2 0 15,-4 1 0-15,-9-1 0 0,-3 1 0 0,-4-2 0 16,-6 0 0-16,0-1 0 0,-6 0 0 0,0-1 0 15,-10 5 0-15,11-12 0 0,-11 12 0 0,2-13-14 16,-2 13-270-16,-3-13-97 0,3 13-36 0,-4-15-81 16,4 15-72-16,-4-14-41 0,4 14-48 0,1-17-128 15,4 9-467-15,4-2-861 0</inkml:trace>
  <inkml:trace contextRef="#ctx0" brushRef="#br0" timeOffset="13704.9677">15594 7188 384 0,'-49'7'477'0,"0"-3"-108"0,3 0-102 0,0 2-35 16,1-2-11-16,5 0-11 0,3 0-21 0,1 0-19 15,1 0-26-15,1 0-6 0,3-2-2 0,-2 2 25 16,0 0 14-16,0 0-1 0,6 2 14 0,0-3-4 16,3 1-13-16,4-3-9 0,2 3-16 0,1-2-26 15,4 1-15-15,-1-1-2 0,5 2 3 0,9-4-4 16,-17 6 11-16,17-6 1 0,-12 8-9 0,12-8 10 16,-2 9 21-16,2-9-42 0,7 12 38 0,2-6-15 0,4 1 49 15,10 1-28-15,6 1 36 0,15-1-36 16,9-1 50-16,21 0-41 0,11-1 37 0,17-1-61 15,32-3 36-15,16-2-70 0,13-1-10 0,16-3 39 0,12-2-79 16,14-2-5-16,58 0 41 0,5-5-65 0,5-1 66 16,6 0-82-16,5-2 49 0,1-1-58 0,11-1 52 15,0-1-55-15,3-1 23 0,2 1 91 16,-1-5-49-16,-1 0 23 0,-1-1 38 0,0-1 19 0,0 0-127 16,0-1 0-16,-2 2 0 0,-3 2 0 0,-1-1 0 15,-5 3 0-15,-6 2 0 0,-6 1 0 0,-7 5 0 16,-10-2 0-16,-48 5 0 0,-1-1 0 0,-5 3 0 15,-2-2 0-15,-5 2 0 0,-7 1 0 0,-7 1 0 16,-8-1 0-16,-9 1 0 0,-4 1 0 0,-9-1 0 16,-8-1 0-16,-5 2 0 0,-7 0 0 0,-23 1 0 15,-5-2 0-15,-1-1 0 0,-3 1 0 0,-3-2 0 16,-1 1 0-16,-7-1 0 0,-3 0 0 0,-8-1 0 16,-5 0 0-16,-7-1 0 0,-13 2 0 0,-7 1 0 0,-4 0 0 15,-9 1 0-15,-7 0 0 0,-2 2 0 0,-5 0 0 16,-2 1 0-16,-3-2 0 0,-1 2 0 15,-5-2 0-15,-9 5-18 0,0 0-746 0,0 0-183 0,-4-9-1087 16,-10 6-1793-16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965-3383-4A71-9A41-8C5EF539A251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768C-1AF8-4963-8ECF-372645906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510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965-3383-4A71-9A41-8C5EF539A251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768C-1AF8-4963-8ECF-372645906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17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965-3383-4A71-9A41-8C5EF539A251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768C-1AF8-4963-8ECF-372645906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93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965-3383-4A71-9A41-8C5EF539A251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768C-1AF8-4963-8ECF-372645906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32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965-3383-4A71-9A41-8C5EF539A251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768C-1AF8-4963-8ECF-372645906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13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965-3383-4A71-9A41-8C5EF539A251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768C-1AF8-4963-8ECF-372645906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28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965-3383-4A71-9A41-8C5EF539A251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768C-1AF8-4963-8ECF-372645906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384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965-3383-4A71-9A41-8C5EF539A251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768C-1AF8-4963-8ECF-372645906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57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965-3383-4A71-9A41-8C5EF539A251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768C-1AF8-4963-8ECF-372645906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29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965-3383-4A71-9A41-8C5EF539A251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768C-1AF8-4963-8ECF-372645906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41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965-3383-4A71-9A41-8C5EF539A251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768C-1AF8-4963-8ECF-372645906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79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2F965-3383-4A71-9A41-8C5EF539A251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0768C-1AF8-4963-8ECF-372645906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502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Unit 1</a:t>
            </a:r>
            <a:br>
              <a:rPr lang="en-IN" dirty="0" smtClean="0"/>
            </a:br>
            <a:r>
              <a:rPr lang="en-IN" dirty="0" smtClean="0"/>
              <a:t>OS Architecture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31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21880" y="297720"/>
              <a:ext cx="10965240" cy="60703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120" y="281880"/>
                <a:ext cx="10994400" cy="610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178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0240" y="136080"/>
              <a:ext cx="11992320" cy="64987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760" y="124920"/>
                <a:ext cx="12011400" cy="652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731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61600" y="155880"/>
              <a:ext cx="11631240" cy="55040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0800" y="139320"/>
                <a:ext cx="11656800" cy="553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160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2960" y="106200"/>
              <a:ext cx="12088440" cy="54270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960" y="89640"/>
                <a:ext cx="12113640" cy="546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130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929240" y="510840"/>
              <a:ext cx="7783920" cy="23540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8800" y="493920"/>
                <a:ext cx="7810920" cy="237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081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69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1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91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834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701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318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776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606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190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525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823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252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47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</Words>
  <Application>Microsoft Office PowerPoint</Application>
  <PresentationFormat>Widescreen</PresentationFormat>
  <Paragraphs>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Unit 1 OS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OS Architecture</dc:title>
  <dc:creator>learn</dc:creator>
  <cp:lastModifiedBy>learn</cp:lastModifiedBy>
  <cp:revision>2</cp:revision>
  <dcterms:created xsi:type="dcterms:W3CDTF">2023-07-25T10:19:14Z</dcterms:created>
  <dcterms:modified xsi:type="dcterms:W3CDTF">2023-07-25T10:30:32Z</dcterms:modified>
</cp:coreProperties>
</file>